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4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notesSlides/notesSlide5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notesSlides/notesSlide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6"/>
    <p:sldMasterId id="2147483763" r:id="rId7"/>
    <p:sldMasterId id="2147483793" r:id="rId8"/>
  </p:sldMasterIdLst>
  <p:notesMasterIdLst>
    <p:notesMasterId r:id="rId19"/>
  </p:notesMasterIdLst>
  <p:sldIdLst>
    <p:sldId id="342" r:id="rId9"/>
    <p:sldId id="2147374729" r:id="rId10"/>
    <p:sldId id="2147374726" r:id="rId11"/>
    <p:sldId id="2147374722" r:id="rId12"/>
    <p:sldId id="2147374741" r:id="rId13"/>
    <p:sldId id="2147374743" r:id="rId14"/>
    <p:sldId id="2147374727" r:id="rId15"/>
    <p:sldId id="2147374744" r:id="rId16"/>
    <p:sldId id="2147374742" r:id="rId17"/>
    <p:sldId id="2147374723" r:id="rId18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E47A096-E207-4669-8F8F-8270083BD548}">
          <p14:sldIdLst>
            <p14:sldId id="342"/>
            <p14:sldId id="2147374729"/>
            <p14:sldId id="2147374726"/>
            <p14:sldId id="2147374722"/>
            <p14:sldId id="2147374741"/>
            <p14:sldId id="2147374743"/>
            <p14:sldId id="2147374727"/>
            <p14:sldId id="2147374744"/>
            <p14:sldId id="2147374742"/>
            <p14:sldId id="21473747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hal, Harshit" initials="CH" lastIdx="14" clrIdx="0">
    <p:extLst>
      <p:ext uri="{19B8F6BF-5375-455C-9EA6-DF929625EA0E}">
        <p15:presenceInfo xmlns:p15="http://schemas.microsoft.com/office/powerpoint/2012/main" userId="S-1-5-21-776561741-1482476501-682003330-1200712" providerId="AD"/>
      </p:ext>
    </p:extLst>
  </p:cmAuthor>
  <p:cmAuthor id="2" name="Author" initials="A" lastIdx="11632" clrIdx="12"/>
  <p:cmAuthor id="3" name="Chehal, Harshit" initials="CH [2]" lastIdx="4" clrIdx="2">
    <p:extLst>
      <p:ext uri="{19B8F6BF-5375-455C-9EA6-DF929625EA0E}">
        <p15:presenceInfo xmlns:p15="http://schemas.microsoft.com/office/powerpoint/2012/main" userId="S::hchehal@deloitte.com::600ab36f-8757-41d5-95a8-953fcae909d5" providerId="AD"/>
      </p:ext>
    </p:extLst>
  </p:cmAuthor>
  <p:cmAuthor id="4" name="Jaime Trope" initials="JT" lastIdx="1" clrIdx="3">
    <p:extLst>
      <p:ext uri="{19B8F6BF-5375-455C-9EA6-DF929625EA0E}">
        <p15:presenceInfo xmlns:p15="http://schemas.microsoft.com/office/powerpoint/2012/main" userId="Jaime Trope" providerId="None"/>
      </p:ext>
    </p:extLst>
  </p:cmAuthor>
  <p:cmAuthor id="5" name="Danielle Coelho" initials="DC" lastIdx="7" clrIdx="4">
    <p:extLst>
      <p:ext uri="{19B8F6BF-5375-455C-9EA6-DF929625EA0E}">
        <p15:presenceInfo xmlns:p15="http://schemas.microsoft.com/office/powerpoint/2012/main" userId="Danielle Coelho" providerId="None"/>
      </p:ext>
    </p:extLst>
  </p:cmAuthor>
  <p:cmAuthor id="6" name="Samsodien, Waseem" initials="SW" lastIdx="2" clrIdx="5">
    <p:extLst>
      <p:ext uri="{19B8F6BF-5375-455C-9EA6-DF929625EA0E}">
        <p15:presenceInfo xmlns:p15="http://schemas.microsoft.com/office/powerpoint/2012/main" userId="S::wasamsodien@deloitte.co.za::24894339-2e82-490d-ba5e-572a688c8b2f" providerId="AD"/>
      </p:ext>
    </p:extLst>
  </p:cmAuthor>
  <p:cmAuthor id="7" name="Kotze, Theo" initials="KT" lastIdx="1" clrIdx="6">
    <p:extLst>
      <p:ext uri="{19B8F6BF-5375-455C-9EA6-DF929625EA0E}">
        <p15:presenceInfo xmlns:p15="http://schemas.microsoft.com/office/powerpoint/2012/main" userId="S::tkotze@deloitte.co.za::9e2b0878-563b-46f7-9f70-f353d83cee25" providerId="AD"/>
      </p:ext>
    </p:extLst>
  </p:cmAuthor>
  <p:cmAuthor id="8" name="Deloitte India" initials="CH(-M" lastIdx="1" clrIdx="7">
    <p:extLst>
      <p:ext uri="{19B8F6BF-5375-455C-9EA6-DF929625EA0E}">
        <p15:presenceInfo xmlns:p15="http://schemas.microsoft.com/office/powerpoint/2012/main" userId="Deloitte India" providerId="None"/>
      </p:ext>
    </p:extLst>
  </p:cmAuthor>
  <p:cmAuthor id="9" name="Theo Kotze" initials="TK" lastIdx="5" clrIdx="8">
    <p:extLst>
      <p:ext uri="{19B8F6BF-5375-455C-9EA6-DF929625EA0E}">
        <p15:presenceInfo xmlns:p15="http://schemas.microsoft.com/office/powerpoint/2012/main" userId="Theo Kotze" providerId="None"/>
      </p:ext>
    </p:extLst>
  </p:cmAuthor>
  <p:cmAuthor id="10" name="Hofmeyr, Gill" initials="HG" lastIdx="32" clrIdx="9">
    <p:extLst>
      <p:ext uri="{19B8F6BF-5375-455C-9EA6-DF929625EA0E}">
        <p15:presenceInfo xmlns:p15="http://schemas.microsoft.com/office/powerpoint/2012/main" userId="S::ghofmeyr@deloitte.co.za::aaa89bd3-ee85-43c6-b66f-64f0e2970f0a" providerId="AD"/>
      </p:ext>
    </p:extLst>
  </p:cmAuthor>
  <p:cmAuthor id="11" name="Siliziwe Kwakhona Mafika" initials="SM" lastIdx="61" clrIdx="10">
    <p:extLst>
      <p:ext uri="{19B8F6BF-5375-455C-9EA6-DF929625EA0E}">
        <p15:presenceInfo xmlns:p15="http://schemas.microsoft.com/office/powerpoint/2012/main" userId="Siliziwe Kwakhona Mafika" providerId="None"/>
      </p:ext>
    </p:extLst>
  </p:cmAuthor>
  <p:cmAuthor id="12" name="Ramara, Sizwe" initials="RS" lastIdx="35" clrIdx="11">
    <p:extLst>
      <p:ext uri="{19B8F6BF-5375-455C-9EA6-DF929625EA0E}">
        <p15:presenceInfo xmlns:p15="http://schemas.microsoft.com/office/powerpoint/2012/main" userId="S::sramara@deloitte.co.za::0a681f41-bffc-4725-b432-8393f35e0fa2" providerId="AD"/>
      </p:ext>
    </p:extLst>
  </p:cmAuthor>
  <p:cmAuthor id="13" name="Mangemba, Tawanda" initials="MT" lastIdx="2" clrIdx="13">
    <p:extLst>
      <p:ext uri="{19B8F6BF-5375-455C-9EA6-DF929625EA0E}">
        <p15:presenceInfo xmlns:p15="http://schemas.microsoft.com/office/powerpoint/2012/main" userId="S::tmangemba@deloitte.co.za::7ec2a78f-239c-4a4b-9ff6-05bf6bdc1e5c" providerId="AD"/>
      </p:ext>
    </p:extLst>
  </p:cmAuthor>
  <p:cmAuthor id="14" name="Dineo Molefe [ MTN South Africa ]" initials="DM[MSA]" lastIdx="1" clrIdx="14">
    <p:extLst>
      <p:ext uri="{19B8F6BF-5375-455C-9EA6-DF929625EA0E}">
        <p15:presenceInfo xmlns:p15="http://schemas.microsoft.com/office/powerpoint/2012/main" userId="S::Dineo.Molefe@mtn.com::521141fe-b6dd-4bc1-9d8d-62c7b88a6f87" providerId="AD"/>
      </p:ext>
    </p:extLst>
  </p:cmAuthor>
  <p:cmAuthor id="15" name="Pickard, Johann" initials="PJ" lastIdx="2" clrIdx="15">
    <p:extLst>
      <p:ext uri="{19B8F6BF-5375-455C-9EA6-DF929625EA0E}">
        <p15:presenceInfo xmlns:p15="http://schemas.microsoft.com/office/powerpoint/2012/main" userId="S::johpickard@deloitte.co.za::78c88aea-56b7-494c-8d8f-7c9dc6ec3ec9" providerId="AD"/>
      </p:ext>
    </p:extLst>
  </p:cmAuthor>
  <p:cmAuthor id="16" name="K, Naveen" initials="KN" lastIdx="1" clrIdx="16">
    <p:extLst>
      <p:ext uri="{19B8F6BF-5375-455C-9EA6-DF929625EA0E}">
        <p15:presenceInfo xmlns:p15="http://schemas.microsoft.com/office/powerpoint/2012/main" userId="S::naveenk@deloitte.com::66f3bce3-3aa9-44b8-9974-2f8e6f179b5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6E7"/>
    <a:srgbClr val="ED6D00"/>
    <a:srgbClr val="E12D6E"/>
    <a:srgbClr val="056890"/>
    <a:srgbClr val="FFCB05"/>
    <a:srgbClr val="046A38"/>
    <a:srgbClr val="86BC25"/>
    <a:srgbClr val="53565A"/>
    <a:srgbClr val="007CB0"/>
    <a:srgbClr val="A8A8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E3145B-ACB4-4211-8B1B-EE894FFB0A88}" v="10" dt="2021-08-31T12:56:29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659" autoAdjust="0"/>
    <p:restoredTop sz="93792" autoAdjust="0"/>
  </p:normalViewPr>
  <p:slideViewPr>
    <p:cSldViewPr snapToGrid="0">
      <p:cViewPr>
        <p:scale>
          <a:sx n="60" d="100"/>
          <a:sy n="60" d="100"/>
        </p:scale>
        <p:origin x="8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3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viewProps" Target="viewProp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, Naveen" userId="66f3bce3-3aa9-44b8-9974-2f8e6f179b55" providerId="ADAL" clId="{C1369EDD-B249-4154-83B5-D9C102F80E7E}"/>
    <pc:docChg chg="modSld">
      <pc:chgData name="K, Naveen" userId="66f3bce3-3aa9-44b8-9974-2f8e6f179b55" providerId="ADAL" clId="{C1369EDD-B249-4154-83B5-D9C102F80E7E}" dt="2021-08-26T10:32:25.331" v="45" actId="1035"/>
      <pc:docMkLst>
        <pc:docMk/>
      </pc:docMkLst>
      <pc:sldChg chg="modSp mod">
        <pc:chgData name="K, Naveen" userId="66f3bce3-3aa9-44b8-9974-2f8e6f179b55" providerId="ADAL" clId="{C1369EDD-B249-4154-83B5-D9C102F80E7E}" dt="2021-08-26T10:22:22.771" v="41" actId="20577"/>
        <pc:sldMkLst>
          <pc:docMk/>
          <pc:sldMk cId="3277488643" sldId="2147374726"/>
        </pc:sldMkLst>
        <pc:graphicFrameChg chg="modGraphic">
          <ac:chgData name="K, Naveen" userId="66f3bce3-3aa9-44b8-9974-2f8e6f179b55" providerId="ADAL" clId="{C1369EDD-B249-4154-83B5-D9C102F80E7E}" dt="2021-08-26T10:22:22.771" v="41" actId="20577"/>
          <ac:graphicFrameMkLst>
            <pc:docMk/>
            <pc:sldMk cId="3277488643" sldId="2147374726"/>
            <ac:graphicFrameMk id="11" creationId="{C0EEF920-185F-488C-8418-ACAAE6028350}"/>
          </ac:graphicFrameMkLst>
        </pc:graphicFrameChg>
      </pc:sldChg>
      <pc:sldChg chg="modSp mod">
        <pc:chgData name="K, Naveen" userId="66f3bce3-3aa9-44b8-9974-2f8e6f179b55" providerId="ADAL" clId="{C1369EDD-B249-4154-83B5-D9C102F80E7E}" dt="2021-08-26T08:42:27.929" v="37" actId="13926"/>
        <pc:sldMkLst>
          <pc:docMk/>
          <pc:sldMk cId="312255947" sldId="2147374729"/>
        </pc:sldMkLst>
        <pc:spChg chg="mod">
          <ac:chgData name="K, Naveen" userId="66f3bce3-3aa9-44b8-9974-2f8e6f179b55" providerId="ADAL" clId="{C1369EDD-B249-4154-83B5-D9C102F80E7E}" dt="2021-08-24T09:28:04.463" v="9" actId="1037"/>
          <ac:spMkLst>
            <pc:docMk/>
            <pc:sldMk cId="312255947" sldId="2147374729"/>
            <ac:spMk id="19" creationId="{3534B4A4-665E-4FF3-815B-11307CE3BB3C}"/>
          </ac:spMkLst>
        </pc:spChg>
        <pc:graphicFrameChg chg="mod">
          <ac:chgData name="K, Naveen" userId="66f3bce3-3aa9-44b8-9974-2f8e6f179b55" providerId="ADAL" clId="{C1369EDD-B249-4154-83B5-D9C102F80E7E}" dt="2021-08-26T08:42:27.929" v="37" actId="13926"/>
          <ac:graphicFrameMkLst>
            <pc:docMk/>
            <pc:sldMk cId="312255947" sldId="2147374729"/>
            <ac:graphicFrameMk id="9" creationId="{94F4A990-647E-4AB5-91D8-F56E3CD2D4AC}"/>
          </ac:graphicFrameMkLst>
        </pc:graphicFrameChg>
      </pc:sldChg>
      <pc:sldChg chg="modSp mod">
        <pc:chgData name="K, Naveen" userId="66f3bce3-3aa9-44b8-9974-2f8e6f179b55" providerId="ADAL" clId="{C1369EDD-B249-4154-83B5-D9C102F80E7E}" dt="2021-08-26T10:32:25.331" v="45" actId="1035"/>
        <pc:sldMkLst>
          <pc:docMk/>
          <pc:sldMk cId="427172134" sldId="2147374742"/>
        </pc:sldMkLst>
        <pc:spChg chg="mod">
          <ac:chgData name="K, Naveen" userId="66f3bce3-3aa9-44b8-9974-2f8e6f179b55" providerId="ADAL" clId="{C1369EDD-B249-4154-83B5-D9C102F80E7E}" dt="2021-08-26T10:32:25.331" v="45" actId="1035"/>
          <ac:spMkLst>
            <pc:docMk/>
            <pc:sldMk cId="427172134" sldId="2147374742"/>
            <ac:spMk id="37" creationId="{F5E0D548-EE6A-4CA3-9FFC-AE19E9A1D7D3}"/>
          </ac:spMkLst>
        </pc:spChg>
      </pc:sldChg>
    </pc:docChg>
  </pc:docChgLst>
  <pc:docChgLst>
    <pc:chgData name="K, Naveen" userId="66f3bce3-3aa9-44b8-9974-2f8e6f179b55" providerId="ADAL" clId="{13E3145B-ACB4-4211-8B1B-EE894FFB0A88}"/>
    <pc:docChg chg="undo custSel modSld">
      <pc:chgData name="K, Naveen" userId="66f3bce3-3aa9-44b8-9974-2f8e6f179b55" providerId="ADAL" clId="{13E3145B-ACB4-4211-8B1B-EE894FFB0A88}" dt="2021-09-01T08:54:13.923" v="180" actId="20577"/>
      <pc:docMkLst>
        <pc:docMk/>
      </pc:docMkLst>
      <pc:sldChg chg="modSp mod">
        <pc:chgData name="K, Naveen" userId="66f3bce3-3aa9-44b8-9974-2f8e6f179b55" providerId="ADAL" clId="{13E3145B-ACB4-4211-8B1B-EE894FFB0A88}" dt="2021-09-01T08:54:13.923" v="180" actId="20577"/>
        <pc:sldMkLst>
          <pc:docMk/>
          <pc:sldMk cId="3488847789" sldId="342"/>
        </pc:sldMkLst>
        <pc:spChg chg="mod">
          <ac:chgData name="K, Naveen" userId="66f3bce3-3aa9-44b8-9974-2f8e6f179b55" providerId="ADAL" clId="{13E3145B-ACB4-4211-8B1B-EE894FFB0A88}" dt="2021-09-01T08:54:13.923" v="180" actId="20577"/>
          <ac:spMkLst>
            <pc:docMk/>
            <pc:sldMk cId="3488847789" sldId="342"/>
            <ac:spMk id="21" creationId="{00000000-0000-0000-0000-000000000000}"/>
          </ac:spMkLst>
        </pc:spChg>
      </pc:sldChg>
      <pc:sldChg chg="modSp mod">
        <pc:chgData name="K, Naveen" userId="66f3bce3-3aa9-44b8-9974-2f8e6f179b55" providerId="ADAL" clId="{13E3145B-ACB4-4211-8B1B-EE894FFB0A88}" dt="2021-08-31T11:00:02.778" v="55" actId="27918"/>
        <pc:sldMkLst>
          <pc:docMk/>
          <pc:sldMk cId="1348918733" sldId="2147374722"/>
        </pc:sldMkLst>
        <pc:spChg chg="mod">
          <ac:chgData name="K, Naveen" userId="66f3bce3-3aa9-44b8-9974-2f8e6f179b55" providerId="ADAL" clId="{13E3145B-ACB4-4211-8B1B-EE894FFB0A88}" dt="2021-08-31T10:56:18.438" v="33" actId="20577"/>
          <ac:spMkLst>
            <pc:docMk/>
            <pc:sldMk cId="1348918733" sldId="2147374722"/>
            <ac:spMk id="54" creationId="{2031078F-225C-4B51-A697-4BDCA2AF362A}"/>
          </ac:spMkLst>
        </pc:spChg>
        <pc:spChg chg="mod">
          <ac:chgData name="K, Naveen" userId="66f3bce3-3aa9-44b8-9974-2f8e6f179b55" providerId="ADAL" clId="{13E3145B-ACB4-4211-8B1B-EE894FFB0A88}" dt="2021-08-31T10:58:11.364" v="41" actId="20577"/>
          <ac:spMkLst>
            <pc:docMk/>
            <pc:sldMk cId="1348918733" sldId="2147374722"/>
            <ac:spMk id="57" creationId="{AE14A6B3-06C3-4445-BE72-CE544EE24370}"/>
          </ac:spMkLst>
        </pc:spChg>
        <pc:spChg chg="mod">
          <ac:chgData name="K, Naveen" userId="66f3bce3-3aa9-44b8-9974-2f8e6f179b55" providerId="ADAL" clId="{13E3145B-ACB4-4211-8B1B-EE894FFB0A88}" dt="2021-08-31T10:56:40.536" v="37" actId="20577"/>
          <ac:spMkLst>
            <pc:docMk/>
            <pc:sldMk cId="1348918733" sldId="2147374722"/>
            <ac:spMk id="58" creationId="{D78DBA6C-AEC4-4673-99C6-6E1D1B863CD9}"/>
          </ac:spMkLst>
        </pc:spChg>
        <pc:spChg chg="mod">
          <ac:chgData name="K, Naveen" userId="66f3bce3-3aa9-44b8-9974-2f8e6f179b55" providerId="ADAL" clId="{13E3145B-ACB4-4211-8B1B-EE894FFB0A88}" dt="2021-08-31T10:58:28.794" v="45" actId="20577"/>
          <ac:spMkLst>
            <pc:docMk/>
            <pc:sldMk cId="1348918733" sldId="2147374722"/>
            <ac:spMk id="59" creationId="{04ADEEB2-34FB-43E7-9791-A1651DB3AA66}"/>
          </ac:spMkLst>
        </pc:spChg>
        <pc:spChg chg="mod">
          <ac:chgData name="K, Naveen" userId="66f3bce3-3aa9-44b8-9974-2f8e6f179b55" providerId="ADAL" clId="{13E3145B-ACB4-4211-8B1B-EE894FFB0A88}" dt="2021-08-31T10:56:04.047" v="31" actId="20577"/>
          <ac:spMkLst>
            <pc:docMk/>
            <pc:sldMk cId="1348918733" sldId="2147374722"/>
            <ac:spMk id="62" creationId="{36BFE591-3F8B-41FD-8BAC-7256D9627132}"/>
          </ac:spMkLst>
        </pc:spChg>
        <pc:spChg chg="mod">
          <ac:chgData name="K, Naveen" userId="66f3bce3-3aa9-44b8-9974-2f8e6f179b55" providerId="ADAL" clId="{13E3145B-ACB4-4211-8B1B-EE894FFB0A88}" dt="2021-08-31T10:56:21.828" v="35" actId="20577"/>
          <ac:spMkLst>
            <pc:docMk/>
            <pc:sldMk cId="1348918733" sldId="2147374722"/>
            <ac:spMk id="64" creationId="{2E064DFB-86AC-4101-8605-CCB40EE6B414}"/>
          </ac:spMkLst>
        </pc:spChg>
      </pc:sldChg>
      <pc:sldChg chg="addSp delSp modSp mod">
        <pc:chgData name="K, Naveen" userId="66f3bce3-3aa9-44b8-9974-2f8e6f179b55" providerId="ADAL" clId="{13E3145B-ACB4-4211-8B1B-EE894FFB0A88}" dt="2021-08-31T12:57:01.554" v="171" actId="478"/>
        <pc:sldMkLst>
          <pc:docMk/>
          <pc:sldMk cId="3277488643" sldId="2147374726"/>
        </pc:sldMkLst>
        <pc:graphicFrameChg chg="add del mod">
          <ac:chgData name="K, Naveen" userId="66f3bce3-3aa9-44b8-9974-2f8e6f179b55" providerId="ADAL" clId="{13E3145B-ACB4-4211-8B1B-EE894FFB0A88}" dt="2021-08-31T12:56:16.591" v="167" actId="478"/>
          <ac:graphicFrameMkLst>
            <pc:docMk/>
            <pc:sldMk cId="3277488643" sldId="2147374726"/>
            <ac:graphicFrameMk id="2" creationId="{5822FBA8-C68E-4E65-812B-A3BF42283359}"/>
          </ac:graphicFrameMkLst>
        </pc:graphicFrameChg>
        <pc:graphicFrameChg chg="add del mod">
          <ac:chgData name="K, Naveen" userId="66f3bce3-3aa9-44b8-9974-2f8e6f179b55" providerId="ADAL" clId="{13E3145B-ACB4-4211-8B1B-EE894FFB0A88}" dt="2021-08-31T12:57:01.554" v="171" actId="478"/>
          <ac:graphicFrameMkLst>
            <pc:docMk/>
            <pc:sldMk cId="3277488643" sldId="2147374726"/>
            <ac:graphicFrameMk id="3" creationId="{1FC9C358-095F-4C5C-9365-5F1B141485DE}"/>
          </ac:graphicFrameMkLst>
        </pc:graphicFrameChg>
        <pc:graphicFrameChg chg="modGraphic">
          <ac:chgData name="K, Naveen" userId="66f3bce3-3aa9-44b8-9974-2f8e6f179b55" providerId="ADAL" clId="{13E3145B-ACB4-4211-8B1B-EE894FFB0A88}" dt="2021-08-31T10:53:56.261" v="27" actId="20577"/>
          <ac:graphicFrameMkLst>
            <pc:docMk/>
            <pc:sldMk cId="3277488643" sldId="2147374726"/>
            <ac:graphicFrameMk id="11" creationId="{C0EEF920-185F-488C-8418-ACAAE6028350}"/>
          </ac:graphicFrameMkLst>
        </pc:graphicFrameChg>
        <pc:graphicFrameChg chg="mod">
          <ac:chgData name="K, Naveen" userId="66f3bce3-3aa9-44b8-9974-2f8e6f179b55" providerId="ADAL" clId="{13E3145B-ACB4-4211-8B1B-EE894FFB0A88}" dt="2021-08-31T12:44:55.932" v="158"/>
          <ac:graphicFrameMkLst>
            <pc:docMk/>
            <pc:sldMk cId="3277488643" sldId="2147374726"/>
            <ac:graphicFrameMk id="21" creationId="{8197DD8D-E5FD-4C93-BF31-BD650AE93223}"/>
          </ac:graphicFrameMkLst>
        </pc:graphicFrameChg>
      </pc:sldChg>
      <pc:sldChg chg="modSp mod">
        <pc:chgData name="K, Naveen" userId="66f3bce3-3aa9-44b8-9974-2f8e6f179b55" providerId="ADAL" clId="{13E3145B-ACB4-4211-8B1B-EE894FFB0A88}" dt="2021-08-31T11:09:14.391" v="121" actId="27918"/>
        <pc:sldMkLst>
          <pc:docMk/>
          <pc:sldMk cId="2428809465" sldId="2147374727"/>
        </pc:sldMkLst>
        <pc:spChg chg="mod">
          <ac:chgData name="K, Naveen" userId="66f3bce3-3aa9-44b8-9974-2f8e6f179b55" providerId="ADAL" clId="{13E3145B-ACB4-4211-8B1B-EE894FFB0A88}" dt="2021-08-31T11:04:14.337" v="92" actId="20577"/>
          <ac:spMkLst>
            <pc:docMk/>
            <pc:sldMk cId="2428809465" sldId="2147374727"/>
            <ac:spMk id="16" creationId="{E1D217EE-0978-49FF-938F-CBA9420506F6}"/>
          </ac:spMkLst>
        </pc:spChg>
      </pc:sldChg>
      <pc:sldChg chg="modSp mod">
        <pc:chgData name="K, Naveen" userId="66f3bce3-3aa9-44b8-9974-2f8e6f179b55" providerId="ADAL" clId="{13E3145B-ACB4-4211-8B1B-EE894FFB0A88}" dt="2021-08-31T10:47:25.231" v="9" actId="20577"/>
        <pc:sldMkLst>
          <pc:docMk/>
          <pc:sldMk cId="312255947" sldId="2147374729"/>
        </pc:sldMkLst>
        <pc:spChg chg="mod">
          <ac:chgData name="K, Naveen" userId="66f3bce3-3aa9-44b8-9974-2f8e6f179b55" providerId="ADAL" clId="{13E3145B-ACB4-4211-8B1B-EE894FFB0A88}" dt="2021-08-31T10:46:41.039" v="5" actId="20577"/>
          <ac:spMkLst>
            <pc:docMk/>
            <pc:sldMk cId="312255947" sldId="2147374729"/>
            <ac:spMk id="19" creationId="{3534B4A4-665E-4FF3-815B-11307CE3BB3C}"/>
          </ac:spMkLst>
        </pc:spChg>
        <pc:graphicFrameChg chg="mod">
          <ac:chgData name="K, Naveen" userId="66f3bce3-3aa9-44b8-9974-2f8e6f179b55" providerId="ADAL" clId="{13E3145B-ACB4-4211-8B1B-EE894FFB0A88}" dt="2021-08-31T10:47:25.231" v="9" actId="20577"/>
          <ac:graphicFrameMkLst>
            <pc:docMk/>
            <pc:sldMk cId="312255947" sldId="2147374729"/>
            <ac:graphicFrameMk id="9" creationId="{94F4A990-647E-4AB5-91D8-F56E3CD2D4AC}"/>
          </ac:graphicFrameMkLst>
        </pc:graphicFrameChg>
      </pc:sldChg>
      <pc:sldChg chg="modSp mod">
        <pc:chgData name="K, Naveen" userId="66f3bce3-3aa9-44b8-9974-2f8e6f179b55" providerId="ADAL" clId="{13E3145B-ACB4-4211-8B1B-EE894FFB0A88}" dt="2021-08-31T11:03:42.287" v="90" actId="20577"/>
        <pc:sldMkLst>
          <pc:docMk/>
          <pc:sldMk cId="88839299" sldId="2147374741"/>
        </pc:sldMkLst>
        <pc:spChg chg="mod">
          <ac:chgData name="K, Naveen" userId="66f3bce3-3aa9-44b8-9974-2f8e6f179b55" providerId="ADAL" clId="{13E3145B-ACB4-4211-8B1B-EE894FFB0A88}" dt="2021-08-31T11:03:05.842" v="82" actId="20577"/>
          <ac:spMkLst>
            <pc:docMk/>
            <pc:sldMk cId="88839299" sldId="2147374741"/>
            <ac:spMk id="44" creationId="{2C24ED2E-88C5-4E59-A567-AF77BB9235D7}"/>
          </ac:spMkLst>
        </pc:spChg>
        <pc:spChg chg="mod">
          <ac:chgData name="K, Naveen" userId="66f3bce3-3aa9-44b8-9974-2f8e6f179b55" providerId="ADAL" clId="{13E3145B-ACB4-4211-8B1B-EE894FFB0A88}" dt="2021-08-31T11:02:30.827" v="78" actId="20577"/>
          <ac:spMkLst>
            <pc:docMk/>
            <pc:sldMk cId="88839299" sldId="2147374741"/>
            <ac:spMk id="55" creationId="{CAC6D4FA-1386-4DAF-A1DB-1E3BE2B8B891}"/>
          </ac:spMkLst>
        </pc:spChg>
        <pc:spChg chg="mod">
          <ac:chgData name="K, Naveen" userId="66f3bce3-3aa9-44b8-9974-2f8e6f179b55" providerId="ADAL" clId="{13E3145B-ACB4-4211-8B1B-EE894FFB0A88}" dt="2021-08-31T11:03:27.616" v="86" actId="20577"/>
          <ac:spMkLst>
            <pc:docMk/>
            <pc:sldMk cId="88839299" sldId="2147374741"/>
            <ac:spMk id="57" creationId="{AE14A6B3-06C3-4445-BE72-CE544EE24370}"/>
          </ac:spMkLst>
        </pc:spChg>
        <pc:spChg chg="mod">
          <ac:chgData name="K, Naveen" userId="66f3bce3-3aa9-44b8-9974-2f8e6f179b55" providerId="ADAL" clId="{13E3145B-ACB4-4211-8B1B-EE894FFB0A88}" dt="2021-08-31T11:01:28.765" v="68" actId="20577"/>
          <ac:spMkLst>
            <pc:docMk/>
            <pc:sldMk cId="88839299" sldId="2147374741"/>
            <ac:spMk id="58" creationId="{D78DBA6C-AEC4-4673-99C6-6E1D1B863CD9}"/>
          </ac:spMkLst>
        </pc:spChg>
        <pc:spChg chg="mod">
          <ac:chgData name="K, Naveen" userId="66f3bce3-3aa9-44b8-9974-2f8e6f179b55" providerId="ADAL" clId="{13E3145B-ACB4-4211-8B1B-EE894FFB0A88}" dt="2021-08-31T11:03:42.287" v="90" actId="20577"/>
          <ac:spMkLst>
            <pc:docMk/>
            <pc:sldMk cId="88839299" sldId="2147374741"/>
            <ac:spMk id="59" creationId="{04ADEEB2-34FB-43E7-9791-A1651DB3AA66}"/>
          </ac:spMkLst>
        </pc:spChg>
        <pc:spChg chg="mod">
          <ac:chgData name="K, Naveen" userId="66f3bce3-3aa9-44b8-9974-2f8e6f179b55" providerId="ADAL" clId="{13E3145B-ACB4-4211-8B1B-EE894FFB0A88}" dt="2021-08-31T11:01:45.777" v="76" actId="20577"/>
          <ac:spMkLst>
            <pc:docMk/>
            <pc:sldMk cId="88839299" sldId="2147374741"/>
            <ac:spMk id="60" creationId="{890455F6-E162-4200-9552-20E3E1F71600}"/>
          </ac:spMkLst>
        </pc:spChg>
        <pc:spChg chg="mod">
          <ac:chgData name="K, Naveen" userId="66f3bce3-3aa9-44b8-9974-2f8e6f179b55" providerId="ADAL" clId="{13E3145B-ACB4-4211-8B1B-EE894FFB0A88}" dt="2021-08-31T11:00:57.427" v="61" actId="20577"/>
          <ac:spMkLst>
            <pc:docMk/>
            <pc:sldMk cId="88839299" sldId="2147374741"/>
            <ac:spMk id="62" creationId="{36BFE591-3F8B-41FD-8BAC-7256D9627132}"/>
          </ac:spMkLst>
        </pc:spChg>
      </pc:sldChg>
      <pc:sldChg chg="modSp mod">
        <pc:chgData name="K, Naveen" userId="66f3bce3-3aa9-44b8-9974-2f8e6f179b55" providerId="ADAL" clId="{13E3145B-ACB4-4211-8B1B-EE894FFB0A88}" dt="2021-08-31T11:13:41.045" v="148" actId="20577"/>
        <pc:sldMkLst>
          <pc:docMk/>
          <pc:sldMk cId="427172134" sldId="2147374742"/>
        </pc:sldMkLst>
        <pc:spChg chg="mod">
          <ac:chgData name="K, Naveen" userId="66f3bce3-3aa9-44b8-9974-2f8e6f179b55" providerId="ADAL" clId="{13E3145B-ACB4-4211-8B1B-EE894FFB0A88}" dt="2021-08-31T11:04:47.231" v="96" actId="20577"/>
          <ac:spMkLst>
            <pc:docMk/>
            <pc:sldMk cId="427172134" sldId="2147374742"/>
            <ac:spMk id="16" creationId="{E1D217EE-0978-49FF-938F-CBA9420506F6}"/>
          </ac:spMkLst>
        </pc:spChg>
        <pc:spChg chg="mod">
          <ac:chgData name="K, Naveen" userId="66f3bce3-3aa9-44b8-9974-2f8e6f179b55" providerId="ADAL" clId="{13E3145B-ACB4-4211-8B1B-EE894FFB0A88}" dt="2021-08-31T11:13:41.045" v="148" actId="20577"/>
          <ac:spMkLst>
            <pc:docMk/>
            <pc:sldMk cId="427172134" sldId="2147374742"/>
            <ac:spMk id="33" creationId="{44E21208-ABC8-4574-B675-FD7489C8A824}"/>
          </ac:spMkLst>
        </pc:spChg>
      </pc:sldChg>
    </pc:docChg>
  </pc:docChgLst>
  <pc:docChgLst>
    <pc:chgData name="K, Naveen" userId="66f3bce3-3aa9-44b8-9974-2f8e6f179b55" providerId="ADAL" clId="{3C104871-D2E8-40EA-AE50-29E9042D23FD}"/>
    <pc:docChg chg="modSld">
      <pc:chgData name="K, Naveen" userId="66f3bce3-3aa9-44b8-9974-2f8e6f179b55" providerId="ADAL" clId="{3C104871-D2E8-40EA-AE50-29E9042D23FD}" dt="2021-08-26T10:42:13.811" v="20" actId="20577"/>
      <pc:docMkLst>
        <pc:docMk/>
      </pc:docMkLst>
      <pc:sldChg chg="modSp mod">
        <pc:chgData name="K, Naveen" userId="66f3bce3-3aa9-44b8-9974-2f8e6f179b55" providerId="ADAL" clId="{3C104871-D2E8-40EA-AE50-29E9042D23FD}" dt="2021-08-26T10:42:13.811" v="20" actId="20577"/>
        <pc:sldMkLst>
          <pc:docMk/>
          <pc:sldMk cId="3488847789" sldId="342"/>
        </pc:sldMkLst>
        <pc:spChg chg="mod">
          <ac:chgData name="K, Naveen" userId="66f3bce3-3aa9-44b8-9974-2f8e6f179b55" providerId="ADAL" clId="{3C104871-D2E8-40EA-AE50-29E9042D23FD}" dt="2021-08-26T10:42:13.811" v="20" actId="20577"/>
          <ac:spMkLst>
            <pc:docMk/>
            <pc:sldMk cId="3488847789" sldId="342"/>
            <ac:spMk id="11" creationId="{00000000-0000-0000-0000-000000000000}"/>
          </ac:spMkLst>
        </pc:spChg>
      </pc:sldChg>
    </pc:docChg>
  </pc:docChgLst>
  <pc:docChgLst>
    <pc:chgData name="K, Naveen" userId="66f3bce3-3aa9-44b8-9974-2f8e6f179b55" providerId="ADAL" clId="{CF0A5652-DB89-4FF9-B107-D1F3726FC5A3}"/>
    <pc:docChg chg="undo custSel modSld">
      <pc:chgData name="K, Naveen" userId="66f3bce3-3aa9-44b8-9974-2f8e6f179b55" providerId="ADAL" clId="{CF0A5652-DB89-4FF9-B107-D1F3726FC5A3}" dt="2021-08-20T07:33:44.232" v="269" actId="404"/>
      <pc:docMkLst>
        <pc:docMk/>
      </pc:docMkLst>
      <pc:sldChg chg="modSp mod">
        <pc:chgData name="K, Naveen" userId="66f3bce3-3aa9-44b8-9974-2f8e6f179b55" providerId="ADAL" clId="{CF0A5652-DB89-4FF9-B107-D1F3726FC5A3}" dt="2021-08-20T05:47:50.678" v="139" actId="20577"/>
        <pc:sldMkLst>
          <pc:docMk/>
          <pc:sldMk cId="3488847789" sldId="342"/>
        </pc:sldMkLst>
        <pc:spChg chg="mod">
          <ac:chgData name="K, Naveen" userId="66f3bce3-3aa9-44b8-9974-2f8e6f179b55" providerId="ADAL" clId="{CF0A5652-DB89-4FF9-B107-D1F3726FC5A3}" dt="2021-08-20T05:47:50.678" v="139" actId="20577"/>
          <ac:spMkLst>
            <pc:docMk/>
            <pc:sldMk cId="3488847789" sldId="342"/>
            <ac:spMk id="11" creationId="{00000000-0000-0000-0000-000000000000}"/>
          </ac:spMkLst>
        </pc:spChg>
        <pc:spChg chg="mod">
          <ac:chgData name="K, Naveen" userId="66f3bce3-3aa9-44b8-9974-2f8e6f179b55" providerId="ADAL" clId="{CF0A5652-DB89-4FF9-B107-D1F3726FC5A3}" dt="2021-08-20T05:42:51.240" v="108" actId="20577"/>
          <ac:spMkLst>
            <pc:docMk/>
            <pc:sldMk cId="3488847789" sldId="342"/>
            <ac:spMk id="21" creationId="{00000000-0000-0000-0000-000000000000}"/>
          </ac:spMkLst>
        </pc:spChg>
      </pc:sldChg>
      <pc:sldChg chg="addSp delSp modSp mod">
        <pc:chgData name="K, Naveen" userId="66f3bce3-3aa9-44b8-9974-2f8e6f179b55" providerId="ADAL" clId="{CF0A5652-DB89-4FF9-B107-D1F3726FC5A3}" dt="2021-08-20T07:33:44.232" v="269" actId="404"/>
        <pc:sldMkLst>
          <pc:docMk/>
          <pc:sldMk cId="312255947" sldId="2147374729"/>
        </pc:sldMkLst>
        <pc:spChg chg="mod">
          <ac:chgData name="K, Naveen" userId="66f3bce3-3aa9-44b8-9974-2f8e6f179b55" providerId="ADAL" clId="{CF0A5652-DB89-4FF9-B107-D1F3726FC5A3}" dt="2021-08-20T05:54:53.124" v="196" actId="20577"/>
          <ac:spMkLst>
            <pc:docMk/>
            <pc:sldMk cId="312255947" sldId="2147374729"/>
            <ac:spMk id="19" creationId="{3534B4A4-665E-4FF3-815B-11307CE3BB3C}"/>
          </ac:spMkLst>
        </pc:spChg>
        <pc:graphicFrameChg chg="add del mod">
          <ac:chgData name="K, Naveen" userId="66f3bce3-3aa9-44b8-9974-2f8e6f179b55" providerId="ADAL" clId="{CF0A5652-DB89-4FF9-B107-D1F3726FC5A3}" dt="2021-08-20T05:42:13.121" v="2" actId="478"/>
          <ac:graphicFrameMkLst>
            <pc:docMk/>
            <pc:sldMk cId="312255947" sldId="2147374729"/>
            <ac:graphicFrameMk id="3" creationId="{1FB2AEF9-3903-4A36-82CE-847D342537BD}"/>
          </ac:graphicFrameMkLst>
        </pc:graphicFrameChg>
        <pc:graphicFrameChg chg="add mod">
          <ac:chgData name="K, Naveen" userId="66f3bce3-3aa9-44b8-9974-2f8e6f179b55" providerId="ADAL" clId="{CF0A5652-DB89-4FF9-B107-D1F3726FC5A3}" dt="2021-08-20T05:52:55.328" v="141" actId="1076"/>
          <ac:graphicFrameMkLst>
            <pc:docMk/>
            <pc:sldMk cId="312255947" sldId="2147374729"/>
            <ac:graphicFrameMk id="4" creationId="{0803D293-139A-4494-8024-747D301898F7}"/>
          </ac:graphicFrameMkLst>
        </pc:graphicFrameChg>
        <pc:graphicFrameChg chg="mod">
          <ac:chgData name="K, Naveen" userId="66f3bce3-3aa9-44b8-9974-2f8e6f179b55" providerId="ADAL" clId="{CF0A5652-DB89-4FF9-B107-D1F3726FC5A3}" dt="2021-08-20T07:33:44.232" v="269" actId="404"/>
          <ac:graphicFrameMkLst>
            <pc:docMk/>
            <pc:sldMk cId="312255947" sldId="2147374729"/>
            <ac:graphicFrameMk id="9" creationId="{94F4A990-647E-4AB5-91D8-F56E3CD2D4AC}"/>
          </ac:graphicFrameMkLst>
        </pc:graphicFrameChg>
        <pc:graphicFrameChg chg="add del mod">
          <ac:chgData name="K, Naveen" userId="66f3bce3-3aa9-44b8-9974-2f8e6f179b55" providerId="ADAL" clId="{CF0A5652-DB89-4FF9-B107-D1F3726FC5A3}" dt="2021-08-20T05:57:06.369" v="214" actId="478"/>
          <ac:graphicFrameMkLst>
            <pc:docMk/>
            <pc:sldMk cId="312255947" sldId="2147374729"/>
            <ac:graphicFrameMk id="23" creationId="{EDD1BB54-227F-455E-90B9-859437614D53}"/>
          </ac:graphicFrameMkLst>
        </pc:graphicFrameChg>
      </pc:sldChg>
    </pc:docChg>
  </pc:docChgLst>
  <pc:docChgLst>
    <pc:chgData name="Naveen" userId="66f3bce3-3aa9-44b8-9974-2f8e6f179b55" providerId="ADAL" clId="{C1369EDD-B249-4154-83B5-D9C102F80E7E}"/>
    <pc:docChg chg="undo redo custSel addSld delSld modSld modSection">
      <pc:chgData name="Naveen" userId="66f3bce3-3aa9-44b8-9974-2f8e6f179b55" providerId="ADAL" clId="{C1369EDD-B249-4154-83B5-D9C102F80E7E}" dt="2021-08-24T06:04:29.602" v="778" actId="1076"/>
      <pc:docMkLst>
        <pc:docMk/>
      </pc:docMkLst>
      <pc:sldChg chg="modSp mod">
        <pc:chgData name="Naveen" userId="66f3bce3-3aa9-44b8-9974-2f8e6f179b55" providerId="ADAL" clId="{C1369EDD-B249-4154-83B5-D9C102F80E7E}" dt="2021-08-24T05:50:56.598" v="642" actId="1037"/>
        <pc:sldMkLst>
          <pc:docMk/>
          <pc:sldMk cId="3488847789" sldId="342"/>
        </pc:sldMkLst>
        <pc:spChg chg="mod">
          <ac:chgData name="Naveen" userId="66f3bce3-3aa9-44b8-9974-2f8e6f179b55" providerId="ADAL" clId="{C1369EDD-B249-4154-83B5-D9C102F80E7E}" dt="2021-08-24T05:50:56.598" v="642" actId="1037"/>
          <ac:spMkLst>
            <pc:docMk/>
            <pc:sldMk cId="3488847789" sldId="342"/>
            <ac:spMk id="11" creationId="{00000000-0000-0000-0000-000000000000}"/>
          </ac:spMkLst>
        </pc:spChg>
      </pc:sldChg>
      <pc:sldChg chg="modSp mod">
        <pc:chgData name="Naveen" userId="66f3bce3-3aa9-44b8-9974-2f8e6f179b55" providerId="ADAL" clId="{C1369EDD-B249-4154-83B5-D9C102F80E7E}" dt="2021-08-24T05:59:05.529" v="753" actId="20577"/>
        <pc:sldMkLst>
          <pc:docMk/>
          <pc:sldMk cId="1348918733" sldId="2147374722"/>
        </pc:sldMkLst>
        <pc:spChg chg="ord">
          <ac:chgData name="Naveen" userId="66f3bce3-3aa9-44b8-9974-2f8e6f179b55" providerId="ADAL" clId="{C1369EDD-B249-4154-83B5-D9C102F80E7E}" dt="2021-08-22T09:02:39.374" v="218" actId="167"/>
          <ac:spMkLst>
            <pc:docMk/>
            <pc:sldMk cId="1348918733" sldId="2147374722"/>
            <ac:spMk id="3" creationId="{CC685154-2A27-4A3F-AEBA-223DD7CB06BE}"/>
          </ac:spMkLst>
        </pc:spChg>
        <pc:spChg chg="mod">
          <ac:chgData name="Naveen" userId="66f3bce3-3aa9-44b8-9974-2f8e6f179b55" providerId="ADAL" clId="{C1369EDD-B249-4154-83B5-D9C102F80E7E}" dt="2021-08-22T09:25:18.736" v="369" actId="20577"/>
          <ac:spMkLst>
            <pc:docMk/>
            <pc:sldMk cId="1348918733" sldId="2147374722"/>
            <ac:spMk id="42" creationId="{1089CAA0-5AC6-4416-A0F7-69FBC4DB793D}"/>
          </ac:spMkLst>
        </pc:spChg>
        <pc:spChg chg="mod">
          <ac:chgData name="Naveen" userId="66f3bce3-3aa9-44b8-9974-2f8e6f179b55" providerId="ADAL" clId="{C1369EDD-B249-4154-83B5-D9C102F80E7E}" dt="2021-08-22T09:09:32.087" v="263" actId="20577"/>
          <ac:spMkLst>
            <pc:docMk/>
            <pc:sldMk cId="1348918733" sldId="2147374722"/>
            <ac:spMk id="44" creationId="{2C24ED2E-88C5-4E59-A567-AF77BB9235D7}"/>
          </ac:spMkLst>
        </pc:spChg>
        <pc:spChg chg="mod">
          <ac:chgData name="Naveen" userId="66f3bce3-3aa9-44b8-9974-2f8e6f179b55" providerId="ADAL" clId="{C1369EDD-B249-4154-83B5-D9C102F80E7E}" dt="2021-08-22T09:25:22.990" v="373" actId="20577"/>
          <ac:spMkLst>
            <pc:docMk/>
            <pc:sldMk cId="1348918733" sldId="2147374722"/>
            <ac:spMk id="46" creationId="{A85D9ED1-4C17-4D1E-B489-EC29CA25F400}"/>
          </ac:spMkLst>
        </pc:spChg>
        <pc:spChg chg="mod">
          <ac:chgData name="Naveen" userId="66f3bce3-3aa9-44b8-9974-2f8e6f179b55" providerId="ADAL" clId="{C1369EDD-B249-4154-83B5-D9C102F80E7E}" dt="2021-08-22T09:06:52.986" v="239" actId="20577"/>
          <ac:spMkLst>
            <pc:docMk/>
            <pc:sldMk cId="1348918733" sldId="2147374722"/>
            <ac:spMk id="54" creationId="{2031078F-225C-4B51-A697-4BDCA2AF362A}"/>
          </ac:spMkLst>
        </pc:spChg>
        <pc:spChg chg="mod">
          <ac:chgData name="Naveen" userId="66f3bce3-3aa9-44b8-9974-2f8e6f179b55" providerId="ADAL" clId="{C1369EDD-B249-4154-83B5-D9C102F80E7E}" dt="2021-08-22T09:10:41.864" v="281" actId="20577"/>
          <ac:spMkLst>
            <pc:docMk/>
            <pc:sldMk cId="1348918733" sldId="2147374722"/>
            <ac:spMk id="55" creationId="{CAC6D4FA-1386-4DAF-A1DB-1E3BE2B8B891}"/>
          </ac:spMkLst>
        </pc:spChg>
        <pc:spChg chg="mod">
          <ac:chgData name="Naveen" userId="66f3bce3-3aa9-44b8-9974-2f8e6f179b55" providerId="ADAL" clId="{C1369EDD-B249-4154-83B5-D9C102F80E7E}" dt="2021-08-22T09:07:24.093" v="243" actId="20577"/>
          <ac:spMkLst>
            <pc:docMk/>
            <pc:sldMk cId="1348918733" sldId="2147374722"/>
            <ac:spMk id="56" creationId="{2C728D43-6052-4B06-A544-D18A9896BD13}"/>
          </ac:spMkLst>
        </pc:spChg>
        <pc:spChg chg="mod">
          <ac:chgData name="Naveen" userId="66f3bce3-3aa9-44b8-9974-2f8e6f179b55" providerId="ADAL" clId="{C1369EDD-B249-4154-83B5-D9C102F80E7E}" dt="2021-08-22T09:11:24.604" v="289" actId="20577"/>
          <ac:spMkLst>
            <pc:docMk/>
            <pc:sldMk cId="1348918733" sldId="2147374722"/>
            <ac:spMk id="57" creationId="{AE14A6B3-06C3-4445-BE72-CE544EE24370}"/>
          </ac:spMkLst>
        </pc:spChg>
        <pc:spChg chg="mod">
          <ac:chgData name="Naveen" userId="66f3bce3-3aa9-44b8-9974-2f8e6f179b55" providerId="ADAL" clId="{C1369EDD-B249-4154-83B5-D9C102F80E7E}" dt="2021-08-22T09:07:51.505" v="249" actId="20577"/>
          <ac:spMkLst>
            <pc:docMk/>
            <pc:sldMk cId="1348918733" sldId="2147374722"/>
            <ac:spMk id="58" creationId="{D78DBA6C-AEC4-4673-99C6-6E1D1B863CD9}"/>
          </ac:spMkLst>
        </pc:spChg>
        <pc:spChg chg="mod">
          <ac:chgData name="Naveen" userId="66f3bce3-3aa9-44b8-9974-2f8e6f179b55" providerId="ADAL" clId="{C1369EDD-B249-4154-83B5-D9C102F80E7E}" dt="2021-08-22T09:17:15.659" v="318" actId="20577"/>
          <ac:spMkLst>
            <pc:docMk/>
            <pc:sldMk cId="1348918733" sldId="2147374722"/>
            <ac:spMk id="59" creationId="{04ADEEB2-34FB-43E7-9791-A1651DB3AA66}"/>
          </ac:spMkLst>
        </pc:spChg>
        <pc:spChg chg="mod ord">
          <ac:chgData name="Naveen" userId="66f3bce3-3aa9-44b8-9974-2f8e6f179b55" providerId="ADAL" clId="{C1369EDD-B249-4154-83B5-D9C102F80E7E}" dt="2021-08-22T09:08:32.828" v="255" actId="20577"/>
          <ac:spMkLst>
            <pc:docMk/>
            <pc:sldMk cId="1348918733" sldId="2147374722"/>
            <ac:spMk id="60" creationId="{890455F6-E162-4200-9552-20E3E1F71600}"/>
          </ac:spMkLst>
        </pc:spChg>
        <pc:spChg chg="mod">
          <ac:chgData name="Naveen" userId="66f3bce3-3aa9-44b8-9974-2f8e6f179b55" providerId="ADAL" clId="{C1369EDD-B249-4154-83B5-D9C102F80E7E}" dt="2021-08-22T09:04:58.252" v="227" actId="20577"/>
          <ac:spMkLst>
            <pc:docMk/>
            <pc:sldMk cId="1348918733" sldId="2147374722"/>
            <ac:spMk id="61" creationId="{A1818AE5-7A13-427B-8799-1CA2C4939D5B}"/>
          </ac:spMkLst>
        </pc:spChg>
        <pc:spChg chg="mod">
          <ac:chgData name="Naveen" userId="66f3bce3-3aa9-44b8-9974-2f8e6f179b55" providerId="ADAL" clId="{C1369EDD-B249-4154-83B5-D9C102F80E7E}" dt="2021-08-22T09:09:44.256" v="271" actId="20577"/>
          <ac:spMkLst>
            <pc:docMk/>
            <pc:sldMk cId="1348918733" sldId="2147374722"/>
            <ac:spMk id="62" creationId="{36BFE591-3F8B-41FD-8BAC-7256D9627132}"/>
          </ac:spMkLst>
        </pc:spChg>
        <pc:spChg chg="mod">
          <ac:chgData name="Naveen" userId="66f3bce3-3aa9-44b8-9974-2f8e6f179b55" providerId="ADAL" clId="{C1369EDD-B249-4154-83B5-D9C102F80E7E}" dt="2021-08-24T05:59:05.529" v="753" actId="20577"/>
          <ac:spMkLst>
            <pc:docMk/>
            <pc:sldMk cId="1348918733" sldId="2147374722"/>
            <ac:spMk id="64" creationId="{2E064DFB-86AC-4101-8605-CCB40EE6B414}"/>
          </ac:spMkLst>
        </pc:spChg>
        <pc:graphicFrameChg chg="mod">
          <ac:chgData name="Naveen" userId="66f3bce3-3aa9-44b8-9974-2f8e6f179b55" providerId="ADAL" clId="{C1369EDD-B249-4154-83B5-D9C102F80E7E}" dt="2021-08-22T09:17:40.462" v="322"/>
          <ac:graphicFrameMkLst>
            <pc:docMk/>
            <pc:sldMk cId="1348918733" sldId="2147374722"/>
            <ac:graphicFrameMk id="53" creationId="{2DE8E9FF-F274-473D-8EAB-5A858733E319}"/>
          </ac:graphicFrameMkLst>
        </pc:graphicFrameChg>
      </pc:sldChg>
      <pc:sldChg chg="addSp modSp mod">
        <pc:chgData name="Naveen" userId="66f3bce3-3aa9-44b8-9974-2f8e6f179b55" providerId="ADAL" clId="{C1369EDD-B249-4154-83B5-D9C102F80E7E}" dt="2021-08-24T05:58:03.802" v="746" actId="14100"/>
        <pc:sldMkLst>
          <pc:docMk/>
          <pc:sldMk cId="3277488643" sldId="2147374726"/>
        </pc:sldMkLst>
        <pc:spChg chg="mod">
          <ac:chgData name="Naveen" userId="66f3bce3-3aa9-44b8-9974-2f8e6f179b55" providerId="ADAL" clId="{C1369EDD-B249-4154-83B5-D9C102F80E7E}" dt="2021-08-22T10:29:35.396" v="471" actId="20577"/>
          <ac:spMkLst>
            <pc:docMk/>
            <pc:sldMk cId="3277488643" sldId="2147374726"/>
            <ac:spMk id="19" creationId="{AF7F503F-EB5C-48D3-9648-838013873628}"/>
          </ac:spMkLst>
        </pc:spChg>
        <pc:spChg chg="mod">
          <ac:chgData name="Naveen" userId="66f3bce3-3aa9-44b8-9974-2f8e6f179b55" providerId="ADAL" clId="{C1369EDD-B249-4154-83B5-D9C102F80E7E}" dt="2021-08-24T05:54:43.370" v="716" actId="20577"/>
          <ac:spMkLst>
            <pc:docMk/>
            <pc:sldMk cId="3277488643" sldId="2147374726"/>
            <ac:spMk id="24" creationId="{0A597689-C6FF-4F90-82E4-5194CFB034A7}"/>
          </ac:spMkLst>
        </pc:spChg>
        <pc:spChg chg="mod">
          <ac:chgData name="Naveen" userId="66f3bce3-3aa9-44b8-9974-2f8e6f179b55" providerId="ADAL" clId="{C1369EDD-B249-4154-83B5-D9C102F80E7E}" dt="2021-08-24T05:58:03.802" v="746" actId="14100"/>
          <ac:spMkLst>
            <pc:docMk/>
            <pc:sldMk cId="3277488643" sldId="2147374726"/>
            <ac:spMk id="25" creationId="{8FA3A416-1826-4753-B171-06180AAA7CFD}"/>
          </ac:spMkLst>
        </pc:spChg>
        <pc:graphicFrameChg chg="mod">
          <ac:chgData name="Naveen" userId="66f3bce3-3aa9-44b8-9974-2f8e6f179b55" providerId="ADAL" clId="{C1369EDD-B249-4154-83B5-D9C102F80E7E}" dt="2021-08-22T08:43:00.078" v="112"/>
          <ac:graphicFrameMkLst>
            <pc:docMk/>
            <pc:sldMk cId="3277488643" sldId="2147374726"/>
            <ac:graphicFrameMk id="9" creationId="{28A86F91-6D14-4E76-B97F-AC41B05F03CE}"/>
          </ac:graphicFrameMkLst>
        </pc:graphicFrameChg>
        <pc:graphicFrameChg chg="mod modGraphic">
          <ac:chgData name="Naveen" userId="66f3bce3-3aa9-44b8-9974-2f8e6f179b55" providerId="ADAL" clId="{C1369EDD-B249-4154-83B5-D9C102F80E7E}" dt="2021-08-24T05:57:31.735" v="732" actId="5793"/>
          <ac:graphicFrameMkLst>
            <pc:docMk/>
            <pc:sldMk cId="3277488643" sldId="2147374726"/>
            <ac:graphicFrameMk id="11" creationId="{C0EEF920-185F-488C-8418-ACAAE6028350}"/>
          </ac:graphicFrameMkLst>
        </pc:graphicFrameChg>
        <pc:graphicFrameChg chg="add mod">
          <ac:chgData name="Naveen" userId="66f3bce3-3aa9-44b8-9974-2f8e6f179b55" providerId="ADAL" clId="{C1369EDD-B249-4154-83B5-D9C102F80E7E}" dt="2021-08-22T08:48:08.214" v="133"/>
          <ac:graphicFrameMkLst>
            <pc:docMk/>
            <pc:sldMk cId="3277488643" sldId="2147374726"/>
            <ac:graphicFrameMk id="12" creationId="{7A9B3499-69B6-4778-8437-0EAD781A75D6}"/>
          </ac:graphicFrameMkLst>
        </pc:graphicFrameChg>
        <pc:graphicFrameChg chg="add mod">
          <ac:chgData name="Naveen" userId="66f3bce3-3aa9-44b8-9974-2f8e6f179b55" providerId="ADAL" clId="{C1369EDD-B249-4154-83B5-D9C102F80E7E}" dt="2021-08-22T08:47:49.867" v="130"/>
          <ac:graphicFrameMkLst>
            <pc:docMk/>
            <pc:sldMk cId="3277488643" sldId="2147374726"/>
            <ac:graphicFrameMk id="13" creationId="{B7919066-FA5E-4B29-880C-671C36A6122B}"/>
          </ac:graphicFrameMkLst>
        </pc:graphicFrameChg>
        <pc:graphicFrameChg chg="mod">
          <ac:chgData name="Naveen" userId="66f3bce3-3aa9-44b8-9974-2f8e6f179b55" providerId="ADAL" clId="{C1369EDD-B249-4154-83B5-D9C102F80E7E}" dt="2021-08-22T08:45:25.711" v="119"/>
          <ac:graphicFrameMkLst>
            <pc:docMk/>
            <pc:sldMk cId="3277488643" sldId="2147374726"/>
            <ac:graphicFrameMk id="21" creationId="{8197DD8D-E5FD-4C93-BF31-BD650AE93223}"/>
          </ac:graphicFrameMkLst>
        </pc:graphicFrameChg>
      </pc:sldChg>
      <pc:sldChg chg="addSp modSp mod">
        <pc:chgData name="Naveen" userId="66f3bce3-3aa9-44b8-9974-2f8e6f179b55" providerId="ADAL" clId="{C1369EDD-B249-4154-83B5-D9C102F80E7E}" dt="2021-08-22T10:37:00.089" v="538" actId="20577"/>
        <pc:sldMkLst>
          <pc:docMk/>
          <pc:sldMk cId="2428809465" sldId="2147374727"/>
        </pc:sldMkLst>
        <pc:spChg chg="mod">
          <ac:chgData name="Naveen" userId="66f3bce3-3aa9-44b8-9974-2f8e6f179b55" providerId="ADAL" clId="{C1369EDD-B249-4154-83B5-D9C102F80E7E}" dt="2021-08-22T10:37:00.089" v="538" actId="20577"/>
          <ac:spMkLst>
            <pc:docMk/>
            <pc:sldMk cId="2428809465" sldId="2147374727"/>
            <ac:spMk id="16" creationId="{E1D217EE-0978-49FF-938F-CBA9420506F6}"/>
          </ac:spMkLst>
        </pc:spChg>
        <pc:spChg chg="mod">
          <ac:chgData name="Naveen" userId="66f3bce3-3aa9-44b8-9974-2f8e6f179b55" providerId="ADAL" clId="{C1369EDD-B249-4154-83B5-D9C102F80E7E}" dt="2021-08-22T10:35:56.871" v="513" actId="20577"/>
          <ac:spMkLst>
            <pc:docMk/>
            <pc:sldMk cId="2428809465" sldId="2147374727"/>
            <ac:spMk id="20" creationId="{E3E5F7DE-27DA-44C3-9B0D-6434A5E07C27}"/>
          </ac:spMkLst>
        </pc:spChg>
        <pc:spChg chg="mod">
          <ac:chgData name="Naveen" userId="66f3bce3-3aa9-44b8-9974-2f8e6f179b55" providerId="ADAL" clId="{C1369EDD-B249-4154-83B5-D9C102F80E7E}" dt="2021-08-22T10:02:55.359" v="423"/>
          <ac:spMkLst>
            <pc:docMk/>
            <pc:sldMk cId="2428809465" sldId="2147374727"/>
            <ac:spMk id="25" creationId="{7DC477F2-4E0D-46E6-B53A-83EC04B75061}"/>
          </ac:spMkLst>
        </pc:spChg>
        <pc:spChg chg="mod">
          <ac:chgData name="Naveen" userId="66f3bce3-3aa9-44b8-9974-2f8e6f179b55" providerId="ADAL" clId="{C1369EDD-B249-4154-83B5-D9C102F80E7E}" dt="2021-08-22T10:02:55.359" v="423"/>
          <ac:spMkLst>
            <pc:docMk/>
            <pc:sldMk cId="2428809465" sldId="2147374727"/>
            <ac:spMk id="26" creationId="{F84B085C-45C0-42C4-BAC9-57C17E913F73}"/>
          </ac:spMkLst>
        </pc:spChg>
        <pc:spChg chg="mod">
          <ac:chgData name="Naveen" userId="66f3bce3-3aa9-44b8-9974-2f8e6f179b55" providerId="ADAL" clId="{C1369EDD-B249-4154-83B5-D9C102F80E7E}" dt="2021-08-22T10:36:07.653" v="518" actId="20577"/>
          <ac:spMkLst>
            <pc:docMk/>
            <pc:sldMk cId="2428809465" sldId="2147374727"/>
            <ac:spMk id="33" creationId="{44E21208-ABC8-4574-B675-FD7489C8A824}"/>
          </ac:spMkLst>
        </pc:spChg>
        <pc:spChg chg="mod">
          <ac:chgData name="Naveen" userId="66f3bce3-3aa9-44b8-9974-2f8e6f179b55" providerId="ADAL" clId="{C1369EDD-B249-4154-83B5-D9C102F80E7E}" dt="2021-08-22T10:36:14.469" v="523" actId="20577"/>
          <ac:spMkLst>
            <pc:docMk/>
            <pc:sldMk cId="2428809465" sldId="2147374727"/>
            <ac:spMk id="34" creationId="{DF7C033B-7CA4-4AEB-A597-FE819B00370D}"/>
          </ac:spMkLst>
        </pc:spChg>
        <pc:spChg chg="mod">
          <ac:chgData name="Naveen" userId="66f3bce3-3aa9-44b8-9974-2f8e6f179b55" providerId="ADAL" clId="{C1369EDD-B249-4154-83B5-D9C102F80E7E}" dt="2021-08-22T10:36:24.008" v="528" actId="20577"/>
          <ac:spMkLst>
            <pc:docMk/>
            <pc:sldMk cId="2428809465" sldId="2147374727"/>
            <ac:spMk id="35" creationId="{A7CC6305-D1B6-418C-A765-479D61FB98C1}"/>
          </ac:spMkLst>
        </pc:spChg>
        <pc:spChg chg="mod">
          <ac:chgData name="Naveen" userId="66f3bce3-3aa9-44b8-9974-2f8e6f179b55" providerId="ADAL" clId="{C1369EDD-B249-4154-83B5-D9C102F80E7E}" dt="2021-08-22T10:36:33.549" v="532" actId="20577"/>
          <ac:spMkLst>
            <pc:docMk/>
            <pc:sldMk cId="2428809465" sldId="2147374727"/>
            <ac:spMk id="37" creationId="{F5E0D548-EE6A-4CA3-9FFC-AE19E9A1D7D3}"/>
          </ac:spMkLst>
        </pc:spChg>
        <pc:grpChg chg="add mod">
          <ac:chgData name="Naveen" userId="66f3bce3-3aa9-44b8-9974-2f8e6f179b55" providerId="ADAL" clId="{C1369EDD-B249-4154-83B5-D9C102F80E7E}" dt="2021-08-22T10:02:55.359" v="423"/>
          <ac:grpSpMkLst>
            <pc:docMk/>
            <pc:sldMk cId="2428809465" sldId="2147374727"/>
            <ac:grpSpMk id="24" creationId="{ECBF6C39-24A6-4AA2-A3B9-3E950DAB57AB}"/>
          </ac:grpSpMkLst>
        </pc:grpChg>
      </pc:sldChg>
      <pc:sldChg chg="del">
        <pc:chgData name="Naveen" userId="66f3bce3-3aa9-44b8-9974-2f8e6f179b55" providerId="ADAL" clId="{C1369EDD-B249-4154-83B5-D9C102F80E7E}" dt="2021-08-24T06:00:53.904" v="762" actId="47"/>
        <pc:sldMkLst>
          <pc:docMk/>
          <pc:sldMk cId="4116699337" sldId="2147374728"/>
        </pc:sldMkLst>
      </pc:sldChg>
      <pc:sldChg chg="delSp modSp mod">
        <pc:chgData name="Naveen" userId="66f3bce3-3aa9-44b8-9974-2f8e6f179b55" providerId="ADAL" clId="{C1369EDD-B249-4154-83B5-D9C102F80E7E}" dt="2021-08-24T05:54:09.659" v="714" actId="13926"/>
        <pc:sldMkLst>
          <pc:docMk/>
          <pc:sldMk cId="312255947" sldId="2147374729"/>
        </pc:sldMkLst>
        <pc:spChg chg="mod">
          <ac:chgData name="Naveen" userId="66f3bce3-3aa9-44b8-9974-2f8e6f179b55" providerId="ADAL" clId="{C1369EDD-B249-4154-83B5-D9C102F80E7E}" dt="2021-08-24T05:54:09.659" v="714" actId="13926"/>
          <ac:spMkLst>
            <pc:docMk/>
            <pc:sldMk cId="312255947" sldId="2147374729"/>
            <ac:spMk id="19" creationId="{3534B4A4-665E-4FF3-815B-11307CE3BB3C}"/>
          </ac:spMkLst>
        </pc:spChg>
        <pc:graphicFrameChg chg="del">
          <ac:chgData name="Naveen" userId="66f3bce3-3aa9-44b8-9974-2f8e6f179b55" providerId="ADAL" clId="{C1369EDD-B249-4154-83B5-D9C102F80E7E}" dt="2021-08-22T08:34:26.163" v="0" actId="478"/>
          <ac:graphicFrameMkLst>
            <pc:docMk/>
            <pc:sldMk cId="312255947" sldId="2147374729"/>
            <ac:graphicFrameMk id="4" creationId="{0803D293-139A-4494-8024-747D301898F7}"/>
          </ac:graphicFrameMkLst>
        </pc:graphicFrameChg>
      </pc:sldChg>
      <pc:sldChg chg="del">
        <pc:chgData name="Naveen" userId="66f3bce3-3aa9-44b8-9974-2f8e6f179b55" providerId="ADAL" clId="{C1369EDD-B249-4154-83B5-D9C102F80E7E}" dt="2021-08-24T06:00:19.469" v="758" actId="47"/>
        <pc:sldMkLst>
          <pc:docMk/>
          <pc:sldMk cId="1753245967" sldId="2147374737"/>
        </pc:sldMkLst>
      </pc:sldChg>
      <pc:sldChg chg="del">
        <pc:chgData name="Naveen" userId="66f3bce3-3aa9-44b8-9974-2f8e6f179b55" providerId="ADAL" clId="{C1369EDD-B249-4154-83B5-D9C102F80E7E}" dt="2021-08-24T06:00:20.949" v="759" actId="47"/>
        <pc:sldMkLst>
          <pc:docMk/>
          <pc:sldMk cId="2613502441" sldId="2147374738"/>
        </pc:sldMkLst>
      </pc:sldChg>
      <pc:sldChg chg="del">
        <pc:chgData name="Naveen" userId="66f3bce3-3aa9-44b8-9974-2f8e6f179b55" providerId="ADAL" clId="{C1369EDD-B249-4154-83B5-D9C102F80E7E}" dt="2021-08-24T06:00:21.764" v="760" actId="47"/>
        <pc:sldMkLst>
          <pc:docMk/>
          <pc:sldMk cId="2592403568" sldId="2147374739"/>
        </pc:sldMkLst>
      </pc:sldChg>
      <pc:sldChg chg="del">
        <pc:chgData name="Naveen" userId="66f3bce3-3aa9-44b8-9974-2f8e6f179b55" providerId="ADAL" clId="{C1369EDD-B249-4154-83B5-D9C102F80E7E}" dt="2021-08-24T06:00:34.109" v="761" actId="47"/>
        <pc:sldMkLst>
          <pc:docMk/>
          <pc:sldMk cId="378855918" sldId="2147374740"/>
        </pc:sldMkLst>
      </pc:sldChg>
      <pc:sldChg chg="modSp add mod">
        <pc:chgData name="Naveen" userId="66f3bce3-3aa9-44b8-9974-2f8e6f179b55" providerId="ADAL" clId="{C1369EDD-B249-4154-83B5-D9C102F80E7E}" dt="2021-08-24T05:59:19.795" v="757" actId="20577"/>
        <pc:sldMkLst>
          <pc:docMk/>
          <pc:sldMk cId="88839299" sldId="2147374741"/>
        </pc:sldMkLst>
        <pc:spChg chg="mod">
          <ac:chgData name="Naveen" userId="66f3bce3-3aa9-44b8-9974-2f8e6f179b55" providerId="ADAL" clId="{C1369EDD-B249-4154-83B5-D9C102F80E7E}" dt="2021-08-22T09:25:29.444" v="377" actId="20577"/>
          <ac:spMkLst>
            <pc:docMk/>
            <pc:sldMk cId="88839299" sldId="2147374741"/>
            <ac:spMk id="42" creationId="{1089CAA0-5AC6-4416-A0F7-69FBC4DB793D}"/>
          </ac:spMkLst>
        </pc:spChg>
        <pc:spChg chg="mod">
          <ac:chgData name="Naveen" userId="66f3bce3-3aa9-44b8-9974-2f8e6f179b55" providerId="ADAL" clId="{C1369EDD-B249-4154-83B5-D9C102F80E7E}" dt="2021-08-22T09:26:05.488" v="387" actId="20577"/>
          <ac:spMkLst>
            <pc:docMk/>
            <pc:sldMk cId="88839299" sldId="2147374741"/>
            <ac:spMk id="44" creationId="{2C24ED2E-88C5-4E59-A567-AF77BB9235D7}"/>
          </ac:spMkLst>
        </pc:spChg>
        <pc:spChg chg="mod">
          <ac:chgData name="Naveen" userId="66f3bce3-3aa9-44b8-9974-2f8e6f179b55" providerId="ADAL" clId="{C1369EDD-B249-4154-83B5-D9C102F80E7E}" dt="2021-08-22T09:25:32.876" v="381" actId="20577"/>
          <ac:spMkLst>
            <pc:docMk/>
            <pc:sldMk cId="88839299" sldId="2147374741"/>
            <ac:spMk id="46" creationId="{A85D9ED1-4C17-4D1E-B489-EC29CA25F400}"/>
          </ac:spMkLst>
        </pc:spChg>
        <pc:spChg chg="mod">
          <ac:chgData name="Naveen" userId="66f3bce3-3aa9-44b8-9974-2f8e6f179b55" providerId="ADAL" clId="{C1369EDD-B249-4154-83B5-D9C102F80E7E}" dt="2021-08-22T09:23:10.011" v="347" actId="20577"/>
          <ac:spMkLst>
            <pc:docMk/>
            <pc:sldMk cId="88839299" sldId="2147374741"/>
            <ac:spMk id="54" creationId="{2031078F-225C-4B51-A697-4BDCA2AF362A}"/>
          </ac:spMkLst>
        </pc:spChg>
        <pc:spChg chg="mod">
          <ac:chgData name="Naveen" userId="66f3bce3-3aa9-44b8-9974-2f8e6f179b55" providerId="ADAL" clId="{C1369EDD-B249-4154-83B5-D9C102F80E7E}" dt="2021-08-22T09:26:55.189" v="399" actId="20577"/>
          <ac:spMkLst>
            <pc:docMk/>
            <pc:sldMk cId="88839299" sldId="2147374741"/>
            <ac:spMk id="55" creationId="{CAC6D4FA-1386-4DAF-A1DB-1E3BE2B8B891}"/>
          </ac:spMkLst>
        </pc:spChg>
        <pc:spChg chg="mod">
          <ac:chgData name="Naveen" userId="66f3bce3-3aa9-44b8-9974-2f8e6f179b55" providerId="ADAL" clId="{C1369EDD-B249-4154-83B5-D9C102F80E7E}" dt="2021-08-22T09:23:40.651" v="355" actId="20577"/>
          <ac:spMkLst>
            <pc:docMk/>
            <pc:sldMk cId="88839299" sldId="2147374741"/>
            <ac:spMk id="56" creationId="{2C728D43-6052-4B06-A544-D18A9896BD13}"/>
          </ac:spMkLst>
        </pc:spChg>
        <pc:spChg chg="mod">
          <ac:chgData name="Naveen" userId="66f3bce3-3aa9-44b8-9974-2f8e6f179b55" providerId="ADAL" clId="{C1369EDD-B249-4154-83B5-D9C102F80E7E}" dt="2021-08-22T09:27:26.963" v="405" actId="20577"/>
          <ac:spMkLst>
            <pc:docMk/>
            <pc:sldMk cId="88839299" sldId="2147374741"/>
            <ac:spMk id="57" creationId="{AE14A6B3-06C3-4445-BE72-CE544EE24370}"/>
          </ac:spMkLst>
        </pc:spChg>
        <pc:spChg chg="mod">
          <ac:chgData name="Naveen" userId="66f3bce3-3aa9-44b8-9974-2f8e6f179b55" providerId="ADAL" clId="{C1369EDD-B249-4154-83B5-D9C102F80E7E}" dt="2021-08-22T09:24:13.378" v="359" actId="20577"/>
          <ac:spMkLst>
            <pc:docMk/>
            <pc:sldMk cId="88839299" sldId="2147374741"/>
            <ac:spMk id="58" creationId="{D78DBA6C-AEC4-4673-99C6-6E1D1B863CD9}"/>
          </ac:spMkLst>
        </pc:spChg>
        <pc:spChg chg="mod">
          <ac:chgData name="Naveen" userId="66f3bce3-3aa9-44b8-9974-2f8e6f179b55" providerId="ADAL" clId="{C1369EDD-B249-4154-83B5-D9C102F80E7E}" dt="2021-08-22T09:27:57.907" v="415" actId="20577"/>
          <ac:spMkLst>
            <pc:docMk/>
            <pc:sldMk cId="88839299" sldId="2147374741"/>
            <ac:spMk id="59" creationId="{04ADEEB2-34FB-43E7-9791-A1651DB3AA66}"/>
          </ac:spMkLst>
        </pc:spChg>
        <pc:spChg chg="mod">
          <ac:chgData name="Naveen" userId="66f3bce3-3aa9-44b8-9974-2f8e6f179b55" providerId="ADAL" clId="{C1369EDD-B249-4154-83B5-D9C102F80E7E}" dt="2021-08-22T09:24:32.105" v="363" actId="20577"/>
          <ac:spMkLst>
            <pc:docMk/>
            <pc:sldMk cId="88839299" sldId="2147374741"/>
            <ac:spMk id="60" creationId="{890455F6-E162-4200-9552-20E3E1F71600}"/>
          </ac:spMkLst>
        </pc:spChg>
        <pc:spChg chg="mod">
          <ac:chgData name="Naveen" userId="66f3bce3-3aa9-44b8-9974-2f8e6f179b55" providerId="ADAL" clId="{C1369EDD-B249-4154-83B5-D9C102F80E7E}" dt="2021-08-22T09:22:34.624" v="339" actId="20577"/>
          <ac:spMkLst>
            <pc:docMk/>
            <pc:sldMk cId="88839299" sldId="2147374741"/>
            <ac:spMk id="61" creationId="{A1818AE5-7A13-427B-8799-1CA2C4939D5B}"/>
          </ac:spMkLst>
        </pc:spChg>
        <pc:spChg chg="mod">
          <ac:chgData name="Naveen" userId="66f3bce3-3aa9-44b8-9974-2f8e6f179b55" providerId="ADAL" clId="{C1369EDD-B249-4154-83B5-D9C102F80E7E}" dt="2021-08-22T09:28:40.055" v="421" actId="20577"/>
          <ac:spMkLst>
            <pc:docMk/>
            <pc:sldMk cId="88839299" sldId="2147374741"/>
            <ac:spMk id="62" creationId="{36BFE591-3F8B-41FD-8BAC-7256D9627132}"/>
          </ac:spMkLst>
        </pc:spChg>
        <pc:spChg chg="mod">
          <ac:chgData name="Naveen" userId="66f3bce3-3aa9-44b8-9974-2f8e6f179b55" providerId="ADAL" clId="{C1369EDD-B249-4154-83B5-D9C102F80E7E}" dt="2021-08-22T09:17:57.148" v="326" actId="20577"/>
          <ac:spMkLst>
            <pc:docMk/>
            <pc:sldMk cId="88839299" sldId="2147374741"/>
            <ac:spMk id="63" creationId="{F9C03E66-3F1B-4CB1-9C8B-7A7BB625A9DD}"/>
          </ac:spMkLst>
        </pc:spChg>
        <pc:spChg chg="mod">
          <ac:chgData name="Naveen" userId="66f3bce3-3aa9-44b8-9974-2f8e6f179b55" providerId="ADAL" clId="{C1369EDD-B249-4154-83B5-D9C102F80E7E}" dt="2021-08-24T05:59:19.795" v="757" actId="20577"/>
          <ac:spMkLst>
            <pc:docMk/>
            <pc:sldMk cId="88839299" sldId="2147374741"/>
            <ac:spMk id="64" creationId="{2E064DFB-86AC-4101-8605-CCB40EE6B414}"/>
          </ac:spMkLst>
        </pc:spChg>
      </pc:sldChg>
      <pc:sldChg chg="modSp add del mod">
        <pc:chgData name="Naveen" userId="66f3bce3-3aa9-44b8-9974-2f8e6f179b55" providerId="ADAL" clId="{C1369EDD-B249-4154-83B5-D9C102F80E7E}" dt="2021-08-22T09:17:12.181" v="316"/>
        <pc:sldMkLst>
          <pc:docMk/>
          <pc:sldMk cId="3542359340" sldId="2147374741"/>
        </pc:sldMkLst>
        <pc:spChg chg="mod">
          <ac:chgData name="Naveen" userId="66f3bce3-3aa9-44b8-9974-2f8e6f179b55" providerId="ADAL" clId="{C1369EDD-B249-4154-83B5-D9C102F80E7E}" dt="2021-08-22T09:17:11.799" v="315" actId="20577"/>
          <ac:spMkLst>
            <pc:docMk/>
            <pc:sldMk cId="3542359340" sldId="2147374741"/>
            <ac:spMk id="63" creationId="{F9C03E66-3F1B-4CB1-9C8B-7A7BB625A9DD}"/>
          </ac:spMkLst>
        </pc:spChg>
      </pc:sldChg>
      <pc:sldChg chg="add del">
        <pc:chgData name="Naveen" userId="66f3bce3-3aa9-44b8-9974-2f8e6f179b55" providerId="ADAL" clId="{C1369EDD-B249-4154-83B5-D9C102F80E7E}" dt="2021-08-22T08:35:22.722" v="3" actId="47"/>
        <pc:sldMkLst>
          <pc:docMk/>
          <pc:sldMk cId="4023330727" sldId="2147374741"/>
        </pc:sldMkLst>
      </pc:sldChg>
      <pc:sldChg chg="add del">
        <pc:chgData name="Naveen" userId="66f3bce3-3aa9-44b8-9974-2f8e6f179b55" providerId="ADAL" clId="{C1369EDD-B249-4154-83B5-D9C102F80E7E}" dt="2021-08-22T09:03:44.365" v="223" actId="47"/>
        <pc:sldMkLst>
          <pc:docMk/>
          <pc:sldMk cId="4278422904" sldId="2147374741"/>
        </pc:sldMkLst>
      </pc:sldChg>
      <pc:sldChg chg="addSp modSp add mod">
        <pc:chgData name="Naveen" userId="66f3bce3-3aa9-44b8-9974-2f8e6f179b55" providerId="ADAL" clId="{C1369EDD-B249-4154-83B5-D9C102F80E7E}" dt="2021-08-24T06:04:29.602" v="778" actId="1076"/>
        <pc:sldMkLst>
          <pc:docMk/>
          <pc:sldMk cId="427172134" sldId="2147374742"/>
        </pc:sldMkLst>
        <pc:spChg chg="mod">
          <ac:chgData name="Naveen" userId="66f3bce3-3aa9-44b8-9974-2f8e6f179b55" providerId="ADAL" clId="{C1369EDD-B249-4154-83B5-D9C102F80E7E}" dt="2021-08-22T10:44:47.133" v="613" actId="20577"/>
          <ac:spMkLst>
            <pc:docMk/>
            <pc:sldMk cId="427172134" sldId="2147374742"/>
            <ac:spMk id="16" creationId="{E1D217EE-0978-49FF-938F-CBA9420506F6}"/>
          </ac:spMkLst>
        </pc:spChg>
        <pc:spChg chg="mod">
          <ac:chgData name="Naveen" userId="66f3bce3-3aa9-44b8-9974-2f8e6f179b55" providerId="ADAL" clId="{C1369EDD-B249-4154-83B5-D9C102F80E7E}" dt="2021-08-22T10:44:00.498" v="590" actId="20577"/>
          <ac:spMkLst>
            <pc:docMk/>
            <pc:sldMk cId="427172134" sldId="2147374742"/>
            <ac:spMk id="20" creationId="{E3E5F7DE-27DA-44C3-9B0D-6434A5E07C27}"/>
          </ac:spMkLst>
        </pc:spChg>
        <pc:spChg chg="mod">
          <ac:chgData name="Naveen" userId="66f3bce3-3aa9-44b8-9974-2f8e6f179b55" providerId="ADAL" clId="{C1369EDD-B249-4154-83B5-D9C102F80E7E}" dt="2021-08-22T10:03:02.920" v="424"/>
          <ac:spMkLst>
            <pc:docMk/>
            <pc:sldMk cId="427172134" sldId="2147374742"/>
            <ac:spMk id="25" creationId="{DC6CC34A-4B1A-43F1-9D80-80852D385811}"/>
          </ac:spMkLst>
        </pc:spChg>
        <pc:spChg chg="mod">
          <ac:chgData name="Naveen" userId="66f3bce3-3aa9-44b8-9974-2f8e6f179b55" providerId="ADAL" clId="{C1369EDD-B249-4154-83B5-D9C102F80E7E}" dt="2021-08-22T10:03:02.920" v="424"/>
          <ac:spMkLst>
            <pc:docMk/>
            <pc:sldMk cId="427172134" sldId="2147374742"/>
            <ac:spMk id="26" creationId="{669BDBB6-1AB2-4EE6-96EE-B5D4449AB264}"/>
          </ac:spMkLst>
        </pc:spChg>
        <pc:spChg chg="mod">
          <ac:chgData name="Naveen" userId="66f3bce3-3aa9-44b8-9974-2f8e6f179b55" providerId="ADAL" clId="{C1369EDD-B249-4154-83B5-D9C102F80E7E}" dt="2021-08-22T10:44:07.094" v="595" actId="20577"/>
          <ac:spMkLst>
            <pc:docMk/>
            <pc:sldMk cId="427172134" sldId="2147374742"/>
            <ac:spMk id="33" creationId="{44E21208-ABC8-4574-B675-FD7489C8A824}"/>
          </ac:spMkLst>
        </pc:spChg>
        <pc:spChg chg="mod">
          <ac:chgData name="Naveen" userId="66f3bce3-3aa9-44b8-9974-2f8e6f179b55" providerId="ADAL" clId="{C1369EDD-B249-4154-83B5-D9C102F80E7E}" dt="2021-08-22T10:44:15.805" v="600" actId="20577"/>
          <ac:spMkLst>
            <pc:docMk/>
            <pc:sldMk cId="427172134" sldId="2147374742"/>
            <ac:spMk id="34" creationId="{DF7C033B-7CA4-4AEB-A597-FE819B00370D}"/>
          </ac:spMkLst>
        </pc:spChg>
        <pc:spChg chg="mod">
          <ac:chgData name="Naveen" userId="66f3bce3-3aa9-44b8-9974-2f8e6f179b55" providerId="ADAL" clId="{C1369EDD-B249-4154-83B5-D9C102F80E7E}" dt="2021-08-22T10:44:26.895" v="605" actId="20577"/>
          <ac:spMkLst>
            <pc:docMk/>
            <pc:sldMk cId="427172134" sldId="2147374742"/>
            <ac:spMk id="35" creationId="{A7CC6305-D1B6-418C-A765-479D61FB98C1}"/>
          </ac:spMkLst>
        </pc:spChg>
        <pc:spChg chg="mod">
          <ac:chgData name="Naveen" userId="66f3bce3-3aa9-44b8-9974-2f8e6f179b55" providerId="ADAL" clId="{C1369EDD-B249-4154-83B5-D9C102F80E7E}" dt="2021-08-22T10:38:10.748" v="549" actId="20577"/>
          <ac:spMkLst>
            <pc:docMk/>
            <pc:sldMk cId="427172134" sldId="2147374742"/>
            <ac:spMk id="37" creationId="{F5E0D548-EE6A-4CA3-9FFC-AE19E9A1D7D3}"/>
          </ac:spMkLst>
        </pc:spChg>
        <pc:grpChg chg="add mod">
          <ac:chgData name="Naveen" userId="66f3bce3-3aa9-44b8-9974-2f8e6f179b55" providerId="ADAL" clId="{C1369EDD-B249-4154-83B5-D9C102F80E7E}" dt="2021-08-22T10:03:02.920" v="424"/>
          <ac:grpSpMkLst>
            <pc:docMk/>
            <pc:sldMk cId="427172134" sldId="2147374742"/>
            <ac:grpSpMk id="24" creationId="{D9686982-386C-4AF3-92BD-D388B17AA7B0}"/>
          </ac:grpSpMkLst>
        </pc:grpChg>
        <pc:grpChg chg="mod">
          <ac:chgData name="Naveen" userId="66f3bce3-3aa9-44b8-9974-2f8e6f179b55" providerId="ADAL" clId="{C1369EDD-B249-4154-83B5-D9C102F80E7E}" dt="2021-08-24T06:04:22.516" v="777" actId="14100"/>
          <ac:grpSpMkLst>
            <pc:docMk/>
            <pc:sldMk cId="427172134" sldId="2147374742"/>
            <ac:grpSpMk id="50" creationId="{BF123F1B-91F0-4C0A-86EE-859C204173F7}"/>
          </ac:grpSpMkLst>
        </pc:grpChg>
        <pc:graphicFrameChg chg="mod">
          <ac:chgData name="Naveen" userId="66f3bce3-3aa9-44b8-9974-2f8e6f179b55" providerId="ADAL" clId="{C1369EDD-B249-4154-83B5-D9C102F80E7E}" dt="2021-08-24T06:04:22.516" v="777" actId="14100"/>
          <ac:graphicFrameMkLst>
            <pc:docMk/>
            <pc:sldMk cId="427172134" sldId="2147374742"/>
            <ac:graphicFrameMk id="46" creationId="{40FCF4F3-FE62-4538-9BFB-A82F76EFA15F}"/>
          </ac:graphicFrameMkLst>
        </pc:graphicFrameChg>
        <pc:graphicFrameChg chg="mod">
          <ac:chgData name="Naveen" userId="66f3bce3-3aa9-44b8-9974-2f8e6f179b55" providerId="ADAL" clId="{C1369EDD-B249-4154-83B5-D9C102F80E7E}" dt="2021-08-24T06:04:22.516" v="777" actId="14100"/>
          <ac:graphicFrameMkLst>
            <pc:docMk/>
            <pc:sldMk cId="427172134" sldId="2147374742"/>
            <ac:graphicFrameMk id="47" creationId="{A02DBE5F-41C2-44DB-86C5-BCA0B211D674}"/>
          </ac:graphicFrameMkLst>
        </pc:graphicFrameChg>
        <pc:graphicFrameChg chg="mod">
          <ac:chgData name="Naveen" userId="66f3bce3-3aa9-44b8-9974-2f8e6f179b55" providerId="ADAL" clId="{C1369EDD-B249-4154-83B5-D9C102F80E7E}" dt="2021-08-24T06:04:22.516" v="777" actId="14100"/>
          <ac:graphicFrameMkLst>
            <pc:docMk/>
            <pc:sldMk cId="427172134" sldId="2147374742"/>
            <ac:graphicFrameMk id="48" creationId="{7E75AA3A-3CF5-4EF2-A1C4-7E6D08ABFF2F}"/>
          </ac:graphicFrameMkLst>
        </pc:graphicFrameChg>
        <pc:graphicFrameChg chg="mod">
          <ac:chgData name="Naveen" userId="66f3bce3-3aa9-44b8-9974-2f8e6f179b55" providerId="ADAL" clId="{C1369EDD-B249-4154-83B5-D9C102F80E7E}" dt="2021-08-24T06:04:29.602" v="778" actId="1076"/>
          <ac:graphicFrameMkLst>
            <pc:docMk/>
            <pc:sldMk cId="427172134" sldId="2147374742"/>
            <ac:graphicFrameMk id="49" creationId="{659E769D-0F2B-4F14-8B31-2A3758C9E32C}"/>
          </ac:graphicFrameMkLst>
        </pc:graphicFrameChg>
      </pc:sldChg>
      <pc:sldChg chg="add del">
        <pc:chgData name="Naveen" userId="66f3bce3-3aa9-44b8-9974-2f8e6f179b55" providerId="ADAL" clId="{C1369EDD-B249-4154-83B5-D9C102F80E7E}" dt="2021-08-22T08:35:27.128" v="4" actId="47"/>
        <pc:sldMkLst>
          <pc:docMk/>
          <pc:sldMk cId="1637046238" sldId="214737474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Tenure&lt;90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0.62416701972567268</c:v>
                </c:pt>
                <c:pt idx="1">
                  <c:v>0.56110986961796938</c:v>
                </c:pt>
                <c:pt idx="2">
                  <c:v>0.52124116608490834</c:v>
                </c:pt>
                <c:pt idx="3">
                  <c:v>0.37863995718922827</c:v>
                </c:pt>
                <c:pt idx="4">
                  <c:v>0.1906641278883428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C8-43F0-8E51-6320050ABF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4985162728184425E-3"/>
                  <c:y val="-0.1460650861127113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C8-43F0-8E51-6320050ABF91}"/>
                </c:ext>
              </c:extLst>
            </c:dLbl>
            <c:dLbl>
              <c:idx val="1"/>
              <c:layout>
                <c:manualLayout>
                  <c:x val="2.124629068204608E-3"/>
                  <c:y val="-0.1262837448600543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8C8-43F0-8E51-6320050ABF91}"/>
                </c:ext>
              </c:extLst>
            </c:dLbl>
            <c:dLbl>
              <c:idx val="2"/>
              <c:layout>
                <c:manualLayout>
                  <c:x val="-7.7902165901700812E-17"/>
                  <c:y val="-8.304302159273753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8C8-43F0-8E51-6320050ABF91}"/>
                </c:ext>
              </c:extLst>
            </c:dLbl>
            <c:dLbl>
              <c:idx val="3"/>
              <c:layout>
                <c:manualLayout>
                  <c:x val="-4.2492581364092941E-3"/>
                  <c:y val="-0.1144823553366044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38C8-43F0-8E51-6320050ABF91}"/>
                </c:ext>
              </c:extLst>
            </c:dLbl>
            <c:dLbl>
              <c:idx val="4"/>
              <c:layout>
                <c:manualLayout>
                  <c:x val="0"/>
                  <c:y val="-7.11454132814207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D80-4ABC-9B71-70FBA0FEFE3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0.60932293369945267</c:v>
                </c:pt>
                <c:pt idx="1">
                  <c:v>0.55891861287631805</c:v>
                </c:pt>
                <c:pt idx="2">
                  <c:v>0.52211086731966916</c:v>
                </c:pt>
                <c:pt idx="3">
                  <c:v>0.37409166478180506</c:v>
                </c:pt>
                <c:pt idx="4">
                  <c:v>0.19646134641067126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8C8-43F0-8E51-6320050ABF9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3.8243323227682945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13-4B37-8CE3-13F9AC312D94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0.61814571573245014</c:v>
                </c:pt>
                <c:pt idx="1">
                  <c:v>0.56362314320555307</c:v>
                </c:pt>
                <c:pt idx="2">
                  <c:v>0.51856218222101536</c:v>
                </c:pt>
                <c:pt idx="3">
                  <c:v>0.38324172559165687</c:v>
                </c:pt>
                <c:pt idx="4">
                  <c:v>0.19974383205351401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8C8-43F0-8E51-6320050ABF9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1210399"/>
        <c:axId val="986264911"/>
      </c:barChart>
      <c:catAx>
        <c:axId val="12312103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264911"/>
        <c:crosses val="autoZero"/>
        <c:auto val="1"/>
        <c:lblAlgn val="ctr"/>
        <c:lblOffset val="100"/>
        <c:noMultiLvlLbl val="0"/>
      </c:catAx>
      <c:valAx>
        <c:axId val="986264911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231210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Tenure&gt;=90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0.32961494131706148</c:v>
                </c:pt>
                <c:pt idx="1">
                  <c:v>0.26264830431659009</c:v>
                </c:pt>
                <c:pt idx="2">
                  <c:v>0.2127425125628768</c:v>
                </c:pt>
                <c:pt idx="3">
                  <c:v>0.12392952918348882</c:v>
                </c:pt>
                <c:pt idx="4">
                  <c:v>5.9924882051775027E-2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BC-445C-983A-69D76CEBEDC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3738872046138441E-3"/>
                  <c:y val="-0.122413887288691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BC-445C-983A-69D76CEBEDC8}"/>
                </c:ext>
              </c:extLst>
            </c:dLbl>
            <c:dLbl>
              <c:idx val="1"/>
              <c:layout>
                <c:manualLayout>
                  <c:x val="6.3738872046138241E-3"/>
                  <c:y val="-0.134167477801394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BC-445C-983A-69D76CEBEDC8}"/>
                </c:ext>
              </c:extLst>
            </c:dLbl>
            <c:dLbl>
              <c:idx val="2"/>
              <c:layout>
                <c:manualLayout>
                  <c:x val="-7.7902165901700812E-17"/>
                  <c:y val="-8.304302159273760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BC-445C-983A-69D76CEBEDC8}"/>
                </c:ext>
              </c:extLst>
            </c:dLbl>
            <c:dLbl>
              <c:idx val="3"/>
              <c:layout>
                <c:manualLayout>
                  <c:x val="-7.7902165901700812E-17"/>
                  <c:y val="-0.1302498212192844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0BC-445C-983A-69D76CEBEDC8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0.31472148305712511</c:v>
                </c:pt>
                <c:pt idx="1">
                  <c:v>0.25964087158574162</c:v>
                </c:pt>
                <c:pt idx="2">
                  <c:v>0.21222277298452433</c:v>
                </c:pt>
                <c:pt idx="3">
                  <c:v>0.11798958546952089</c:v>
                </c:pt>
                <c:pt idx="4">
                  <c:v>5.7761631973040142E-2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BC-445C-983A-69D76CEBEDC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0.31733614407625427</c:v>
                </c:pt>
                <c:pt idx="1">
                  <c:v>0.25593666567066964</c:v>
                </c:pt>
                <c:pt idx="2">
                  <c:v>0.20242063335061042</c:v>
                </c:pt>
                <c:pt idx="3">
                  <c:v>0.11722076382499853</c:v>
                </c:pt>
                <c:pt idx="4">
                  <c:v>5.8484867474471285E-2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0BC-445C-983A-69D76CEBEDC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1210399"/>
        <c:axId val="986264911"/>
      </c:barChart>
      <c:catAx>
        <c:axId val="12312103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264911"/>
        <c:crosses val="autoZero"/>
        <c:auto val="1"/>
        <c:lblAlgn val="ctr"/>
        <c:lblOffset val="100"/>
        <c:noMultiLvlLbl val="0"/>
      </c:catAx>
      <c:valAx>
        <c:axId val="986264911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231210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Tenure&lt;120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0.62442392815917602</c:v>
                </c:pt>
                <c:pt idx="1">
                  <c:v>0.55913458039726494</c:v>
                </c:pt>
                <c:pt idx="2">
                  <c:v>0.50565740956024974</c:v>
                </c:pt>
                <c:pt idx="3">
                  <c:v>0.34609833016302016</c:v>
                </c:pt>
                <c:pt idx="4">
                  <c:v>0.17198181764275383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82-4DAA-A784-5330D6BCD3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3738872046138441E-3"/>
                  <c:y val="-8.006554624449267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82-4DAA-A784-5330D6BCD32A}"/>
                </c:ext>
              </c:extLst>
            </c:dLbl>
            <c:dLbl>
              <c:idx val="1"/>
              <c:layout>
                <c:manualLayout>
                  <c:x val="6.3738872046138241E-3"/>
                  <c:y val="-9.35241887703889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082-4DAA-A784-5330D6BCD32A}"/>
                </c:ext>
              </c:extLst>
            </c:dLbl>
            <c:dLbl>
              <c:idx val="2"/>
              <c:layout>
                <c:manualLayout>
                  <c:x val="-7.7902165901700812E-17"/>
                  <c:y val="-6.754910247248641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82-4DAA-A784-5330D6BCD32A}"/>
                </c:ext>
              </c:extLst>
            </c:dLbl>
            <c:dLbl>
              <c:idx val="3"/>
              <c:layout>
                <c:manualLayout>
                  <c:x val="-2.124629068204608E-3"/>
                  <c:y val="-0.1038288051087338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082-4DAA-A784-5330D6BCD32A}"/>
                </c:ext>
              </c:extLst>
            </c:dLbl>
            <c:dLbl>
              <c:idx val="4"/>
              <c:layout>
                <c:manualLayout>
                  <c:x val="0"/>
                  <c:y val="-8.7551790094230031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82-4DAA-A784-5330D6BCD32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0.61406697874794347</c:v>
                </c:pt>
                <c:pt idx="1">
                  <c:v>0.56121980246159764</c:v>
                </c:pt>
                <c:pt idx="2">
                  <c:v>0.50851255392165173</c:v>
                </c:pt>
                <c:pt idx="3">
                  <c:v>0.33998018396965124</c:v>
                </c:pt>
                <c:pt idx="4">
                  <c:v>0.17542699163825709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082-4DAA-A784-5330D6BCD3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0.62115903896500058</c:v>
                </c:pt>
                <c:pt idx="1">
                  <c:v>0.56407180856988948</c:v>
                </c:pt>
                <c:pt idx="2">
                  <c:v>0.50531555132582451</c:v>
                </c:pt>
                <c:pt idx="3">
                  <c:v>0.3494241307550508</c:v>
                </c:pt>
                <c:pt idx="4">
                  <c:v>0.17968494279866398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082-4DAA-A784-5330D6BCD3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1210399"/>
        <c:axId val="986264911"/>
      </c:barChart>
      <c:catAx>
        <c:axId val="12312103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264911"/>
        <c:crosses val="autoZero"/>
        <c:auto val="1"/>
        <c:lblAlgn val="ctr"/>
        <c:lblOffset val="100"/>
        <c:noMultiLvlLbl val="0"/>
      </c:catAx>
      <c:valAx>
        <c:axId val="986264911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231210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73208711849106523"/>
          <c:y val="0.78895136283772649"/>
          <c:w val="0.25819964620743674"/>
          <c:h val="0.163198922941865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Tenure&gt;=120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0.30449687226442007</c:v>
                </c:pt>
                <c:pt idx="1">
                  <c:v>0.23808625395189098</c:v>
                </c:pt>
                <c:pt idx="2">
                  <c:v>0.1927419468166717</c:v>
                </c:pt>
                <c:pt idx="3">
                  <c:v>0.11524354382675955</c:v>
                </c:pt>
                <c:pt idx="4">
                  <c:v>5.6253865543235415E-2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03-40D2-925F-46A1DD7B3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4985162728184425E-3"/>
                  <c:y val="-0.1288383484509699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603-40D2-925F-46A1DD7B364B}"/>
                </c:ext>
              </c:extLst>
            </c:dLbl>
            <c:dLbl>
              <c:idx val="1"/>
              <c:layout>
                <c:manualLayout>
                  <c:x val="0"/>
                  <c:y val="-0.104521698058315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603-40D2-925F-46A1DD7B364B}"/>
                </c:ext>
              </c:extLst>
            </c:dLbl>
            <c:dLbl>
              <c:idx val="2"/>
              <c:layout>
                <c:manualLayout>
                  <c:x val="-7.7902165901700812E-17"/>
                  <c:y val="-8.088273763276929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603-40D2-925F-46A1DD7B364B}"/>
                </c:ext>
              </c:extLst>
            </c:dLbl>
            <c:dLbl>
              <c:idx val="3"/>
              <c:layout>
                <c:manualLayout>
                  <c:x val="-7.7902165901700812E-17"/>
                  <c:y val="-7.12288338011806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603-40D2-925F-46A1DD7B364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0.2876487550994466</c:v>
                </c:pt>
                <c:pt idx="1">
                  <c:v>0.23313916954128278</c:v>
                </c:pt>
                <c:pt idx="2">
                  <c:v>0.19113265445003269</c:v>
                </c:pt>
                <c:pt idx="3">
                  <c:v>0.10965025633518843</c:v>
                </c:pt>
                <c:pt idx="4">
                  <c:v>5.4262712435164909E-2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603-40D2-925F-46A1DD7B364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0.29149738574099454</c:v>
                </c:pt>
                <c:pt idx="1">
                  <c:v>0.23054997576672406</c:v>
                </c:pt>
                <c:pt idx="2">
                  <c:v>0.18176398909748562</c:v>
                </c:pt>
                <c:pt idx="3">
                  <c:v>0.10881580623693443</c:v>
                </c:pt>
                <c:pt idx="4">
                  <c:v>5.4853890395021906E-2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603-40D2-925F-46A1DD7B364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1210399"/>
        <c:axId val="986264911"/>
      </c:barChart>
      <c:catAx>
        <c:axId val="12312103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264911"/>
        <c:crosses val="autoZero"/>
        <c:auto val="1"/>
        <c:lblAlgn val="ctr"/>
        <c:lblOffset val="100"/>
        <c:noMultiLvlLbl val="0"/>
      </c:catAx>
      <c:valAx>
        <c:axId val="986264911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231210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1.6087122506112082E-2"/>
          <c:y val="0.7854434035558896"/>
          <c:w val="0.25819964620743674"/>
          <c:h val="0.1598704757077362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600" b="1" i="0" u="none" strike="noStrike" kern="1200" spc="0" baseline="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kern="1200" spc="0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rPr>
              <a:t>Tenure 90 to 120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600" b="1" i="0" u="none" strike="noStrike" kern="1200" spc="0" baseline="0" dirty="0" smtClean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Sheet1!$B$2:$B$6</c:f>
              <c:numCache>
                <c:formatCode>0.0%</c:formatCode>
                <c:ptCount val="5"/>
                <c:pt idx="0">
                  <c:v>0.62378852361604065</c:v>
                </c:pt>
                <c:pt idx="1">
                  <c:v>0.55007435720365527</c:v>
                </c:pt>
                <c:pt idx="2">
                  <c:v>0.44755456341240141</c:v>
                </c:pt>
                <c:pt idx="3">
                  <c:v>0.22698572277450335</c:v>
                </c:pt>
                <c:pt idx="4">
                  <c:v>0.10382385533268024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34-49EA-AD90-6B1DFAE85D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3738872046138441E-3"/>
                  <c:y val="-8.006554624449267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34-49EA-AD90-6B1DFAE85D3D}"/>
                </c:ext>
              </c:extLst>
            </c:dLbl>
            <c:dLbl>
              <c:idx val="1"/>
              <c:layout>
                <c:manualLayout>
                  <c:x val="6.3738872046138241E-3"/>
                  <c:y val="-9.35241887703889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134-49EA-AD90-6B1DFAE85D3D}"/>
                </c:ext>
              </c:extLst>
            </c:dLbl>
            <c:dLbl>
              <c:idx val="2"/>
              <c:layout>
                <c:manualLayout>
                  <c:x val="-7.7902165901700812E-17"/>
                  <c:y val="-4.362451316667128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34-49EA-AD90-6B1DFAE85D3D}"/>
                </c:ext>
              </c:extLst>
            </c:dLbl>
            <c:dLbl>
              <c:idx val="3"/>
              <c:layout>
                <c:manualLayout>
                  <c:x val="-2.124629068204608E-3"/>
                  <c:y val="-0.10382880510873385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134-49EA-AD90-6B1DFAE85D3D}"/>
                </c:ext>
              </c:extLst>
            </c:dLbl>
            <c:dLbl>
              <c:idx val="4"/>
              <c:layout>
                <c:manualLayout>
                  <c:x val="0"/>
                  <c:y val="-3.17269186666699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34-49EA-AD90-6B1DFAE85D3D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Sheet1!$C$2:$C$6</c:f>
              <c:numCache>
                <c:formatCode>0.0%</c:formatCode>
                <c:ptCount val="5"/>
                <c:pt idx="0">
                  <c:v>0.63084432449047478</c:v>
                </c:pt>
                <c:pt idx="1">
                  <c:v>0.56904309977543222</c:v>
                </c:pt>
                <c:pt idx="2">
                  <c:v>0.45867089301219849</c:v>
                </c:pt>
                <c:pt idx="3">
                  <c:v>0.21584451579140546</c:v>
                </c:pt>
                <c:pt idx="4">
                  <c:v>9.888182984852209E-2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34-49EA-AD90-6B1DFAE85D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7D Inactive </c:v>
                </c:pt>
                <c:pt idx="1">
                  <c:v>15D Inactive </c:v>
                </c:pt>
                <c:pt idx="2">
                  <c:v>30D Inactive </c:v>
                </c:pt>
                <c:pt idx="3">
                  <c:v>60D Inactive </c:v>
                </c:pt>
                <c:pt idx="4">
                  <c:v>Churn %</c:v>
                </c:pt>
              </c:strCache>
            </c:strRef>
          </c:cat>
          <c:val>
            <c:numRef>
              <c:f>Sheet1!$D$2:$D$6</c:f>
              <c:numCache>
                <c:formatCode>0.0%</c:formatCode>
                <c:ptCount val="5"/>
                <c:pt idx="0">
                  <c:v>0.63063388921463681</c:v>
                </c:pt>
                <c:pt idx="1">
                  <c:v>0.56338190135341037</c:v>
                </c:pt>
                <c:pt idx="2">
                  <c:v>0.45298097282682459</c:v>
                </c:pt>
                <c:pt idx="3">
                  <c:v>0.22017405861992656</c:v>
                </c:pt>
                <c:pt idx="4">
                  <c:v>0.10303582997426629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134-49EA-AD90-6B1DFAE85D3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1210399"/>
        <c:axId val="986264911"/>
      </c:barChart>
      <c:catAx>
        <c:axId val="1231210399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6264911"/>
        <c:crosses val="autoZero"/>
        <c:auto val="1"/>
        <c:lblAlgn val="ctr"/>
        <c:lblOffset val="100"/>
        <c:noMultiLvlLbl val="0"/>
      </c:catAx>
      <c:valAx>
        <c:axId val="986264911"/>
        <c:scaling>
          <c:orientation val="minMax"/>
        </c:scaling>
        <c:delete val="1"/>
        <c:axPos val="l"/>
        <c:numFmt formatCode="0.0%" sourceLinked="1"/>
        <c:majorTickMark val="none"/>
        <c:minorTickMark val="none"/>
        <c:tickLblPos val="nextTo"/>
        <c:crossAx val="1231210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0119642913465157E-2"/>
          <c:y val="0.14377616530486562"/>
          <c:w val="0.93584785350910027"/>
          <c:h val="0.688452690063912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Percentage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0 - 10 </c:v>
                </c:pt>
                <c:pt idx="1">
                  <c:v>10 - 30</c:v>
                </c:pt>
                <c:pt idx="2">
                  <c:v>30 - 50</c:v>
                </c:pt>
                <c:pt idx="3">
                  <c:v>50 - 75</c:v>
                </c:pt>
                <c:pt idx="4">
                  <c:v>75 - 100</c:v>
                </c:pt>
                <c:pt idx="5">
                  <c:v>100 - 125 </c:v>
                </c:pt>
                <c:pt idx="6">
                  <c:v>125 - 150 </c:v>
                </c:pt>
                <c:pt idx="7">
                  <c:v>150 - 200 </c:v>
                </c:pt>
                <c:pt idx="8">
                  <c:v>200 - 300 </c:v>
                </c:pt>
                <c:pt idx="9">
                  <c:v>300 - 500 </c:v>
                </c:pt>
                <c:pt idx="10">
                  <c:v>GT 500</c:v>
                </c:pt>
              </c:strCache>
            </c:strRef>
          </c:cat>
          <c:val>
            <c:numRef>
              <c:f>Sheet1!$B$2:$B$12</c:f>
              <c:numCache>
                <c:formatCode>0.0%</c:formatCode>
                <c:ptCount val="11"/>
                <c:pt idx="0">
                  <c:v>0.26178999777412504</c:v>
                </c:pt>
                <c:pt idx="1">
                  <c:v>0.17159914629189985</c:v>
                </c:pt>
                <c:pt idx="2">
                  <c:v>0.10992675211966603</c:v>
                </c:pt>
                <c:pt idx="3">
                  <c:v>9.7149584779904971E-2</c:v>
                </c:pt>
                <c:pt idx="4">
                  <c:v>6.9074273738717232E-2</c:v>
                </c:pt>
                <c:pt idx="5">
                  <c:v>5.0996309229848824E-2</c:v>
                </c:pt>
                <c:pt idx="6">
                  <c:v>3.8685592481983756E-2</c:v>
                </c:pt>
                <c:pt idx="7">
                  <c:v>5.4012294382914272E-2</c:v>
                </c:pt>
                <c:pt idx="8">
                  <c:v>5.9920044323990222E-2</c:v>
                </c:pt>
                <c:pt idx="9">
                  <c:v>4.8195524935339608E-2</c:v>
                </c:pt>
                <c:pt idx="10">
                  <c:v>3.6183446845674039E-2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BC-436A-9652-B84B7BB90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13236831"/>
        <c:axId val="1350652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%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10"/>
              <c:layout>
                <c:manualLayout>
                  <c:x val="-9.0573432181623392E-2"/>
                  <c:y val="3.04094597843274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A1-44C3-B9B1-42819F4F3F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0 - 10 </c:v>
                </c:pt>
                <c:pt idx="1">
                  <c:v>10 - 30</c:v>
                </c:pt>
                <c:pt idx="2">
                  <c:v>30 - 50</c:v>
                </c:pt>
                <c:pt idx="3">
                  <c:v>50 - 75</c:v>
                </c:pt>
                <c:pt idx="4">
                  <c:v>75 - 100</c:v>
                </c:pt>
                <c:pt idx="5">
                  <c:v>100 - 125 </c:v>
                </c:pt>
                <c:pt idx="6">
                  <c:v>125 - 150 </c:v>
                </c:pt>
                <c:pt idx="7">
                  <c:v>150 - 200 </c:v>
                </c:pt>
                <c:pt idx="8">
                  <c:v>200 - 300 </c:v>
                </c:pt>
                <c:pt idx="9">
                  <c:v>300 - 500 </c:v>
                </c:pt>
                <c:pt idx="10">
                  <c:v>GT 500</c:v>
                </c:pt>
              </c:strCache>
            </c:strRef>
          </c:cat>
          <c:val>
            <c:numRef>
              <c:f>Sheet1!$C$2:$C$12</c:f>
              <c:numCache>
                <c:formatCode>0.0%</c:formatCode>
                <c:ptCount val="11"/>
                <c:pt idx="0">
                  <c:v>7.6285356128108937E-3</c:v>
                </c:pt>
                <c:pt idx="1">
                  <c:v>3.117788153005711E-2</c:v>
                </c:pt>
                <c:pt idx="2">
                  <c:v>4.1699662536616597E-2</c:v>
                </c:pt>
                <c:pt idx="3">
                  <c:v>5.7761936842267575E-2</c:v>
                </c:pt>
                <c:pt idx="4">
                  <c:v>5.7750423648721246E-2</c:v>
                </c:pt>
                <c:pt idx="5">
                  <c:v>5.4929817882227415E-2</c:v>
                </c:pt>
                <c:pt idx="6">
                  <c:v>5.1008702874654137E-2</c:v>
                </c:pt>
                <c:pt idx="7">
                  <c:v>9.0003248748938905E-2</c:v>
                </c:pt>
                <c:pt idx="8">
                  <c:v>0.14068711457608288</c:v>
                </c:pt>
                <c:pt idx="9">
                  <c:v>0.1771342780131776</c:v>
                </c:pt>
                <c:pt idx="10">
                  <c:v>0.29052854335340533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BC-436A-9652-B84B7BB90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3236831"/>
        <c:axId val="1350652607"/>
      </c:lineChart>
      <c:catAx>
        <c:axId val="1113236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52607"/>
        <c:crosses val="autoZero"/>
        <c:auto val="1"/>
        <c:lblAlgn val="ctr"/>
        <c:lblOffset val="100"/>
        <c:noMultiLvlLbl val="0"/>
      </c:catAx>
      <c:valAx>
        <c:axId val="1350652607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236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481252193520378"/>
          <c:y val="4.9814047350641676E-2"/>
          <c:w val="0.33037485568217956"/>
          <c:h val="6.22297269469955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0119642913465157E-2"/>
          <c:y val="0.14377616530486562"/>
          <c:w val="0.93584785350910027"/>
          <c:h val="0.688452690063912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Percentage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0 - 10 </c:v>
                </c:pt>
                <c:pt idx="1">
                  <c:v>10 - 30</c:v>
                </c:pt>
                <c:pt idx="2">
                  <c:v>30 - 50</c:v>
                </c:pt>
                <c:pt idx="3">
                  <c:v>50 - 75</c:v>
                </c:pt>
                <c:pt idx="4">
                  <c:v>75 - 100</c:v>
                </c:pt>
                <c:pt idx="5">
                  <c:v>100 - 125 </c:v>
                </c:pt>
                <c:pt idx="6">
                  <c:v>125 - 150 </c:v>
                </c:pt>
                <c:pt idx="7">
                  <c:v>150 - 200 </c:v>
                </c:pt>
                <c:pt idx="8">
                  <c:v>200 - 300 </c:v>
                </c:pt>
                <c:pt idx="9">
                  <c:v>300 - 500 </c:v>
                </c:pt>
                <c:pt idx="10">
                  <c:v>GT 500</c:v>
                </c:pt>
              </c:strCache>
            </c:strRef>
          </c:cat>
          <c:val>
            <c:numRef>
              <c:f>Sheet1!$B$2:$B$12</c:f>
              <c:numCache>
                <c:formatCode>0.0%</c:formatCode>
                <c:ptCount val="11"/>
                <c:pt idx="0">
                  <c:v>0.24802544425493717</c:v>
                </c:pt>
                <c:pt idx="1">
                  <c:v>0.16763574613964891</c:v>
                </c:pt>
                <c:pt idx="2">
                  <c:v>0.11023441495082496</c:v>
                </c:pt>
                <c:pt idx="3">
                  <c:v>9.8603768181915408E-2</c:v>
                </c:pt>
                <c:pt idx="4">
                  <c:v>7.0865710682328387E-2</c:v>
                </c:pt>
                <c:pt idx="5">
                  <c:v>5.2668910165551211E-2</c:v>
                </c:pt>
                <c:pt idx="6">
                  <c:v>4.0158250027978362E-2</c:v>
                </c:pt>
                <c:pt idx="7">
                  <c:v>5.6414483644127857E-2</c:v>
                </c:pt>
                <c:pt idx="8">
                  <c:v>6.3117213570547726E-2</c:v>
                </c:pt>
                <c:pt idx="9">
                  <c:v>5.1190670560254108E-2</c:v>
                </c:pt>
                <c:pt idx="10">
                  <c:v>3.8746718291709677E-2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BC-436A-9652-B84B7BB90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13236831"/>
        <c:axId val="1350652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%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10"/>
              <c:layout>
                <c:manualLayout>
                  <c:x val="-9.0573432181623392E-2"/>
                  <c:y val="3.04094597843274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A1-44C3-B9B1-42819F4F3F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0 - 10 </c:v>
                </c:pt>
                <c:pt idx="1">
                  <c:v>10 - 30</c:v>
                </c:pt>
                <c:pt idx="2">
                  <c:v>30 - 50</c:v>
                </c:pt>
                <c:pt idx="3">
                  <c:v>50 - 75</c:v>
                </c:pt>
                <c:pt idx="4">
                  <c:v>75 - 100</c:v>
                </c:pt>
                <c:pt idx="5">
                  <c:v>100 - 125 </c:v>
                </c:pt>
                <c:pt idx="6">
                  <c:v>125 - 150 </c:v>
                </c:pt>
                <c:pt idx="7">
                  <c:v>150 - 200 </c:v>
                </c:pt>
                <c:pt idx="8">
                  <c:v>200 - 300 </c:v>
                </c:pt>
                <c:pt idx="9">
                  <c:v>300 - 500 </c:v>
                </c:pt>
                <c:pt idx="10">
                  <c:v>GT 500</c:v>
                </c:pt>
              </c:strCache>
            </c:strRef>
          </c:cat>
          <c:val>
            <c:numRef>
              <c:f>Sheet1!$C$2:$C$12</c:f>
              <c:numCache>
                <c:formatCode>0.0%</c:formatCode>
                <c:ptCount val="11"/>
                <c:pt idx="0">
                  <c:v>6.9922005039606714E-3</c:v>
                </c:pt>
                <c:pt idx="1">
                  <c:v>2.9193449752647073E-2</c:v>
                </c:pt>
                <c:pt idx="2">
                  <c:v>3.9888571142582735E-2</c:v>
                </c:pt>
                <c:pt idx="3">
                  <c:v>5.5906542314954788E-2</c:v>
                </c:pt>
                <c:pt idx="4">
                  <c:v>5.6488001624632619E-2</c:v>
                </c:pt>
                <c:pt idx="5">
                  <c:v>5.4086754467818916E-2</c:v>
                </c:pt>
                <c:pt idx="6">
                  <c:v>5.047907121785114E-2</c:v>
                </c:pt>
                <c:pt idx="7">
                  <c:v>8.963236399326828E-2</c:v>
                </c:pt>
                <c:pt idx="8">
                  <c:v>0.14130887631394526</c:v>
                </c:pt>
                <c:pt idx="9">
                  <c:v>0.17940769406311455</c:v>
                </c:pt>
                <c:pt idx="10">
                  <c:v>0.29691047530924947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BC-436A-9652-B84B7BB90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3236831"/>
        <c:axId val="1350652607"/>
      </c:lineChart>
      <c:catAx>
        <c:axId val="1113236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52607"/>
        <c:crosses val="autoZero"/>
        <c:auto val="1"/>
        <c:lblAlgn val="ctr"/>
        <c:lblOffset val="100"/>
        <c:noMultiLvlLbl val="0"/>
      </c:catAx>
      <c:valAx>
        <c:axId val="1350652607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236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481252193520378"/>
          <c:y val="4.9814047350641676E-2"/>
          <c:w val="0.33037485568217956"/>
          <c:h val="6.22297269469955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5.0119642913465157E-2"/>
          <c:y val="0.14377616530486562"/>
          <c:w val="0.93584785350910027"/>
          <c:h val="0.688452690063912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Percentage 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0 - 10 </c:v>
                </c:pt>
                <c:pt idx="1">
                  <c:v>10 - 30</c:v>
                </c:pt>
                <c:pt idx="2">
                  <c:v>30 - 50</c:v>
                </c:pt>
                <c:pt idx="3">
                  <c:v>50 - 75</c:v>
                </c:pt>
                <c:pt idx="4">
                  <c:v>75 - 100</c:v>
                </c:pt>
                <c:pt idx="5">
                  <c:v>100 - 125 </c:v>
                </c:pt>
                <c:pt idx="6">
                  <c:v>125 - 150 </c:v>
                </c:pt>
                <c:pt idx="7">
                  <c:v>150 - 200 </c:v>
                </c:pt>
                <c:pt idx="8">
                  <c:v>200 - 300 </c:v>
                </c:pt>
                <c:pt idx="9">
                  <c:v>300 - 500 </c:v>
                </c:pt>
                <c:pt idx="10">
                  <c:v>GT 500</c:v>
                </c:pt>
              </c:strCache>
            </c:strRef>
          </c:cat>
          <c:val>
            <c:numRef>
              <c:f>Sheet1!$B$2:$B$12</c:f>
              <c:numCache>
                <c:formatCode>0.0%</c:formatCode>
                <c:ptCount val="11"/>
                <c:pt idx="0">
                  <c:v>0.4218626238617566</c:v>
                </c:pt>
                <c:pt idx="1">
                  <c:v>0.21686093757528066</c:v>
                </c:pt>
                <c:pt idx="2">
                  <c:v>0.10571249618578059</c:v>
                </c:pt>
                <c:pt idx="3">
                  <c:v>7.9599788009700162E-2</c:v>
                </c:pt>
                <c:pt idx="4">
                  <c:v>4.8227793213098433E-2</c:v>
                </c:pt>
                <c:pt idx="5">
                  <c:v>3.1641800632758926E-2</c:v>
                </c:pt>
                <c:pt idx="6">
                  <c:v>2.1640355244350939E-2</c:v>
                </c:pt>
                <c:pt idx="7">
                  <c:v>2.6275234072622739E-2</c:v>
                </c:pt>
                <c:pt idx="8">
                  <c:v>2.3158334270159155E-2</c:v>
                </c:pt>
                <c:pt idx="9">
                  <c:v>1.3882795059983619E-2</c:v>
                </c:pt>
                <c:pt idx="10">
                  <c:v>7.1357219715097887E-3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BC-436A-9652-B84B7BB90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113236831"/>
        <c:axId val="135065260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Revenue %</c:v>
                </c:pt>
              </c:strCache>
            </c:strRef>
          </c:tx>
          <c:spPr>
            <a:ln w="34925" cap="rnd">
              <a:solidFill>
                <a:schemeClr val="accent2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1"/>
              <c:layout>
                <c:manualLayout>
                  <c:x val="0"/>
                  <c:y val="-3.95322977196257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CE5F-464E-9547-10EC4E25CB60}"/>
                </c:ext>
              </c:extLst>
            </c:dLbl>
            <c:dLbl>
              <c:idx val="2"/>
              <c:layout>
                <c:manualLayout>
                  <c:x val="8.9297750038220235E-3"/>
                  <c:y val="-4.56141896764912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E5F-464E-9547-10EC4E25CB60}"/>
                </c:ext>
              </c:extLst>
            </c:dLbl>
            <c:dLbl>
              <c:idx val="3"/>
              <c:layout>
                <c:manualLayout>
                  <c:x val="3.827046430209439E-3"/>
                  <c:y val="-2.736851380589485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CE5F-464E-9547-10EC4E25CB60}"/>
                </c:ext>
              </c:extLst>
            </c:dLbl>
            <c:dLbl>
              <c:idx val="4"/>
              <c:layout>
                <c:manualLayout>
                  <c:x val="1.2756821434031463E-3"/>
                  <c:y val="-4.86551356549239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E5F-464E-9547-10EC4E25CB60}"/>
                </c:ext>
              </c:extLst>
            </c:dLbl>
            <c:dLbl>
              <c:idx val="5"/>
              <c:layout>
                <c:manualLayout>
                  <c:x val="-9.3548943164189788E-17"/>
                  <c:y val="-4.865513565492398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CE5F-464E-9547-10EC4E25CB60}"/>
                </c:ext>
              </c:extLst>
            </c:dLbl>
            <c:dLbl>
              <c:idx val="6"/>
              <c:layout>
                <c:manualLayout>
                  <c:x val="2.5513642868062927E-3"/>
                  <c:y val="-3.345040576276023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E5F-464E-9547-10EC4E25CB60}"/>
                </c:ext>
              </c:extLst>
            </c:dLbl>
            <c:dLbl>
              <c:idx val="7"/>
              <c:layout>
                <c:manualLayout>
                  <c:x val="-3.8270464302095322E-3"/>
                  <c:y val="-4.2573243698058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E5F-464E-9547-10EC4E25CB60}"/>
                </c:ext>
              </c:extLst>
            </c:dLbl>
            <c:dLbl>
              <c:idx val="8"/>
              <c:layout>
                <c:manualLayout>
                  <c:x val="9.3548943164189788E-17"/>
                  <c:y val="-3.64913517411930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E5F-464E-9547-10EC4E25CB60}"/>
                </c:ext>
              </c:extLst>
            </c:dLbl>
            <c:dLbl>
              <c:idx val="9"/>
              <c:layout>
                <c:manualLayout>
                  <c:x val="0"/>
                  <c:y val="-5.777797359022223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E5F-464E-9547-10EC4E25CB60}"/>
                </c:ext>
              </c:extLst>
            </c:dLbl>
            <c:dLbl>
              <c:idx val="10"/>
              <c:layout>
                <c:manualLayout>
                  <c:x val="-1.9135232151047194E-2"/>
                  <c:y val="-9.4269325331415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BA1-44C3-B9B1-42819F4F3F3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0 - 10 </c:v>
                </c:pt>
                <c:pt idx="1">
                  <c:v>10 - 30</c:v>
                </c:pt>
                <c:pt idx="2">
                  <c:v>30 - 50</c:v>
                </c:pt>
                <c:pt idx="3">
                  <c:v>50 - 75</c:v>
                </c:pt>
                <c:pt idx="4">
                  <c:v>75 - 100</c:v>
                </c:pt>
                <c:pt idx="5">
                  <c:v>100 - 125 </c:v>
                </c:pt>
                <c:pt idx="6">
                  <c:v>125 - 150 </c:v>
                </c:pt>
                <c:pt idx="7">
                  <c:v>150 - 200 </c:v>
                </c:pt>
                <c:pt idx="8">
                  <c:v>200 - 300 </c:v>
                </c:pt>
                <c:pt idx="9">
                  <c:v>300 - 500 </c:v>
                </c:pt>
                <c:pt idx="10">
                  <c:v>GT 500</c:v>
                </c:pt>
              </c:strCache>
            </c:strRef>
          </c:cat>
          <c:val>
            <c:numRef>
              <c:f>Sheet1!$C$2:$C$12</c:f>
              <c:numCache>
                <c:formatCode>0.0%</c:formatCode>
                <c:ptCount val="11"/>
                <c:pt idx="0">
                  <c:v>2.5100007681311556E-2</c:v>
                </c:pt>
                <c:pt idx="1">
                  <c:v>8.5113782484281239E-2</c:v>
                </c:pt>
                <c:pt idx="2">
                  <c:v>9.0402587946987689E-2</c:v>
                </c:pt>
                <c:pt idx="3">
                  <c:v>0.10696517979678086</c:v>
                </c:pt>
                <c:pt idx="4">
                  <c:v>9.1365613969540349E-2</c:v>
                </c:pt>
                <c:pt idx="5">
                  <c:v>7.7289359491351614E-2</c:v>
                </c:pt>
                <c:pt idx="6">
                  <c:v>6.4761450282314573E-2</c:v>
                </c:pt>
                <c:pt idx="7">
                  <c:v>9.8991488581755049E-2</c:v>
                </c:pt>
                <c:pt idx="8">
                  <c:v>0.12251176040559586</c:v>
                </c:pt>
                <c:pt idx="9">
                  <c:v>0.11450283479160084</c:v>
                </c:pt>
                <c:pt idx="10">
                  <c:v>0.12375561660722925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7BC-436A-9652-B84B7BB90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13236831"/>
        <c:axId val="1350652607"/>
      </c:lineChart>
      <c:catAx>
        <c:axId val="11132368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0652607"/>
        <c:crosses val="autoZero"/>
        <c:auto val="1"/>
        <c:lblAlgn val="ctr"/>
        <c:lblOffset val="100"/>
        <c:noMultiLvlLbl val="0"/>
      </c:catAx>
      <c:valAx>
        <c:axId val="1350652607"/>
        <c:scaling>
          <c:orientation val="minMax"/>
        </c:scaling>
        <c:delete val="0"/>
        <c:axPos val="l"/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32368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3481252193520378"/>
          <c:y val="4.9814047350641676E-2"/>
          <c:w val="0.33037485568217956"/>
          <c:h val="6.22297269469955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869409705025457"/>
          <c:y val="0.23439216965200069"/>
          <c:w val="0.4298644075873948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#,##0.00</c:formatCode>
                <c:ptCount val="4"/>
                <c:pt idx="0">
                  <c:v>1.62</c:v>
                </c:pt>
                <c:pt idx="1">
                  <c:v>2.93</c:v>
                </c:pt>
                <c:pt idx="2">
                  <c:v>6.28</c:v>
                </c:pt>
                <c:pt idx="3">
                  <c:v>8.3699999999999992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16-4EBE-B624-4765723C0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#,##0.00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129270880686357E-2"/>
          <c:y val="0.22107651161556682"/>
          <c:w val="0.5042944929706859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_(* #,##0.00_);_(* \(#,##0.00\);_(* "-"??_);_(@_)</c:formatCode>
                <c:ptCount val="4"/>
                <c:pt idx="0">
                  <c:v>933.85</c:v>
                </c:pt>
                <c:pt idx="1">
                  <c:v>562.51</c:v>
                </c:pt>
                <c:pt idx="2">
                  <c:v>423.61</c:v>
                </c:pt>
                <c:pt idx="3">
                  <c:v>76.87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9-4F5A-8015-BC5E505BD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550582978191498"/>
          <c:y val="0.20940743733498959"/>
          <c:w val="0.4188698726309942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_(* #,##0.00_);_(* \(#,##0.00\);_(* "-"??_);_(@_)</c:formatCode>
                <c:ptCount val="4"/>
                <c:pt idx="0">
                  <c:v>6.22</c:v>
                </c:pt>
                <c:pt idx="1">
                  <c:v>9.16</c:v>
                </c:pt>
                <c:pt idx="2">
                  <c:v>16.811</c:v>
                </c:pt>
                <c:pt idx="3">
                  <c:v>7.74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D1-4132-BA4A-C9A2DD6B8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143736452714615"/>
          <c:y val="0.25227639076128611"/>
          <c:w val="0.5327693664172500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7.0000000000000001E-3</c:v>
                </c:pt>
                <c:pt idx="1">
                  <c:v>1.6E-2</c:v>
                </c:pt>
                <c:pt idx="2">
                  <c:v>0.04</c:v>
                </c:pt>
                <c:pt idx="3">
                  <c:v>0.10100000000000001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2-479D-8326-49E7EC974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869409705025463"/>
          <c:y val="0.19482084781838671"/>
          <c:w val="0.6523605294114157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#,##0.00</c:formatCode>
                <c:ptCount val="1"/>
                <c:pt idx="0">
                  <c:v>19.22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5-4892-AC23-B890B8B081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#,##0.00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129270880686357E-2"/>
          <c:y val="0.22107651161556682"/>
          <c:w val="0.64742274090806884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_(* #,##0.00_);_(* \(#,##0.00\);_(* "-"??_);_(@_)</c:formatCode>
                <c:ptCount val="1"/>
                <c:pt idx="0">
                  <c:v>1996.8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9-46EA-95C1-7B41C080C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194647060109447"/>
          <c:y val="0.20940743733498959"/>
          <c:w val="0.6206199115824173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_(* #,##0.00_);_(* \(#,##0.00\);_(* "-"??_);_(@_)</c:formatCode>
                <c:ptCount val="1"/>
                <c:pt idx="0">
                  <c:v>39.9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E-4559-88AA-D0DAE48821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206830448239703"/>
          <c:y val="0.19701048759917536"/>
          <c:w val="0.5149253836611701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0.0%</c:formatCode>
                <c:ptCount val="1"/>
                <c:pt idx="0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EE-49E9-BA5A-9B8DEACC2F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869409705025457"/>
          <c:y val="0.23439216965200069"/>
          <c:w val="0.4298644075873948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#,##0.00</c:formatCode>
                <c:ptCount val="4"/>
                <c:pt idx="0">
                  <c:v>1.59</c:v>
                </c:pt>
                <c:pt idx="1">
                  <c:v>2.82</c:v>
                </c:pt>
                <c:pt idx="2">
                  <c:v>5.89</c:v>
                </c:pt>
                <c:pt idx="3">
                  <c:v>7.41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16-4EBE-B624-4765723C0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#,##0.00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129270880686357E-2"/>
          <c:y val="0.22107651161556682"/>
          <c:w val="0.5042944929706859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_(* #,##0.00_);_(* \(#,##0.00\);_(* "-"??_);_(@_)</c:formatCode>
                <c:ptCount val="4"/>
                <c:pt idx="0">
                  <c:v>917.54</c:v>
                </c:pt>
                <c:pt idx="1">
                  <c:v>542.88</c:v>
                </c:pt>
                <c:pt idx="2">
                  <c:v>398.47</c:v>
                </c:pt>
                <c:pt idx="3">
                  <c:v>69.349999999999994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9-4F5A-8015-BC5E505BD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550582978191498"/>
          <c:y val="0.20940743733498959"/>
          <c:w val="0.4188698726309942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_(* #,##0.00_);_(* \(#,##0.00\);_(* "-"??_);_(@_)</c:formatCode>
                <c:ptCount val="4"/>
                <c:pt idx="0">
                  <c:v>5.47</c:v>
                </c:pt>
                <c:pt idx="1">
                  <c:v>7.95</c:v>
                </c:pt>
                <c:pt idx="2">
                  <c:v>14.42</c:v>
                </c:pt>
                <c:pt idx="3">
                  <c:v>6.85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D1-4132-BA4A-C9A2DD6B8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143736452714615"/>
          <c:y val="0.25227639076128611"/>
          <c:w val="0.5327693664172500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6.0000000000000001E-3</c:v>
                </c:pt>
                <c:pt idx="1">
                  <c:v>1.4999999999999999E-2</c:v>
                </c:pt>
                <c:pt idx="2">
                  <c:v>3.6276926682228393E-2</c:v>
                </c:pt>
                <c:pt idx="3">
                  <c:v>9.9000000000000005E-2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2-479D-8326-49E7EC974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869409705025463"/>
          <c:y val="0.19482084781838671"/>
          <c:w val="0.6523605294114157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5162640784651744E-2"/>
                  <c:y val="-0.2851291622415193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B6-4BC5-A41C-50995C3F1F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#,##0.00</c:formatCode>
                <c:ptCount val="1"/>
                <c:pt idx="0">
                  <c:v>17.71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5-4892-AC23-B890B8B081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#,##0.00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129270880686357E-2"/>
          <c:y val="0.22107651161556682"/>
          <c:w val="0.64742274090806884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_(* #,##0.00_);_(* \(#,##0.00\);_(* "-"??_);_(@_)</c:formatCode>
                <c:ptCount val="1"/>
                <c:pt idx="0">
                  <c:v>1928.25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9-46EA-95C1-7B41C080C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816504932996052"/>
          <c:y val="0.22180432779409009"/>
          <c:w val="0.49961740101851715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_(* #,##0.00_);_(* \(#,##0.00\);_(* "-"??_);_(@_)</c:formatCode>
                <c:ptCount val="1"/>
                <c:pt idx="0">
                  <c:v>34.71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E-4559-88AA-D0DAE48821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206830448239703"/>
          <c:y val="0.19701048759917536"/>
          <c:w val="0.5149253836611701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0.0%</c:formatCode>
                <c:ptCount val="1"/>
                <c:pt idx="0">
                  <c:v>5.6000000000000001E-2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EE-49E9-BA5A-9B8DEACC2F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869409705025457"/>
          <c:y val="0.23439216965200069"/>
          <c:w val="0.4298644075873948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#,##0.00</c:formatCode>
                <c:ptCount val="4"/>
                <c:pt idx="0">
                  <c:v>0.03</c:v>
                </c:pt>
                <c:pt idx="1">
                  <c:v>0.11</c:v>
                </c:pt>
                <c:pt idx="2">
                  <c:v>0.41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16-4EBE-B624-4765723C05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#,##0.00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129270880686357E-2"/>
          <c:y val="0.22107651161556682"/>
          <c:w val="0.5042944929706859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_(* #,##0.00_);_(* \(#,##0.00\);_(* "-"??_);_(@_)</c:formatCode>
                <c:ptCount val="4"/>
                <c:pt idx="0">
                  <c:v>16.95</c:v>
                </c:pt>
                <c:pt idx="1">
                  <c:v>20.36</c:v>
                </c:pt>
                <c:pt idx="2">
                  <c:v>26.04</c:v>
                </c:pt>
                <c:pt idx="3">
                  <c:v>7.79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C99-4F5A-8015-BC5E505BD7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6550582978191498"/>
          <c:y val="0.20940743733498959"/>
          <c:w val="0.4188698726309942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_(* #,##0.00_);_(* \(#,##0.00\);_(* "-"??_);_(@_)</c:formatCode>
                <c:ptCount val="4"/>
                <c:pt idx="0">
                  <c:v>0.7</c:v>
                </c:pt>
                <c:pt idx="1">
                  <c:v>1.21</c:v>
                </c:pt>
                <c:pt idx="2">
                  <c:v>2.37</c:v>
                </c:pt>
                <c:pt idx="3">
                  <c:v>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D1-4132-BA4A-C9A2DD6B8A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0143736452714615"/>
          <c:y val="0.25227639076128611"/>
          <c:w val="0.5327693664172500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Very High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formatCode>0.0%</c:formatCode>
                <c:ptCount val="4"/>
                <c:pt idx="0">
                  <c:v>4.2000000000000003E-2</c:v>
                </c:pt>
                <c:pt idx="1">
                  <c:v>5.8999999999999997E-2</c:v>
                </c:pt>
                <c:pt idx="2">
                  <c:v>9.0999999999999998E-2</c:v>
                </c:pt>
                <c:pt idx="3">
                  <c:v>0.11600000000000001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C2-479D-8326-49E7EC974D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869409705025463"/>
          <c:y val="0.19482084781838671"/>
          <c:w val="0.65236052941141576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5162640784651744E-2"/>
                  <c:y val="-0.28512916224151935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7B6-4BC5-A41C-50995C3F1F2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#,##0.00</c:formatCode>
                <c:ptCount val="1"/>
                <c:pt idx="0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25-4892-AC23-B890B8B081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#,##0.00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3129270880686357E-2"/>
          <c:y val="0.22107651161556682"/>
          <c:w val="0.64742274090806884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_(* #,##0.00_);_(* \(#,##0.00\);_(* "-"??_);_(@_)</c:formatCode>
                <c:ptCount val="1"/>
                <c:pt idx="0">
                  <c:v>71.13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9-46EA-95C1-7B41C080CB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5816504932996052"/>
          <c:y val="0.22180432779409009"/>
          <c:w val="0.49961740101851715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_(* #,##0.00_);_(* \(#,##0.00\);_(* "-"??_);_(@_)</c:formatCode>
                <c:ptCount val="1"/>
                <c:pt idx="0">
                  <c:v>5.19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DE-4559-88AA-D0DAE48821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_(* #,##0.00_);_(* \(#,##0.00\);_(* &quot;-&quot;??_);_(@_)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1206830448239703"/>
          <c:y val="0.19701048759917536"/>
          <c:w val="0.51492538366117013"/>
          <c:h val="0.724924658359048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Overall</c:v>
                </c:pt>
              </c:strCache>
            </c:strRef>
          </c:cat>
          <c:val>
            <c:numRef>
              <c:f>Sheet1!$B$2</c:f>
              <c:numCache>
                <c:formatCode>0.0%</c:formatCode>
                <c:ptCount val="1"/>
                <c:pt idx="0">
                  <c:v>0.104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EE-49E9-BA5A-9B8DEACC2F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84618543"/>
        <c:axId val="1519147039"/>
      </c:barChart>
      <c:catAx>
        <c:axId val="15846185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9147039"/>
        <c:crosses val="autoZero"/>
        <c:auto val="1"/>
        <c:lblAlgn val="ctr"/>
        <c:lblOffset val="100"/>
        <c:noMultiLvlLbl val="0"/>
      </c:catAx>
      <c:valAx>
        <c:axId val="1519147039"/>
        <c:scaling>
          <c:orientation val="minMax"/>
        </c:scaling>
        <c:delete val="1"/>
        <c:axPos val="b"/>
        <c:numFmt formatCode="0.0%" sourceLinked="1"/>
        <c:majorTickMark val="none"/>
        <c:minorTickMark val="none"/>
        <c:tickLblPos val="nextTo"/>
        <c:crossAx val="15846185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1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3D9790-D4CF-4916-964C-7DDEFE01212D}" type="doc">
      <dgm:prSet loTypeId="urn:microsoft.com/office/officeart/2005/8/layout/hierarchy4" loCatId="hierarchy" qsTypeId="urn:microsoft.com/office/officeart/2005/8/quickstyle/simple2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69EB13F0-2250-4EDC-8421-1ECCC7475442}">
      <dgm:prSet phldrT="[Text]" custT="1"/>
      <dgm:spPr/>
      <dgm:t>
        <a:bodyPr/>
        <a:lstStyle/>
        <a:p>
          <a:r>
            <a:rPr lang="en-US" sz="1600" b="1" dirty="0"/>
            <a:t>Prepaid Consumer Base</a:t>
          </a:r>
        </a:p>
        <a:p>
          <a:r>
            <a:rPr lang="en-US" sz="1600" b="1" dirty="0"/>
            <a:t>33.5 MN</a:t>
          </a:r>
        </a:p>
      </dgm:t>
    </dgm:pt>
    <dgm:pt modelId="{FB78C6EB-DB6D-4546-B11C-BC30EBAB63E6}" type="parTrans" cxnId="{5D8D5CB5-3B59-49D1-89F8-FA2614915A41}">
      <dgm:prSet/>
      <dgm:spPr/>
      <dgm:t>
        <a:bodyPr/>
        <a:lstStyle/>
        <a:p>
          <a:endParaRPr lang="en-US" sz="2800" b="1"/>
        </a:p>
      </dgm:t>
    </dgm:pt>
    <dgm:pt modelId="{F44A88EC-A5C6-4C40-A4A9-5CC1E6B0C21E}" type="sibTrans" cxnId="{5D8D5CB5-3B59-49D1-89F8-FA2614915A41}">
      <dgm:prSet/>
      <dgm:spPr/>
      <dgm:t>
        <a:bodyPr/>
        <a:lstStyle/>
        <a:p>
          <a:endParaRPr lang="en-US" sz="2800" b="1"/>
        </a:p>
      </dgm:t>
    </dgm:pt>
    <dgm:pt modelId="{AD361C2B-B747-43CB-A089-929253487BB0}">
      <dgm:prSet phldrT="[Text]" custT="1"/>
      <dgm:spPr/>
      <dgm:t>
        <a:bodyPr/>
        <a:lstStyle/>
        <a:p>
          <a:r>
            <a:rPr lang="en-US" sz="1600" b="1" dirty="0"/>
            <a:t>Status = “Active”   </a:t>
          </a:r>
        </a:p>
        <a:p>
          <a:r>
            <a:rPr lang="en-US" sz="1600" b="1" dirty="0"/>
            <a:t>24.7 MN</a:t>
          </a:r>
        </a:p>
      </dgm:t>
    </dgm:pt>
    <dgm:pt modelId="{51C33D7C-1BCD-43D5-87C5-337B7908F279}" type="parTrans" cxnId="{6B79F46D-AFB5-4B14-912D-21BC689252D6}">
      <dgm:prSet/>
      <dgm:spPr/>
      <dgm:t>
        <a:bodyPr/>
        <a:lstStyle/>
        <a:p>
          <a:endParaRPr lang="en-US" sz="2800" b="1"/>
        </a:p>
      </dgm:t>
    </dgm:pt>
    <dgm:pt modelId="{0E9BE488-F745-4C83-8A6D-865470D8A4B8}" type="sibTrans" cxnId="{6B79F46D-AFB5-4B14-912D-21BC689252D6}">
      <dgm:prSet/>
      <dgm:spPr/>
      <dgm:t>
        <a:bodyPr/>
        <a:lstStyle/>
        <a:p>
          <a:endParaRPr lang="en-US" sz="2800" b="1"/>
        </a:p>
      </dgm:t>
    </dgm:pt>
    <dgm:pt modelId="{B78B0671-4555-48A3-8D1D-369FE98ED9D7}">
      <dgm:prSet phldrT="[Text]" custT="1"/>
      <dgm:spPr/>
      <dgm:t>
        <a:bodyPr/>
        <a:lstStyle/>
        <a:p>
          <a:r>
            <a:rPr lang="en-US" sz="1600" b="1" dirty="0"/>
            <a:t>Tenure &gt;= 90 </a:t>
          </a:r>
        </a:p>
        <a:p>
          <a:r>
            <a:rPr lang="en-US" sz="1600" b="1" dirty="0"/>
            <a:t> 19.2 MN</a:t>
          </a:r>
        </a:p>
      </dgm:t>
    </dgm:pt>
    <dgm:pt modelId="{B7D9E753-2322-423D-BA38-93D268BF0A92}" type="parTrans" cxnId="{589CB1FD-17F4-4AEF-A35E-71DDFF57D144}">
      <dgm:prSet/>
      <dgm:spPr/>
      <dgm:t>
        <a:bodyPr/>
        <a:lstStyle/>
        <a:p>
          <a:endParaRPr lang="en-US" sz="2800" b="1"/>
        </a:p>
      </dgm:t>
    </dgm:pt>
    <dgm:pt modelId="{BE025AB5-8298-4AF0-846E-A680B275E8DF}" type="sibTrans" cxnId="{589CB1FD-17F4-4AEF-A35E-71DDFF57D144}">
      <dgm:prSet/>
      <dgm:spPr/>
      <dgm:t>
        <a:bodyPr/>
        <a:lstStyle/>
        <a:p>
          <a:endParaRPr lang="en-US" sz="2800" b="1"/>
        </a:p>
      </dgm:t>
    </dgm:pt>
    <dgm:pt modelId="{FCCEB222-BEE1-49AB-84BC-1E357E21AB3A}">
      <dgm:prSet phldrT="[Text]" custT="1"/>
      <dgm:spPr/>
      <dgm:t>
        <a:bodyPr/>
        <a:lstStyle/>
        <a:p>
          <a:r>
            <a:rPr lang="en-US" sz="1600" b="1" dirty="0"/>
            <a:t>Tenure &lt; 90</a:t>
          </a:r>
        </a:p>
        <a:p>
          <a:r>
            <a:rPr lang="en-US" sz="1600" b="1" dirty="0"/>
            <a:t> 5.5 MN</a:t>
          </a:r>
        </a:p>
      </dgm:t>
    </dgm:pt>
    <dgm:pt modelId="{833B056E-33A5-4E51-9309-DEBA2A9A1C81}" type="parTrans" cxnId="{1967B10D-9AE5-4403-874C-72E3DAFED59C}">
      <dgm:prSet/>
      <dgm:spPr/>
      <dgm:t>
        <a:bodyPr/>
        <a:lstStyle/>
        <a:p>
          <a:endParaRPr lang="en-US" sz="2800" b="1"/>
        </a:p>
      </dgm:t>
    </dgm:pt>
    <dgm:pt modelId="{64074616-0ADE-4279-81EA-C4722786C3D5}" type="sibTrans" cxnId="{1967B10D-9AE5-4403-874C-72E3DAFED59C}">
      <dgm:prSet/>
      <dgm:spPr/>
      <dgm:t>
        <a:bodyPr/>
        <a:lstStyle/>
        <a:p>
          <a:endParaRPr lang="en-US" sz="2800" b="1"/>
        </a:p>
      </dgm:t>
    </dgm:pt>
    <dgm:pt modelId="{FDEB0320-1DA3-45DA-ABAF-04EA46BAD50E}">
      <dgm:prSet phldrT="[Text]" custT="1"/>
      <dgm:spPr/>
      <dgm:t>
        <a:bodyPr/>
        <a:lstStyle/>
        <a:p>
          <a:r>
            <a:rPr lang="en-US" sz="1600" b="1" dirty="0"/>
            <a:t>Tenure &gt;= 120 </a:t>
          </a:r>
        </a:p>
        <a:p>
          <a:r>
            <a:rPr lang="en-US" sz="1600" b="1" dirty="0"/>
            <a:t> 17.7 MN</a:t>
          </a:r>
        </a:p>
      </dgm:t>
    </dgm:pt>
    <dgm:pt modelId="{18C35A89-46BB-42AE-86CD-A63BC3085C09}" type="parTrans" cxnId="{F3338846-FCE2-4813-A1D5-4B256313DE80}">
      <dgm:prSet/>
      <dgm:spPr/>
      <dgm:t>
        <a:bodyPr/>
        <a:lstStyle/>
        <a:p>
          <a:endParaRPr lang="en-US" sz="1600"/>
        </a:p>
      </dgm:t>
    </dgm:pt>
    <dgm:pt modelId="{35CC4439-F1D1-4EAF-87E2-C9617FF1ECB9}" type="sibTrans" cxnId="{F3338846-FCE2-4813-A1D5-4B256313DE80}">
      <dgm:prSet/>
      <dgm:spPr/>
      <dgm:t>
        <a:bodyPr/>
        <a:lstStyle/>
        <a:p>
          <a:endParaRPr lang="en-US" sz="1600"/>
        </a:p>
      </dgm:t>
    </dgm:pt>
    <dgm:pt modelId="{002CB2C6-BD8F-4487-9861-8A5D2D24328C}">
      <dgm:prSet phldrT="[Text]" custT="1"/>
      <dgm:spPr/>
      <dgm:t>
        <a:bodyPr/>
        <a:lstStyle/>
        <a:p>
          <a:r>
            <a:rPr lang="en-US" sz="1600" b="1" dirty="0"/>
            <a:t>Tenure &lt; 120</a:t>
          </a:r>
        </a:p>
        <a:p>
          <a:r>
            <a:rPr lang="en-US" sz="1600" b="1" dirty="0"/>
            <a:t> 7.0 MN</a:t>
          </a:r>
        </a:p>
      </dgm:t>
    </dgm:pt>
    <dgm:pt modelId="{1649F4A6-36D1-47FF-ADAC-9ABD1599195C}" type="parTrans" cxnId="{B7AAE356-789B-42F2-AA75-AB05E15619B4}">
      <dgm:prSet/>
      <dgm:spPr/>
      <dgm:t>
        <a:bodyPr/>
        <a:lstStyle/>
        <a:p>
          <a:endParaRPr lang="en-US" sz="1600"/>
        </a:p>
      </dgm:t>
    </dgm:pt>
    <dgm:pt modelId="{00C9449A-BDFE-48D2-9715-BFB7F11DE39A}" type="sibTrans" cxnId="{B7AAE356-789B-42F2-AA75-AB05E15619B4}">
      <dgm:prSet/>
      <dgm:spPr/>
      <dgm:t>
        <a:bodyPr/>
        <a:lstStyle/>
        <a:p>
          <a:endParaRPr lang="en-US" sz="1600"/>
        </a:p>
      </dgm:t>
    </dgm:pt>
    <dgm:pt modelId="{D5B7A2CC-B092-432E-8542-CF4964A6BB03}" type="pres">
      <dgm:prSet presAssocID="{013D9790-D4CF-4916-964C-7DDEFE01212D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5525586-592B-43CA-9798-0CCA28CE6D47}" type="pres">
      <dgm:prSet presAssocID="{69EB13F0-2250-4EDC-8421-1ECCC7475442}" presName="vertOne" presStyleCnt="0"/>
      <dgm:spPr/>
    </dgm:pt>
    <dgm:pt modelId="{FF2143AB-7350-4D63-83CF-EFB4EBD2D88F}" type="pres">
      <dgm:prSet presAssocID="{69EB13F0-2250-4EDC-8421-1ECCC7475442}" presName="txOne" presStyleLbl="node0" presStyleIdx="0" presStyleCnt="1">
        <dgm:presLayoutVars>
          <dgm:chPref val="3"/>
        </dgm:presLayoutVars>
      </dgm:prSet>
      <dgm:spPr/>
    </dgm:pt>
    <dgm:pt modelId="{764EDB7A-F34C-48CD-9187-CE7FB583A2B9}" type="pres">
      <dgm:prSet presAssocID="{69EB13F0-2250-4EDC-8421-1ECCC7475442}" presName="parTransOne" presStyleCnt="0"/>
      <dgm:spPr/>
    </dgm:pt>
    <dgm:pt modelId="{9A8BD481-F96D-439D-9779-1C7433EDBAE5}" type="pres">
      <dgm:prSet presAssocID="{69EB13F0-2250-4EDC-8421-1ECCC7475442}" presName="horzOne" presStyleCnt="0"/>
      <dgm:spPr/>
    </dgm:pt>
    <dgm:pt modelId="{59504FAC-0FB2-438A-981C-203FBFEEE7C4}" type="pres">
      <dgm:prSet presAssocID="{AD361C2B-B747-43CB-A089-929253487BB0}" presName="vertTwo" presStyleCnt="0"/>
      <dgm:spPr/>
    </dgm:pt>
    <dgm:pt modelId="{92CF0449-6CB5-41E8-937F-ED46EE0BB828}" type="pres">
      <dgm:prSet presAssocID="{AD361C2B-B747-43CB-A089-929253487BB0}" presName="txTwo" presStyleLbl="node2" presStyleIdx="0" presStyleCnt="1">
        <dgm:presLayoutVars>
          <dgm:chPref val="3"/>
        </dgm:presLayoutVars>
      </dgm:prSet>
      <dgm:spPr/>
    </dgm:pt>
    <dgm:pt modelId="{3778A846-8E33-42F0-9088-C12FA53CA856}" type="pres">
      <dgm:prSet presAssocID="{AD361C2B-B747-43CB-A089-929253487BB0}" presName="parTransTwo" presStyleCnt="0"/>
      <dgm:spPr/>
    </dgm:pt>
    <dgm:pt modelId="{5C49CFA4-0356-4273-B234-B48D3C229471}" type="pres">
      <dgm:prSet presAssocID="{AD361C2B-B747-43CB-A089-929253487BB0}" presName="horzTwo" presStyleCnt="0"/>
      <dgm:spPr/>
    </dgm:pt>
    <dgm:pt modelId="{039CAAA8-2EF3-4801-93C6-25E6612C24BB}" type="pres">
      <dgm:prSet presAssocID="{B78B0671-4555-48A3-8D1D-369FE98ED9D7}" presName="vertThree" presStyleCnt="0"/>
      <dgm:spPr/>
    </dgm:pt>
    <dgm:pt modelId="{6E008EBA-CBB8-4E37-B06D-12E5FE811660}" type="pres">
      <dgm:prSet presAssocID="{B78B0671-4555-48A3-8D1D-369FE98ED9D7}" presName="txThree" presStyleLbl="node3" presStyleIdx="0" presStyleCnt="2">
        <dgm:presLayoutVars>
          <dgm:chPref val="3"/>
        </dgm:presLayoutVars>
      </dgm:prSet>
      <dgm:spPr/>
    </dgm:pt>
    <dgm:pt modelId="{DF8F7ECA-DCEA-4D14-9A66-FE41D1E87719}" type="pres">
      <dgm:prSet presAssocID="{B78B0671-4555-48A3-8D1D-369FE98ED9D7}" presName="parTransThree" presStyleCnt="0"/>
      <dgm:spPr/>
    </dgm:pt>
    <dgm:pt modelId="{6DF95CE1-8953-4BF5-8471-111041BFEB55}" type="pres">
      <dgm:prSet presAssocID="{B78B0671-4555-48A3-8D1D-369FE98ED9D7}" presName="horzThree" presStyleCnt="0"/>
      <dgm:spPr/>
    </dgm:pt>
    <dgm:pt modelId="{B316174C-6BEB-404B-BAE5-EB67DD33C9BB}" type="pres">
      <dgm:prSet presAssocID="{FDEB0320-1DA3-45DA-ABAF-04EA46BAD50E}" presName="vertFour" presStyleCnt="0">
        <dgm:presLayoutVars>
          <dgm:chPref val="3"/>
        </dgm:presLayoutVars>
      </dgm:prSet>
      <dgm:spPr/>
    </dgm:pt>
    <dgm:pt modelId="{57865361-B6DD-4D62-8423-A989A1D23F73}" type="pres">
      <dgm:prSet presAssocID="{FDEB0320-1DA3-45DA-ABAF-04EA46BAD50E}" presName="txFour" presStyleLbl="node4" presStyleIdx="0" presStyleCnt="2">
        <dgm:presLayoutVars>
          <dgm:chPref val="3"/>
        </dgm:presLayoutVars>
      </dgm:prSet>
      <dgm:spPr/>
    </dgm:pt>
    <dgm:pt modelId="{C37AC3F6-6477-40AF-AF84-4BC9B93E282A}" type="pres">
      <dgm:prSet presAssocID="{FDEB0320-1DA3-45DA-ABAF-04EA46BAD50E}" presName="horzFour" presStyleCnt="0"/>
      <dgm:spPr/>
    </dgm:pt>
    <dgm:pt modelId="{3AC1DC5F-2664-44B4-B5BE-8320B7C9293F}" type="pres">
      <dgm:prSet presAssocID="{BE025AB5-8298-4AF0-846E-A680B275E8DF}" presName="sibSpaceThree" presStyleCnt="0"/>
      <dgm:spPr/>
    </dgm:pt>
    <dgm:pt modelId="{BD10E236-068B-4ED8-AF47-41DB01F5C674}" type="pres">
      <dgm:prSet presAssocID="{FCCEB222-BEE1-49AB-84BC-1E357E21AB3A}" presName="vertThree" presStyleCnt="0"/>
      <dgm:spPr/>
    </dgm:pt>
    <dgm:pt modelId="{58BA0E99-BB78-45E3-93E4-E302EC4C1F31}" type="pres">
      <dgm:prSet presAssocID="{FCCEB222-BEE1-49AB-84BC-1E357E21AB3A}" presName="txThree" presStyleLbl="node3" presStyleIdx="1" presStyleCnt="2">
        <dgm:presLayoutVars>
          <dgm:chPref val="3"/>
        </dgm:presLayoutVars>
      </dgm:prSet>
      <dgm:spPr/>
    </dgm:pt>
    <dgm:pt modelId="{E145B1D2-D86B-4B06-8172-FAE073BA1476}" type="pres">
      <dgm:prSet presAssocID="{FCCEB222-BEE1-49AB-84BC-1E357E21AB3A}" presName="parTransThree" presStyleCnt="0"/>
      <dgm:spPr/>
    </dgm:pt>
    <dgm:pt modelId="{3388F4FB-EB86-4BFB-B841-6FEE42AF83F8}" type="pres">
      <dgm:prSet presAssocID="{FCCEB222-BEE1-49AB-84BC-1E357E21AB3A}" presName="horzThree" presStyleCnt="0"/>
      <dgm:spPr/>
    </dgm:pt>
    <dgm:pt modelId="{272750AC-67C1-4106-9142-8889C0F5D93E}" type="pres">
      <dgm:prSet presAssocID="{002CB2C6-BD8F-4487-9861-8A5D2D24328C}" presName="vertFour" presStyleCnt="0">
        <dgm:presLayoutVars>
          <dgm:chPref val="3"/>
        </dgm:presLayoutVars>
      </dgm:prSet>
      <dgm:spPr/>
    </dgm:pt>
    <dgm:pt modelId="{78DAB82B-5956-4483-AE99-D5F144D869BE}" type="pres">
      <dgm:prSet presAssocID="{002CB2C6-BD8F-4487-9861-8A5D2D24328C}" presName="txFour" presStyleLbl="node4" presStyleIdx="1" presStyleCnt="2">
        <dgm:presLayoutVars>
          <dgm:chPref val="3"/>
        </dgm:presLayoutVars>
      </dgm:prSet>
      <dgm:spPr/>
    </dgm:pt>
    <dgm:pt modelId="{2F041DE4-E93D-4D83-9888-93641926D12A}" type="pres">
      <dgm:prSet presAssocID="{002CB2C6-BD8F-4487-9861-8A5D2D24328C}" presName="horzFour" presStyleCnt="0"/>
      <dgm:spPr/>
    </dgm:pt>
  </dgm:ptLst>
  <dgm:cxnLst>
    <dgm:cxn modelId="{1967B10D-9AE5-4403-874C-72E3DAFED59C}" srcId="{AD361C2B-B747-43CB-A089-929253487BB0}" destId="{FCCEB222-BEE1-49AB-84BC-1E357E21AB3A}" srcOrd="1" destOrd="0" parTransId="{833B056E-33A5-4E51-9309-DEBA2A9A1C81}" sibTransId="{64074616-0ADE-4279-81EA-C4722786C3D5}"/>
    <dgm:cxn modelId="{9AD36615-9632-4B02-BF30-1A5A6CA0FBFA}" type="presOf" srcId="{002CB2C6-BD8F-4487-9861-8A5D2D24328C}" destId="{78DAB82B-5956-4483-AE99-D5F144D869BE}" srcOrd="0" destOrd="0" presId="urn:microsoft.com/office/officeart/2005/8/layout/hierarchy4"/>
    <dgm:cxn modelId="{F3338846-FCE2-4813-A1D5-4B256313DE80}" srcId="{B78B0671-4555-48A3-8D1D-369FE98ED9D7}" destId="{FDEB0320-1DA3-45DA-ABAF-04EA46BAD50E}" srcOrd="0" destOrd="0" parTransId="{18C35A89-46BB-42AE-86CD-A63BC3085C09}" sibTransId="{35CC4439-F1D1-4EAF-87E2-C9617FF1ECB9}"/>
    <dgm:cxn modelId="{8BDCE246-9A47-4450-9A0E-E1E8492B2A2E}" type="presOf" srcId="{B78B0671-4555-48A3-8D1D-369FE98ED9D7}" destId="{6E008EBA-CBB8-4E37-B06D-12E5FE811660}" srcOrd="0" destOrd="0" presId="urn:microsoft.com/office/officeart/2005/8/layout/hierarchy4"/>
    <dgm:cxn modelId="{6B79F46D-AFB5-4B14-912D-21BC689252D6}" srcId="{69EB13F0-2250-4EDC-8421-1ECCC7475442}" destId="{AD361C2B-B747-43CB-A089-929253487BB0}" srcOrd="0" destOrd="0" parTransId="{51C33D7C-1BCD-43D5-87C5-337B7908F279}" sibTransId="{0E9BE488-F745-4C83-8A6D-865470D8A4B8}"/>
    <dgm:cxn modelId="{B7AAE356-789B-42F2-AA75-AB05E15619B4}" srcId="{FCCEB222-BEE1-49AB-84BC-1E357E21AB3A}" destId="{002CB2C6-BD8F-4487-9861-8A5D2D24328C}" srcOrd="0" destOrd="0" parTransId="{1649F4A6-36D1-47FF-ADAC-9ABD1599195C}" sibTransId="{00C9449A-BDFE-48D2-9715-BFB7F11DE39A}"/>
    <dgm:cxn modelId="{A4C27294-5B2E-4273-A648-EA97D5A49614}" type="presOf" srcId="{FDEB0320-1DA3-45DA-ABAF-04EA46BAD50E}" destId="{57865361-B6DD-4D62-8423-A989A1D23F73}" srcOrd="0" destOrd="0" presId="urn:microsoft.com/office/officeart/2005/8/layout/hierarchy4"/>
    <dgm:cxn modelId="{65AD479F-DC53-4832-AC1A-E8AE9731BAE7}" type="presOf" srcId="{69EB13F0-2250-4EDC-8421-1ECCC7475442}" destId="{FF2143AB-7350-4D63-83CF-EFB4EBD2D88F}" srcOrd="0" destOrd="0" presId="urn:microsoft.com/office/officeart/2005/8/layout/hierarchy4"/>
    <dgm:cxn modelId="{5D8D5CB5-3B59-49D1-89F8-FA2614915A41}" srcId="{013D9790-D4CF-4916-964C-7DDEFE01212D}" destId="{69EB13F0-2250-4EDC-8421-1ECCC7475442}" srcOrd="0" destOrd="0" parTransId="{FB78C6EB-DB6D-4546-B11C-BC30EBAB63E6}" sibTransId="{F44A88EC-A5C6-4C40-A4A9-5CC1E6B0C21E}"/>
    <dgm:cxn modelId="{08D4BEC9-FE05-43B4-99CF-9B25DF01FDCA}" type="presOf" srcId="{AD361C2B-B747-43CB-A089-929253487BB0}" destId="{92CF0449-6CB5-41E8-937F-ED46EE0BB828}" srcOrd="0" destOrd="0" presId="urn:microsoft.com/office/officeart/2005/8/layout/hierarchy4"/>
    <dgm:cxn modelId="{AEC5E6E7-AA9A-44D4-A4DC-90C1ADB29278}" type="presOf" srcId="{FCCEB222-BEE1-49AB-84BC-1E357E21AB3A}" destId="{58BA0E99-BB78-45E3-93E4-E302EC4C1F31}" srcOrd="0" destOrd="0" presId="urn:microsoft.com/office/officeart/2005/8/layout/hierarchy4"/>
    <dgm:cxn modelId="{E3561FF1-BBD7-46C8-AAD0-0E6160B53DEF}" type="presOf" srcId="{013D9790-D4CF-4916-964C-7DDEFE01212D}" destId="{D5B7A2CC-B092-432E-8542-CF4964A6BB03}" srcOrd="0" destOrd="0" presId="urn:microsoft.com/office/officeart/2005/8/layout/hierarchy4"/>
    <dgm:cxn modelId="{589CB1FD-17F4-4AEF-A35E-71DDFF57D144}" srcId="{AD361C2B-B747-43CB-A089-929253487BB0}" destId="{B78B0671-4555-48A3-8D1D-369FE98ED9D7}" srcOrd="0" destOrd="0" parTransId="{B7D9E753-2322-423D-BA38-93D268BF0A92}" sibTransId="{BE025AB5-8298-4AF0-846E-A680B275E8DF}"/>
    <dgm:cxn modelId="{495AB405-9BFD-4213-A867-4E31A059EAD5}" type="presParOf" srcId="{D5B7A2CC-B092-432E-8542-CF4964A6BB03}" destId="{55525586-592B-43CA-9798-0CCA28CE6D47}" srcOrd="0" destOrd="0" presId="urn:microsoft.com/office/officeart/2005/8/layout/hierarchy4"/>
    <dgm:cxn modelId="{431B64B3-CCD4-4EAE-B1ED-0F28B9E85646}" type="presParOf" srcId="{55525586-592B-43CA-9798-0CCA28CE6D47}" destId="{FF2143AB-7350-4D63-83CF-EFB4EBD2D88F}" srcOrd="0" destOrd="0" presId="urn:microsoft.com/office/officeart/2005/8/layout/hierarchy4"/>
    <dgm:cxn modelId="{44AE246A-842C-43A8-9DFB-37636E181E22}" type="presParOf" srcId="{55525586-592B-43CA-9798-0CCA28CE6D47}" destId="{764EDB7A-F34C-48CD-9187-CE7FB583A2B9}" srcOrd="1" destOrd="0" presId="urn:microsoft.com/office/officeart/2005/8/layout/hierarchy4"/>
    <dgm:cxn modelId="{070DE023-AAF3-4943-8E1E-8AFF5A7088DE}" type="presParOf" srcId="{55525586-592B-43CA-9798-0CCA28CE6D47}" destId="{9A8BD481-F96D-439D-9779-1C7433EDBAE5}" srcOrd="2" destOrd="0" presId="urn:microsoft.com/office/officeart/2005/8/layout/hierarchy4"/>
    <dgm:cxn modelId="{7E6CC3D8-2A7E-4E33-AE3C-E9383E5BF706}" type="presParOf" srcId="{9A8BD481-F96D-439D-9779-1C7433EDBAE5}" destId="{59504FAC-0FB2-438A-981C-203FBFEEE7C4}" srcOrd="0" destOrd="0" presId="urn:microsoft.com/office/officeart/2005/8/layout/hierarchy4"/>
    <dgm:cxn modelId="{0B9BB44C-7EAB-4D85-98CF-E7198E203431}" type="presParOf" srcId="{59504FAC-0FB2-438A-981C-203FBFEEE7C4}" destId="{92CF0449-6CB5-41E8-937F-ED46EE0BB828}" srcOrd="0" destOrd="0" presId="urn:microsoft.com/office/officeart/2005/8/layout/hierarchy4"/>
    <dgm:cxn modelId="{7FC92E24-4396-4E75-ACD2-7888FAF6217E}" type="presParOf" srcId="{59504FAC-0FB2-438A-981C-203FBFEEE7C4}" destId="{3778A846-8E33-42F0-9088-C12FA53CA856}" srcOrd="1" destOrd="0" presId="urn:microsoft.com/office/officeart/2005/8/layout/hierarchy4"/>
    <dgm:cxn modelId="{95CB1A17-0BE8-41EF-86DB-8292ADFE5023}" type="presParOf" srcId="{59504FAC-0FB2-438A-981C-203FBFEEE7C4}" destId="{5C49CFA4-0356-4273-B234-B48D3C229471}" srcOrd="2" destOrd="0" presId="urn:microsoft.com/office/officeart/2005/8/layout/hierarchy4"/>
    <dgm:cxn modelId="{BCE45C00-498F-4EF3-8F73-4CF64370B7EE}" type="presParOf" srcId="{5C49CFA4-0356-4273-B234-B48D3C229471}" destId="{039CAAA8-2EF3-4801-93C6-25E6612C24BB}" srcOrd="0" destOrd="0" presId="urn:microsoft.com/office/officeart/2005/8/layout/hierarchy4"/>
    <dgm:cxn modelId="{F6911CFE-C251-418F-A9B3-798BEC1B588F}" type="presParOf" srcId="{039CAAA8-2EF3-4801-93C6-25E6612C24BB}" destId="{6E008EBA-CBB8-4E37-B06D-12E5FE811660}" srcOrd="0" destOrd="0" presId="urn:microsoft.com/office/officeart/2005/8/layout/hierarchy4"/>
    <dgm:cxn modelId="{8A379C6E-63AD-4147-B289-1C32F9EDFEA6}" type="presParOf" srcId="{039CAAA8-2EF3-4801-93C6-25E6612C24BB}" destId="{DF8F7ECA-DCEA-4D14-9A66-FE41D1E87719}" srcOrd="1" destOrd="0" presId="urn:microsoft.com/office/officeart/2005/8/layout/hierarchy4"/>
    <dgm:cxn modelId="{EAB343FB-6D40-4993-B827-BF8988A931E9}" type="presParOf" srcId="{039CAAA8-2EF3-4801-93C6-25E6612C24BB}" destId="{6DF95CE1-8953-4BF5-8471-111041BFEB55}" srcOrd="2" destOrd="0" presId="urn:microsoft.com/office/officeart/2005/8/layout/hierarchy4"/>
    <dgm:cxn modelId="{EB2C0A4E-332E-4CF9-8915-6B886A6F47FF}" type="presParOf" srcId="{6DF95CE1-8953-4BF5-8471-111041BFEB55}" destId="{B316174C-6BEB-404B-BAE5-EB67DD33C9BB}" srcOrd="0" destOrd="0" presId="urn:microsoft.com/office/officeart/2005/8/layout/hierarchy4"/>
    <dgm:cxn modelId="{9A82C1B9-9237-4589-A563-6310027B1344}" type="presParOf" srcId="{B316174C-6BEB-404B-BAE5-EB67DD33C9BB}" destId="{57865361-B6DD-4D62-8423-A989A1D23F73}" srcOrd="0" destOrd="0" presId="urn:microsoft.com/office/officeart/2005/8/layout/hierarchy4"/>
    <dgm:cxn modelId="{53B6F369-D1D4-4675-AF5B-BF4697ABBECF}" type="presParOf" srcId="{B316174C-6BEB-404B-BAE5-EB67DD33C9BB}" destId="{C37AC3F6-6477-40AF-AF84-4BC9B93E282A}" srcOrd="1" destOrd="0" presId="urn:microsoft.com/office/officeart/2005/8/layout/hierarchy4"/>
    <dgm:cxn modelId="{7106626B-CD34-403D-AFEC-E17596CF9593}" type="presParOf" srcId="{5C49CFA4-0356-4273-B234-B48D3C229471}" destId="{3AC1DC5F-2664-44B4-B5BE-8320B7C9293F}" srcOrd="1" destOrd="0" presId="urn:microsoft.com/office/officeart/2005/8/layout/hierarchy4"/>
    <dgm:cxn modelId="{48E064FD-AFB3-4475-8F61-FA9CB5FADE4C}" type="presParOf" srcId="{5C49CFA4-0356-4273-B234-B48D3C229471}" destId="{BD10E236-068B-4ED8-AF47-41DB01F5C674}" srcOrd="2" destOrd="0" presId="urn:microsoft.com/office/officeart/2005/8/layout/hierarchy4"/>
    <dgm:cxn modelId="{A8EF7B8B-FC33-4503-B655-F02CDAB209C7}" type="presParOf" srcId="{BD10E236-068B-4ED8-AF47-41DB01F5C674}" destId="{58BA0E99-BB78-45E3-93E4-E302EC4C1F31}" srcOrd="0" destOrd="0" presId="urn:microsoft.com/office/officeart/2005/8/layout/hierarchy4"/>
    <dgm:cxn modelId="{04557117-0A0B-48FE-A68B-A48C061E3DAA}" type="presParOf" srcId="{BD10E236-068B-4ED8-AF47-41DB01F5C674}" destId="{E145B1D2-D86B-4B06-8172-FAE073BA1476}" srcOrd="1" destOrd="0" presId="urn:microsoft.com/office/officeart/2005/8/layout/hierarchy4"/>
    <dgm:cxn modelId="{04DD50FC-1138-41E6-B076-C8ECC7979CCC}" type="presParOf" srcId="{BD10E236-068B-4ED8-AF47-41DB01F5C674}" destId="{3388F4FB-EB86-4BFB-B841-6FEE42AF83F8}" srcOrd="2" destOrd="0" presId="urn:microsoft.com/office/officeart/2005/8/layout/hierarchy4"/>
    <dgm:cxn modelId="{F74AA277-53DE-42A1-8A8C-0A2291505933}" type="presParOf" srcId="{3388F4FB-EB86-4BFB-B841-6FEE42AF83F8}" destId="{272750AC-67C1-4106-9142-8889C0F5D93E}" srcOrd="0" destOrd="0" presId="urn:microsoft.com/office/officeart/2005/8/layout/hierarchy4"/>
    <dgm:cxn modelId="{DB3734D7-57D8-4D83-9870-F02887932658}" type="presParOf" srcId="{272750AC-67C1-4106-9142-8889C0F5D93E}" destId="{78DAB82B-5956-4483-AE99-D5F144D869BE}" srcOrd="0" destOrd="0" presId="urn:microsoft.com/office/officeart/2005/8/layout/hierarchy4"/>
    <dgm:cxn modelId="{6175FC5A-4B6F-49AC-9E80-1A5C20C14612}" type="presParOf" srcId="{272750AC-67C1-4106-9142-8889C0F5D93E}" destId="{2F041DE4-E93D-4D83-9888-93641926D12A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2143AB-7350-4D63-83CF-EFB4EBD2D88F}">
      <dsp:nvSpPr>
        <dsp:cNvPr id="0" name=""/>
        <dsp:cNvSpPr/>
      </dsp:nvSpPr>
      <dsp:spPr>
        <a:xfrm>
          <a:off x="2505" y="245"/>
          <a:ext cx="5350953" cy="650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Prepaid Consumer Base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33.5 MN</a:t>
          </a:r>
        </a:p>
      </dsp:txBody>
      <dsp:txXfrm>
        <a:off x="21571" y="19311"/>
        <a:ext cx="5312821" cy="612826"/>
      </dsp:txXfrm>
    </dsp:sp>
    <dsp:sp modelId="{92CF0449-6CB5-41E8-937F-ED46EE0BB828}">
      <dsp:nvSpPr>
        <dsp:cNvPr id="0" name=""/>
        <dsp:cNvSpPr/>
      </dsp:nvSpPr>
      <dsp:spPr>
        <a:xfrm>
          <a:off x="2505" y="720622"/>
          <a:ext cx="5350953" cy="650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Status = “Active”  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24.7 MN</a:t>
          </a:r>
        </a:p>
      </dsp:txBody>
      <dsp:txXfrm>
        <a:off x="21571" y="739688"/>
        <a:ext cx="5312821" cy="612826"/>
      </dsp:txXfrm>
    </dsp:sp>
    <dsp:sp modelId="{6E008EBA-CBB8-4E37-B06D-12E5FE811660}">
      <dsp:nvSpPr>
        <dsp:cNvPr id="0" name=""/>
        <dsp:cNvSpPr/>
      </dsp:nvSpPr>
      <dsp:spPr>
        <a:xfrm>
          <a:off x="2505" y="1440998"/>
          <a:ext cx="2620447" cy="650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Tenure &gt;= 90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 19.2 MN</a:t>
          </a:r>
        </a:p>
      </dsp:txBody>
      <dsp:txXfrm>
        <a:off x="21571" y="1460064"/>
        <a:ext cx="2582315" cy="612826"/>
      </dsp:txXfrm>
    </dsp:sp>
    <dsp:sp modelId="{57865361-B6DD-4D62-8423-A989A1D23F73}">
      <dsp:nvSpPr>
        <dsp:cNvPr id="0" name=""/>
        <dsp:cNvSpPr/>
      </dsp:nvSpPr>
      <dsp:spPr>
        <a:xfrm>
          <a:off x="2505" y="2161375"/>
          <a:ext cx="2620447" cy="650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Tenure &gt;= 120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 17.7 MN</a:t>
          </a:r>
        </a:p>
      </dsp:txBody>
      <dsp:txXfrm>
        <a:off x="21571" y="2180441"/>
        <a:ext cx="2582315" cy="612826"/>
      </dsp:txXfrm>
    </dsp:sp>
    <dsp:sp modelId="{58BA0E99-BB78-45E3-93E4-E302EC4C1F31}">
      <dsp:nvSpPr>
        <dsp:cNvPr id="0" name=""/>
        <dsp:cNvSpPr/>
      </dsp:nvSpPr>
      <dsp:spPr>
        <a:xfrm>
          <a:off x="2733011" y="1440998"/>
          <a:ext cx="2620447" cy="650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Tenure &lt; 90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 5.5 MN</a:t>
          </a:r>
        </a:p>
      </dsp:txBody>
      <dsp:txXfrm>
        <a:off x="2752077" y="1460064"/>
        <a:ext cx="2582315" cy="612826"/>
      </dsp:txXfrm>
    </dsp:sp>
    <dsp:sp modelId="{78DAB82B-5956-4483-AE99-D5F144D869BE}">
      <dsp:nvSpPr>
        <dsp:cNvPr id="0" name=""/>
        <dsp:cNvSpPr/>
      </dsp:nvSpPr>
      <dsp:spPr>
        <a:xfrm>
          <a:off x="2733011" y="2161375"/>
          <a:ext cx="2620447" cy="65095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Tenure &lt; 120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 7.0 MN</a:t>
          </a:r>
        </a:p>
      </dsp:txBody>
      <dsp:txXfrm>
        <a:off x="2752077" y="2180441"/>
        <a:ext cx="2582315" cy="6128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F58B57-EB07-46E2-A2F3-DBD968061374}" type="datetimeFigureOut">
              <a:rPr lang="en-IN" smtClean="0"/>
              <a:t>02-09-2021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53386F-AFEE-4FC4-BB24-177323E446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1626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BF320-818D-4B5C-BC07-35DF5D77146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31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BF320-818D-4B5C-BC07-35DF5D77146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790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BF320-818D-4B5C-BC07-35DF5D77146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016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BF320-818D-4B5C-BC07-35DF5D77146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2073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0BF320-818D-4B5C-BC07-35DF5D77146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442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535B612-D7D9-4C0A-84A0-40CB3939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2014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535B612-D7D9-4C0A-84A0-40CB3939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073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A535B612-D7D9-4C0A-84A0-40CB39399E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083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2.bin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5.bin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0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7.bin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11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30.xml"/><Relationship Id="rId7" Type="http://schemas.openxmlformats.org/officeDocument/2006/relationships/image" Target="../media/image8.png"/><Relationship Id="rId2" Type="http://schemas.openxmlformats.org/officeDocument/2006/relationships/tags" Target="../tags/tag29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title no descrip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9B11EA-C6D0-4AEF-8280-8974D69A3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400" y="2593447"/>
            <a:ext cx="4689764" cy="1110338"/>
          </a:xfrm>
        </p:spPr>
        <p:txBody>
          <a:bodyPr numCol="1" anchor="ctr"/>
          <a:lstStyle>
            <a:lvl1pPr>
              <a:spcBef>
                <a:spcPts val="0"/>
              </a:spcBef>
              <a:defRPr sz="2800"/>
            </a:lvl1pPr>
          </a:lstStyle>
          <a:p>
            <a:r>
              <a:rPr lang="en-US"/>
              <a:t>Add presentation title</a:t>
            </a:r>
            <a:endParaRPr lang="en-GB" altLang="en-GB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FAD6190-E2A1-4B8A-B7E6-F74781C2D0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7400" y="3712109"/>
            <a:ext cx="4689452" cy="415781"/>
          </a:xfrm>
          <a:prstGeom prst="rect">
            <a:avLst/>
          </a:prstGeom>
        </p:spPr>
        <p:txBody>
          <a:bodyPr numCol="1" anchor="t"/>
          <a:lstStyle>
            <a:lvl1pPr marL="0" indent="0">
              <a:spcBef>
                <a:spcPts val="0"/>
              </a:spcBef>
              <a:buNone/>
              <a:defRPr sz="1800" i="1"/>
            </a:lvl1pPr>
          </a:lstStyle>
          <a:p>
            <a:pPr lvl="0"/>
            <a:r>
              <a:rPr lang="en-US"/>
              <a:t>Add subtitle</a:t>
            </a:r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3837861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 yellow oval with descrip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52BA5D-0243-47AE-A1DB-459E7316522C}"/>
              </a:ext>
            </a:extLst>
          </p:cNvPr>
          <p:cNvGrpSpPr/>
          <p:nvPr userDrawn="1"/>
        </p:nvGrpSpPr>
        <p:grpSpPr>
          <a:xfrm>
            <a:off x="1" y="677021"/>
            <a:ext cx="11798299" cy="5784424"/>
            <a:chOff x="1" y="677021"/>
            <a:chExt cx="11798299" cy="5784424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3488EC-74B9-4DE3-80BB-E1CBC85C36AF}"/>
                </a:ext>
              </a:extLst>
            </p:cNvPr>
            <p:cNvSpPr/>
            <p:nvPr userDrawn="1"/>
          </p:nvSpPr>
          <p:spPr>
            <a:xfrm>
              <a:off x="1" y="677021"/>
              <a:ext cx="6668655" cy="5490104"/>
            </a:xfrm>
            <a:custGeom>
              <a:avLst/>
              <a:gdLst>
                <a:gd name="connsiteX0" fmla="*/ 0 w 6668655"/>
                <a:gd name="connsiteY0" fmla="*/ 0 h 5490104"/>
                <a:gd name="connsiteX1" fmla="*/ 560043 w 6668655"/>
                <a:gd name="connsiteY1" fmla="*/ 11421 h 5490104"/>
                <a:gd name="connsiteX2" fmla="*/ 6668655 w 6668655"/>
                <a:gd name="connsiteY2" fmla="*/ 2745052 h 5490104"/>
                <a:gd name="connsiteX3" fmla="*/ 560043 w 6668655"/>
                <a:gd name="connsiteY3" fmla="*/ 5478684 h 5490104"/>
                <a:gd name="connsiteX4" fmla="*/ 0 w 6668655"/>
                <a:gd name="connsiteY4" fmla="*/ 5490104 h 5490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8655" h="5490104">
                  <a:moveTo>
                    <a:pt x="0" y="0"/>
                  </a:moveTo>
                  <a:lnTo>
                    <a:pt x="560043" y="11421"/>
                  </a:lnTo>
                  <a:cubicBezTo>
                    <a:pt x="3991160" y="152137"/>
                    <a:pt x="6668655" y="1322323"/>
                    <a:pt x="6668655" y="2745052"/>
                  </a:cubicBezTo>
                  <a:cubicBezTo>
                    <a:pt x="6668655" y="4167782"/>
                    <a:pt x="3991160" y="5337968"/>
                    <a:pt x="560043" y="5478684"/>
                  </a:cubicBezTo>
                  <a:lnTo>
                    <a:pt x="0" y="5490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615AAC-41D2-434C-9428-BF63EA896291}"/>
                </a:ext>
              </a:extLst>
            </p:cNvPr>
            <p:cNvGrpSpPr/>
            <p:nvPr userDrawn="1"/>
          </p:nvGrpSpPr>
          <p:grpSpPr>
            <a:xfrm>
              <a:off x="7813964" y="5310073"/>
              <a:ext cx="3984336" cy="1151372"/>
              <a:chOff x="7813964" y="5310073"/>
              <a:chExt cx="3984336" cy="115137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F458BA2-8A46-4581-B19B-9D2D867A6C80}"/>
                  </a:ext>
                </a:extLst>
              </p:cNvPr>
              <p:cNvGrpSpPr/>
              <p:nvPr userDrawn="1"/>
            </p:nvGrpSpPr>
            <p:grpSpPr>
              <a:xfrm>
                <a:off x="7813964" y="5788335"/>
                <a:ext cx="2358245" cy="226732"/>
                <a:chOff x="19621500" y="3297238"/>
                <a:chExt cx="3170238" cy="304801"/>
              </a:xfrm>
            </p:grpSpPr>
            <p:sp>
              <p:nvSpPr>
                <p:cNvPr id="29" name="Freeform 5">
                  <a:extLst>
                    <a:ext uri="{FF2B5EF4-FFF2-40B4-BE49-F238E27FC236}">
                      <a16:creationId xmlns:a16="http://schemas.microsoft.com/office/drawing/2014/main" id="{90492846-68C3-4A06-9BBB-C31EE41839E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19621500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4 w 115"/>
                    <a:gd name="T3" fmla="*/ 106 h 106"/>
                    <a:gd name="T4" fmla="*/ 4 w 115"/>
                    <a:gd name="T5" fmla="*/ 55 h 106"/>
                    <a:gd name="T6" fmla="*/ 69 w 115"/>
                    <a:gd name="T7" fmla="*/ 0 h 106"/>
                    <a:gd name="T8" fmla="*/ 111 w 115"/>
                    <a:gd name="T9" fmla="*/ 44 h 106"/>
                    <a:gd name="T10" fmla="*/ 105 w 115"/>
                    <a:gd name="T11" fmla="*/ 61 h 106"/>
                    <a:gd name="T12" fmla="*/ 36 w 115"/>
                    <a:gd name="T13" fmla="*/ 61 h 106"/>
                    <a:gd name="T14" fmla="*/ 65 w 115"/>
                    <a:gd name="T15" fmla="*/ 81 h 106"/>
                    <a:gd name="T16" fmla="*/ 97 w 115"/>
                    <a:gd name="T17" fmla="*/ 72 h 106"/>
                    <a:gd name="T18" fmla="*/ 106 w 115"/>
                    <a:gd name="T19" fmla="*/ 88 h 106"/>
                    <a:gd name="T20" fmla="*/ 38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8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5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5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2" name="Freeform 6">
                  <a:extLst>
                    <a:ext uri="{FF2B5EF4-FFF2-40B4-BE49-F238E27FC236}">
                      <a16:creationId xmlns:a16="http://schemas.microsoft.com/office/drawing/2014/main" id="{707CE0B4-2D6D-4971-8AF0-3042F22B8223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19829463" y="3370263"/>
                  <a:ext cx="190500" cy="161925"/>
                </a:xfrm>
                <a:custGeom>
                  <a:avLst/>
                  <a:gdLst>
                    <a:gd name="T0" fmla="*/ 120 w 120"/>
                    <a:gd name="T1" fmla="*/ 0 h 102"/>
                    <a:gd name="T2" fmla="*/ 62 w 120"/>
                    <a:gd name="T3" fmla="*/ 102 h 102"/>
                    <a:gd name="T4" fmla="*/ 29 w 120"/>
                    <a:gd name="T5" fmla="*/ 102 h 102"/>
                    <a:gd name="T6" fmla="*/ 0 w 120"/>
                    <a:gd name="T7" fmla="*/ 0 h 102"/>
                    <a:gd name="T8" fmla="*/ 35 w 120"/>
                    <a:gd name="T9" fmla="*/ 0 h 102"/>
                    <a:gd name="T10" fmla="*/ 52 w 120"/>
                    <a:gd name="T11" fmla="*/ 67 h 102"/>
                    <a:gd name="T12" fmla="*/ 87 w 120"/>
                    <a:gd name="T13" fmla="*/ 0 h 102"/>
                    <a:gd name="T14" fmla="*/ 120 w 120"/>
                    <a:gd name="T15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0" h="102">
                      <a:moveTo>
                        <a:pt x="120" y="0"/>
                      </a:moveTo>
                      <a:lnTo>
                        <a:pt x="62" y="102"/>
                      </a:lnTo>
                      <a:lnTo>
                        <a:pt x="29" y="102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52" y="67"/>
                      </a:lnTo>
                      <a:lnTo>
                        <a:pt x="87" y="0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68C03181-FF55-4636-9D8E-96B2FC865CF7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0013613" y="3363913"/>
                  <a:ext cx="188913" cy="176213"/>
                </a:xfrm>
                <a:custGeom>
                  <a:avLst/>
                  <a:gdLst>
                    <a:gd name="T0" fmla="*/ 106 w 114"/>
                    <a:gd name="T1" fmla="*/ 88 h 106"/>
                    <a:gd name="T2" fmla="*/ 54 w 114"/>
                    <a:gd name="T3" fmla="*/ 106 h 106"/>
                    <a:gd name="T4" fmla="*/ 4 w 114"/>
                    <a:gd name="T5" fmla="*/ 55 h 106"/>
                    <a:gd name="T6" fmla="*/ 69 w 114"/>
                    <a:gd name="T7" fmla="*/ 0 h 106"/>
                    <a:gd name="T8" fmla="*/ 111 w 114"/>
                    <a:gd name="T9" fmla="*/ 44 h 106"/>
                    <a:gd name="T10" fmla="*/ 105 w 114"/>
                    <a:gd name="T11" fmla="*/ 61 h 106"/>
                    <a:gd name="T12" fmla="*/ 35 w 114"/>
                    <a:gd name="T13" fmla="*/ 61 h 106"/>
                    <a:gd name="T14" fmla="*/ 64 w 114"/>
                    <a:gd name="T15" fmla="*/ 81 h 106"/>
                    <a:gd name="T16" fmla="*/ 97 w 114"/>
                    <a:gd name="T17" fmla="*/ 72 h 106"/>
                    <a:gd name="T18" fmla="*/ 106 w 114"/>
                    <a:gd name="T19" fmla="*/ 88 h 106"/>
                    <a:gd name="T20" fmla="*/ 38 w 114"/>
                    <a:gd name="T21" fmla="*/ 40 h 106"/>
                    <a:gd name="T22" fmla="*/ 83 w 114"/>
                    <a:gd name="T23" fmla="*/ 40 h 106"/>
                    <a:gd name="T24" fmla="*/ 66 w 114"/>
                    <a:gd name="T25" fmla="*/ 22 h 106"/>
                    <a:gd name="T26" fmla="*/ 38 w 114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4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4" y="18"/>
                        <a:pt x="111" y="44"/>
                      </a:cubicBezTo>
                      <a:cubicBezTo>
                        <a:pt x="110" y="51"/>
                        <a:pt x="107" y="57"/>
                        <a:pt x="105" y="61"/>
                      </a:cubicBezTo>
                      <a:cubicBezTo>
                        <a:pt x="35" y="61"/>
                        <a:pt x="35" y="61"/>
                        <a:pt x="35" y="61"/>
                      </a:cubicBezTo>
                      <a:cubicBezTo>
                        <a:pt x="37" y="74"/>
                        <a:pt x="47" y="81"/>
                        <a:pt x="64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3" y="40"/>
                        <a:pt x="83" y="40"/>
                        <a:pt x="83" y="40"/>
                      </a:cubicBezTo>
                      <a:cubicBezTo>
                        <a:pt x="84" y="29"/>
                        <a:pt x="77" y="22"/>
                        <a:pt x="66" y="22"/>
                      </a:cubicBezTo>
                      <a:cubicBezTo>
                        <a:pt x="55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56402EF2-1D73-40A4-935D-876F9D5A62A4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219988" y="3365501"/>
                  <a:ext cx="146050" cy="166688"/>
                </a:xfrm>
                <a:custGeom>
                  <a:avLst/>
                  <a:gdLst>
                    <a:gd name="T0" fmla="*/ 89 w 89"/>
                    <a:gd name="T1" fmla="*/ 2 h 100"/>
                    <a:gd name="T2" fmla="*/ 84 w 89"/>
                    <a:gd name="T3" fmla="*/ 32 h 100"/>
                    <a:gd name="T4" fmla="*/ 70 w 89"/>
                    <a:gd name="T5" fmla="*/ 30 h 100"/>
                    <a:gd name="T6" fmla="*/ 40 w 89"/>
                    <a:gd name="T7" fmla="*/ 46 h 100"/>
                    <a:gd name="T8" fmla="*/ 32 w 89"/>
                    <a:gd name="T9" fmla="*/ 100 h 100"/>
                    <a:gd name="T10" fmla="*/ 0 w 89"/>
                    <a:gd name="T11" fmla="*/ 100 h 100"/>
                    <a:gd name="T12" fmla="*/ 14 w 89"/>
                    <a:gd name="T13" fmla="*/ 6 h 100"/>
                    <a:gd name="T14" fmla="*/ 45 w 89"/>
                    <a:gd name="T15" fmla="*/ 0 h 100"/>
                    <a:gd name="T16" fmla="*/ 42 w 89"/>
                    <a:gd name="T17" fmla="*/ 22 h 100"/>
                    <a:gd name="T18" fmla="*/ 77 w 89"/>
                    <a:gd name="T19" fmla="*/ 0 h 100"/>
                    <a:gd name="T20" fmla="*/ 89 w 89"/>
                    <a:gd name="T21" fmla="*/ 2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9" h="100">
                      <a:moveTo>
                        <a:pt x="89" y="2"/>
                      </a:moveTo>
                      <a:cubicBezTo>
                        <a:pt x="84" y="32"/>
                        <a:pt x="84" y="32"/>
                        <a:pt x="84" y="32"/>
                      </a:cubicBezTo>
                      <a:cubicBezTo>
                        <a:pt x="80" y="31"/>
                        <a:pt x="75" y="30"/>
                        <a:pt x="70" y="30"/>
                      </a:cubicBezTo>
                      <a:cubicBezTo>
                        <a:pt x="56" y="30"/>
                        <a:pt x="47" y="37"/>
                        <a:pt x="40" y="46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52" y="8"/>
                        <a:pt x="65" y="0"/>
                        <a:pt x="77" y="0"/>
                      </a:cubicBezTo>
                      <a:cubicBezTo>
                        <a:pt x="80" y="0"/>
                        <a:pt x="85" y="1"/>
                        <a:pt x="89" y="2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5" name="Freeform 9">
                  <a:extLst>
                    <a:ext uri="{FF2B5EF4-FFF2-40B4-BE49-F238E27FC236}">
                      <a16:creationId xmlns:a16="http://schemas.microsoft.com/office/drawing/2014/main" id="{4359D712-C209-4C72-970A-117E75D0BAA9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369213" y="3370263"/>
                  <a:ext cx="187325" cy="228600"/>
                </a:xfrm>
                <a:custGeom>
                  <a:avLst/>
                  <a:gdLst>
                    <a:gd name="T0" fmla="*/ 118 w 118"/>
                    <a:gd name="T1" fmla="*/ 0 h 144"/>
                    <a:gd name="T2" fmla="*/ 38 w 118"/>
                    <a:gd name="T3" fmla="*/ 144 h 144"/>
                    <a:gd name="T4" fmla="*/ 5 w 118"/>
                    <a:gd name="T5" fmla="*/ 144 h 144"/>
                    <a:gd name="T6" fmla="*/ 31 w 118"/>
                    <a:gd name="T7" fmla="*/ 102 h 144"/>
                    <a:gd name="T8" fmla="*/ 0 w 118"/>
                    <a:gd name="T9" fmla="*/ 0 h 144"/>
                    <a:gd name="T10" fmla="*/ 37 w 118"/>
                    <a:gd name="T11" fmla="*/ 0 h 144"/>
                    <a:gd name="T12" fmla="*/ 53 w 118"/>
                    <a:gd name="T13" fmla="*/ 64 h 144"/>
                    <a:gd name="T14" fmla="*/ 86 w 118"/>
                    <a:gd name="T15" fmla="*/ 0 h 144"/>
                    <a:gd name="T16" fmla="*/ 118 w 118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8" h="144">
                      <a:moveTo>
                        <a:pt x="118" y="0"/>
                      </a:moveTo>
                      <a:lnTo>
                        <a:pt x="38" y="144"/>
                      </a:lnTo>
                      <a:lnTo>
                        <a:pt x="5" y="144"/>
                      </a:lnTo>
                      <a:lnTo>
                        <a:pt x="31" y="102"/>
                      </a:lnTo>
                      <a:lnTo>
                        <a:pt x="0" y="0"/>
                      </a:lnTo>
                      <a:lnTo>
                        <a:pt x="37" y="0"/>
                      </a:lnTo>
                      <a:lnTo>
                        <a:pt x="53" y="64"/>
                      </a:lnTo>
                      <a:lnTo>
                        <a:pt x="86" y="0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6" name="Freeform 10">
                  <a:extLst>
                    <a:ext uri="{FF2B5EF4-FFF2-40B4-BE49-F238E27FC236}">
                      <a16:creationId xmlns:a16="http://schemas.microsoft.com/office/drawing/2014/main" id="{5F8E8045-DC85-4D6A-9BA8-A90825E6C393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561300" y="3370263"/>
                  <a:ext cx="266700" cy="161925"/>
                </a:xfrm>
                <a:custGeom>
                  <a:avLst/>
                  <a:gdLst>
                    <a:gd name="T0" fmla="*/ 168 w 168"/>
                    <a:gd name="T1" fmla="*/ 0 h 102"/>
                    <a:gd name="T2" fmla="*/ 119 w 168"/>
                    <a:gd name="T3" fmla="*/ 102 h 102"/>
                    <a:gd name="T4" fmla="*/ 88 w 168"/>
                    <a:gd name="T5" fmla="*/ 102 h 102"/>
                    <a:gd name="T6" fmla="*/ 76 w 168"/>
                    <a:gd name="T7" fmla="*/ 45 h 102"/>
                    <a:gd name="T8" fmla="*/ 52 w 168"/>
                    <a:gd name="T9" fmla="*/ 102 h 102"/>
                    <a:gd name="T10" fmla="*/ 20 w 168"/>
                    <a:gd name="T11" fmla="*/ 102 h 102"/>
                    <a:gd name="T12" fmla="*/ 0 w 168"/>
                    <a:gd name="T13" fmla="*/ 0 h 102"/>
                    <a:gd name="T14" fmla="*/ 34 w 168"/>
                    <a:gd name="T15" fmla="*/ 0 h 102"/>
                    <a:gd name="T16" fmla="*/ 43 w 168"/>
                    <a:gd name="T17" fmla="*/ 67 h 102"/>
                    <a:gd name="T18" fmla="*/ 70 w 168"/>
                    <a:gd name="T19" fmla="*/ 0 h 102"/>
                    <a:gd name="T20" fmla="*/ 100 w 168"/>
                    <a:gd name="T21" fmla="*/ 0 h 102"/>
                    <a:gd name="T22" fmla="*/ 111 w 168"/>
                    <a:gd name="T23" fmla="*/ 67 h 102"/>
                    <a:gd name="T24" fmla="*/ 137 w 168"/>
                    <a:gd name="T25" fmla="*/ 0 h 102"/>
                    <a:gd name="T26" fmla="*/ 168 w 168"/>
                    <a:gd name="T27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8" h="102">
                      <a:moveTo>
                        <a:pt x="168" y="0"/>
                      </a:moveTo>
                      <a:lnTo>
                        <a:pt x="119" y="102"/>
                      </a:lnTo>
                      <a:lnTo>
                        <a:pt x="88" y="102"/>
                      </a:lnTo>
                      <a:lnTo>
                        <a:pt x="76" y="45"/>
                      </a:lnTo>
                      <a:lnTo>
                        <a:pt x="52" y="102"/>
                      </a:lnTo>
                      <a:lnTo>
                        <a:pt x="20" y="102"/>
                      </a:lnTo>
                      <a:lnTo>
                        <a:pt x="0" y="0"/>
                      </a:lnTo>
                      <a:lnTo>
                        <a:pt x="34" y="0"/>
                      </a:lnTo>
                      <a:lnTo>
                        <a:pt x="43" y="67"/>
                      </a:lnTo>
                      <a:lnTo>
                        <a:pt x="70" y="0"/>
                      </a:lnTo>
                      <a:lnTo>
                        <a:pt x="100" y="0"/>
                      </a:lnTo>
                      <a:lnTo>
                        <a:pt x="111" y="67"/>
                      </a:lnTo>
                      <a:lnTo>
                        <a:pt x="137" y="0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7" name="Freeform 11">
                  <a:extLst>
                    <a:ext uri="{FF2B5EF4-FFF2-40B4-BE49-F238E27FC236}">
                      <a16:creationId xmlns:a16="http://schemas.microsoft.com/office/drawing/2014/main" id="{EC4F783D-E46B-4B61-8614-6DBF131C2897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831175" y="3297238"/>
                  <a:ext cx="192088" cy="234950"/>
                </a:xfrm>
                <a:custGeom>
                  <a:avLst/>
                  <a:gdLst>
                    <a:gd name="T0" fmla="*/ 112 w 116"/>
                    <a:gd name="T1" fmla="*/ 84 h 142"/>
                    <a:gd name="T2" fmla="*/ 103 w 116"/>
                    <a:gd name="T3" fmla="*/ 142 h 142"/>
                    <a:gd name="T4" fmla="*/ 71 w 116"/>
                    <a:gd name="T5" fmla="*/ 142 h 142"/>
                    <a:gd name="T6" fmla="*/ 78 w 116"/>
                    <a:gd name="T7" fmla="*/ 94 h 142"/>
                    <a:gd name="T8" fmla="*/ 64 w 116"/>
                    <a:gd name="T9" fmla="*/ 69 h 142"/>
                    <a:gd name="T10" fmla="*/ 41 w 116"/>
                    <a:gd name="T11" fmla="*/ 81 h 142"/>
                    <a:gd name="T12" fmla="*/ 32 w 116"/>
                    <a:gd name="T13" fmla="*/ 142 h 142"/>
                    <a:gd name="T14" fmla="*/ 0 w 116"/>
                    <a:gd name="T15" fmla="*/ 142 h 142"/>
                    <a:gd name="T16" fmla="*/ 19 w 116"/>
                    <a:gd name="T17" fmla="*/ 6 h 142"/>
                    <a:gd name="T18" fmla="*/ 52 w 116"/>
                    <a:gd name="T19" fmla="*/ 0 h 142"/>
                    <a:gd name="T20" fmla="*/ 44 w 116"/>
                    <a:gd name="T21" fmla="*/ 57 h 142"/>
                    <a:gd name="T22" fmla="*/ 81 w 116"/>
                    <a:gd name="T23" fmla="*/ 42 h 142"/>
                    <a:gd name="T24" fmla="*/ 112 w 116"/>
                    <a:gd name="T25" fmla="*/ 84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6" h="142">
                      <a:moveTo>
                        <a:pt x="112" y="84"/>
                      </a:moveTo>
                      <a:cubicBezTo>
                        <a:pt x="103" y="142"/>
                        <a:pt x="103" y="142"/>
                        <a:pt x="103" y="142"/>
                      </a:cubicBezTo>
                      <a:cubicBezTo>
                        <a:pt x="71" y="142"/>
                        <a:pt x="71" y="142"/>
                        <a:pt x="71" y="142"/>
                      </a:cubicBezTo>
                      <a:cubicBezTo>
                        <a:pt x="78" y="94"/>
                        <a:pt x="78" y="94"/>
                        <a:pt x="78" y="94"/>
                      </a:cubicBezTo>
                      <a:cubicBezTo>
                        <a:pt x="80" y="78"/>
                        <a:pt x="76" y="69"/>
                        <a:pt x="64" y="69"/>
                      </a:cubicBezTo>
                      <a:cubicBezTo>
                        <a:pt x="56" y="69"/>
                        <a:pt x="47" y="74"/>
                        <a:pt x="41" y="81"/>
                      </a:cubicBezTo>
                      <a:cubicBezTo>
                        <a:pt x="32" y="142"/>
                        <a:pt x="32" y="142"/>
                        <a:pt x="32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19" y="6"/>
                        <a:pt x="19" y="6"/>
                        <a:pt x="19" y="6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4" y="47"/>
                        <a:pt x="68" y="42"/>
                        <a:pt x="81" y="42"/>
                      </a:cubicBezTo>
                      <a:cubicBezTo>
                        <a:pt x="101" y="42"/>
                        <a:pt x="116" y="56"/>
                        <a:pt x="112" y="8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546F6F1E-876A-4B5E-943C-F6A6469C2516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037550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5 w 115"/>
                    <a:gd name="T3" fmla="*/ 106 h 106"/>
                    <a:gd name="T4" fmla="*/ 5 w 115"/>
                    <a:gd name="T5" fmla="*/ 55 h 106"/>
                    <a:gd name="T6" fmla="*/ 70 w 115"/>
                    <a:gd name="T7" fmla="*/ 0 h 106"/>
                    <a:gd name="T8" fmla="*/ 111 w 115"/>
                    <a:gd name="T9" fmla="*/ 44 h 106"/>
                    <a:gd name="T10" fmla="*/ 106 w 115"/>
                    <a:gd name="T11" fmla="*/ 61 h 106"/>
                    <a:gd name="T12" fmla="*/ 36 w 115"/>
                    <a:gd name="T13" fmla="*/ 61 h 106"/>
                    <a:gd name="T14" fmla="*/ 65 w 115"/>
                    <a:gd name="T15" fmla="*/ 81 h 106"/>
                    <a:gd name="T16" fmla="*/ 98 w 115"/>
                    <a:gd name="T17" fmla="*/ 72 h 106"/>
                    <a:gd name="T18" fmla="*/ 106 w 115"/>
                    <a:gd name="T19" fmla="*/ 88 h 106"/>
                    <a:gd name="T20" fmla="*/ 39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9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4" y="97"/>
                        <a:pt x="76" y="106"/>
                        <a:pt x="55" y="106"/>
                      </a:cubicBezTo>
                      <a:cubicBezTo>
                        <a:pt x="21" y="106"/>
                        <a:pt x="0" y="86"/>
                        <a:pt x="5" y="55"/>
                      </a:cubicBez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6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5" y="81"/>
                      </a:cubicBezTo>
                      <a:cubicBezTo>
                        <a:pt x="76" y="81"/>
                        <a:pt x="88" y="77"/>
                        <a:pt x="98" y="72"/>
                      </a:cubicBezTo>
                      <a:lnTo>
                        <a:pt x="106" y="88"/>
                      </a:lnTo>
                      <a:close/>
                      <a:moveTo>
                        <a:pt x="39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9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CA9B1D36-957A-4BDA-B729-38E79B28D45C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1245513" y="3365501"/>
                  <a:ext cx="144463" cy="166688"/>
                </a:xfrm>
                <a:custGeom>
                  <a:avLst/>
                  <a:gdLst>
                    <a:gd name="T0" fmla="*/ 88 w 88"/>
                    <a:gd name="T1" fmla="*/ 2 h 100"/>
                    <a:gd name="T2" fmla="*/ 84 w 88"/>
                    <a:gd name="T3" fmla="*/ 32 h 100"/>
                    <a:gd name="T4" fmla="*/ 70 w 88"/>
                    <a:gd name="T5" fmla="*/ 30 h 100"/>
                    <a:gd name="T6" fmla="*/ 40 w 88"/>
                    <a:gd name="T7" fmla="*/ 46 h 100"/>
                    <a:gd name="T8" fmla="*/ 32 w 88"/>
                    <a:gd name="T9" fmla="*/ 100 h 100"/>
                    <a:gd name="T10" fmla="*/ 0 w 88"/>
                    <a:gd name="T11" fmla="*/ 100 h 100"/>
                    <a:gd name="T12" fmla="*/ 13 w 88"/>
                    <a:gd name="T13" fmla="*/ 6 h 100"/>
                    <a:gd name="T14" fmla="*/ 45 w 88"/>
                    <a:gd name="T15" fmla="*/ 0 h 100"/>
                    <a:gd name="T16" fmla="*/ 42 w 88"/>
                    <a:gd name="T17" fmla="*/ 22 h 100"/>
                    <a:gd name="T18" fmla="*/ 77 w 88"/>
                    <a:gd name="T19" fmla="*/ 0 h 100"/>
                    <a:gd name="T20" fmla="*/ 88 w 88"/>
                    <a:gd name="T21" fmla="*/ 2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8" h="100">
                      <a:moveTo>
                        <a:pt x="88" y="2"/>
                      </a:moveTo>
                      <a:cubicBezTo>
                        <a:pt x="84" y="32"/>
                        <a:pt x="84" y="32"/>
                        <a:pt x="84" y="32"/>
                      </a:cubicBezTo>
                      <a:cubicBezTo>
                        <a:pt x="80" y="31"/>
                        <a:pt x="74" y="30"/>
                        <a:pt x="70" y="30"/>
                      </a:cubicBezTo>
                      <a:cubicBezTo>
                        <a:pt x="56" y="30"/>
                        <a:pt x="47" y="37"/>
                        <a:pt x="40" y="46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52" y="8"/>
                        <a:pt x="65" y="0"/>
                        <a:pt x="77" y="0"/>
                      </a:cubicBezTo>
                      <a:cubicBezTo>
                        <a:pt x="80" y="0"/>
                        <a:pt x="85" y="1"/>
                        <a:pt x="88" y="2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21A37BB1-CBB1-4A15-979F-B7F58EF4717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389975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4 w 115"/>
                    <a:gd name="T3" fmla="*/ 106 h 106"/>
                    <a:gd name="T4" fmla="*/ 4 w 115"/>
                    <a:gd name="T5" fmla="*/ 55 h 106"/>
                    <a:gd name="T6" fmla="*/ 69 w 115"/>
                    <a:gd name="T7" fmla="*/ 0 h 106"/>
                    <a:gd name="T8" fmla="*/ 111 w 115"/>
                    <a:gd name="T9" fmla="*/ 44 h 106"/>
                    <a:gd name="T10" fmla="*/ 105 w 115"/>
                    <a:gd name="T11" fmla="*/ 61 h 106"/>
                    <a:gd name="T12" fmla="*/ 36 w 115"/>
                    <a:gd name="T13" fmla="*/ 61 h 106"/>
                    <a:gd name="T14" fmla="*/ 64 w 115"/>
                    <a:gd name="T15" fmla="*/ 81 h 106"/>
                    <a:gd name="T16" fmla="*/ 97 w 115"/>
                    <a:gd name="T17" fmla="*/ 72 h 106"/>
                    <a:gd name="T18" fmla="*/ 106 w 115"/>
                    <a:gd name="T19" fmla="*/ 88 h 106"/>
                    <a:gd name="T20" fmla="*/ 38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8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5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4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1" name="Freeform 15">
                  <a:extLst>
                    <a:ext uri="{FF2B5EF4-FFF2-40B4-BE49-F238E27FC236}">
                      <a16:creationId xmlns:a16="http://schemas.microsoft.com/office/drawing/2014/main" id="{CBD1D02E-59F5-46CB-B0C1-2184AF3D6432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1678900" y="3370263"/>
                  <a:ext cx="184150" cy="228600"/>
                </a:xfrm>
                <a:custGeom>
                  <a:avLst/>
                  <a:gdLst>
                    <a:gd name="T0" fmla="*/ 116 w 116"/>
                    <a:gd name="T1" fmla="*/ 0 h 144"/>
                    <a:gd name="T2" fmla="*/ 36 w 116"/>
                    <a:gd name="T3" fmla="*/ 144 h 144"/>
                    <a:gd name="T4" fmla="*/ 4 w 116"/>
                    <a:gd name="T5" fmla="*/ 144 h 144"/>
                    <a:gd name="T6" fmla="*/ 29 w 116"/>
                    <a:gd name="T7" fmla="*/ 102 h 144"/>
                    <a:gd name="T8" fmla="*/ 0 w 116"/>
                    <a:gd name="T9" fmla="*/ 0 h 144"/>
                    <a:gd name="T10" fmla="*/ 35 w 116"/>
                    <a:gd name="T11" fmla="*/ 0 h 144"/>
                    <a:gd name="T12" fmla="*/ 51 w 116"/>
                    <a:gd name="T13" fmla="*/ 64 h 144"/>
                    <a:gd name="T14" fmla="*/ 84 w 116"/>
                    <a:gd name="T15" fmla="*/ 0 h 144"/>
                    <a:gd name="T16" fmla="*/ 116 w 116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144">
                      <a:moveTo>
                        <a:pt x="116" y="0"/>
                      </a:moveTo>
                      <a:lnTo>
                        <a:pt x="36" y="144"/>
                      </a:lnTo>
                      <a:lnTo>
                        <a:pt x="4" y="144"/>
                      </a:lnTo>
                      <a:lnTo>
                        <a:pt x="29" y="102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51" y="64"/>
                      </a:lnTo>
                      <a:lnTo>
                        <a:pt x="84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2" name="Freeform 16">
                  <a:extLst>
                    <a:ext uri="{FF2B5EF4-FFF2-40B4-BE49-F238E27FC236}">
                      <a16:creationId xmlns:a16="http://schemas.microsoft.com/office/drawing/2014/main" id="{2C8A47B0-E4E7-43CF-A7AB-94A1CB82BCA4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858288" y="3363913"/>
                  <a:ext cx="203200" cy="176213"/>
                </a:xfrm>
                <a:custGeom>
                  <a:avLst/>
                  <a:gdLst>
                    <a:gd name="T0" fmla="*/ 4 w 123"/>
                    <a:gd name="T1" fmla="*/ 55 h 106"/>
                    <a:gd name="T2" fmla="*/ 70 w 123"/>
                    <a:gd name="T3" fmla="*/ 0 h 106"/>
                    <a:gd name="T4" fmla="*/ 119 w 123"/>
                    <a:gd name="T5" fmla="*/ 51 h 106"/>
                    <a:gd name="T6" fmla="*/ 53 w 123"/>
                    <a:gd name="T7" fmla="*/ 106 h 106"/>
                    <a:gd name="T8" fmla="*/ 4 w 123"/>
                    <a:gd name="T9" fmla="*/ 55 h 106"/>
                    <a:gd name="T10" fmla="*/ 86 w 123"/>
                    <a:gd name="T11" fmla="*/ 54 h 106"/>
                    <a:gd name="T12" fmla="*/ 65 w 123"/>
                    <a:gd name="T13" fmla="*/ 24 h 106"/>
                    <a:gd name="T14" fmla="*/ 38 w 123"/>
                    <a:gd name="T15" fmla="*/ 52 h 106"/>
                    <a:gd name="T16" fmla="*/ 59 w 123"/>
                    <a:gd name="T17" fmla="*/ 82 h 106"/>
                    <a:gd name="T18" fmla="*/ 86 w 123"/>
                    <a:gd name="T19" fmla="*/ 54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106">
                      <a:moveTo>
                        <a:pt x="4" y="55"/>
                      </a:move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102" y="0"/>
                        <a:pt x="123" y="22"/>
                        <a:pt x="119" y="51"/>
                      </a:cubicBezTo>
                      <a:cubicBezTo>
                        <a:pt x="115" y="82"/>
                        <a:pt x="87" y="106"/>
                        <a:pt x="53" y="106"/>
                      </a:cubicBezTo>
                      <a:cubicBezTo>
                        <a:pt x="22" y="106"/>
                        <a:pt x="0" y="84"/>
                        <a:pt x="4" y="55"/>
                      </a:cubicBezTo>
                      <a:close/>
                      <a:moveTo>
                        <a:pt x="86" y="54"/>
                      </a:moveTo>
                      <a:cubicBezTo>
                        <a:pt x="89" y="36"/>
                        <a:pt x="80" y="24"/>
                        <a:pt x="65" y="24"/>
                      </a:cubicBezTo>
                      <a:cubicBezTo>
                        <a:pt x="50" y="24"/>
                        <a:pt x="40" y="35"/>
                        <a:pt x="38" y="52"/>
                      </a:cubicBezTo>
                      <a:cubicBezTo>
                        <a:pt x="35" y="70"/>
                        <a:pt x="43" y="82"/>
                        <a:pt x="59" y="82"/>
                      </a:cubicBezTo>
                      <a:cubicBezTo>
                        <a:pt x="73" y="82"/>
                        <a:pt x="84" y="71"/>
                        <a:pt x="86" y="5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3" name="Freeform 17">
                  <a:extLst>
                    <a:ext uri="{FF2B5EF4-FFF2-40B4-BE49-F238E27FC236}">
                      <a16:creationId xmlns:a16="http://schemas.microsoft.com/office/drawing/2014/main" id="{90062D4D-D9B7-4280-8CF6-A1100ABBF420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2078950" y="3365501"/>
                  <a:ext cx="190500" cy="171450"/>
                </a:xfrm>
                <a:custGeom>
                  <a:avLst/>
                  <a:gdLst>
                    <a:gd name="T0" fmla="*/ 115 w 115"/>
                    <a:gd name="T1" fmla="*/ 0 h 103"/>
                    <a:gd name="T2" fmla="*/ 101 w 115"/>
                    <a:gd name="T3" fmla="*/ 100 h 103"/>
                    <a:gd name="T4" fmla="*/ 70 w 115"/>
                    <a:gd name="T5" fmla="*/ 100 h 103"/>
                    <a:gd name="T6" fmla="*/ 72 w 115"/>
                    <a:gd name="T7" fmla="*/ 88 h 103"/>
                    <a:gd name="T8" fmla="*/ 35 w 115"/>
                    <a:gd name="T9" fmla="*/ 103 h 103"/>
                    <a:gd name="T10" fmla="*/ 4 w 115"/>
                    <a:gd name="T11" fmla="*/ 61 h 103"/>
                    <a:gd name="T12" fmla="*/ 12 w 115"/>
                    <a:gd name="T13" fmla="*/ 6 h 103"/>
                    <a:gd name="T14" fmla="*/ 45 w 115"/>
                    <a:gd name="T15" fmla="*/ 0 h 103"/>
                    <a:gd name="T16" fmla="*/ 38 w 115"/>
                    <a:gd name="T17" fmla="*/ 51 h 103"/>
                    <a:gd name="T18" fmla="*/ 51 w 115"/>
                    <a:gd name="T19" fmla="*/ 77 h 103"/>
                    <a:gd name="T20" fmla="*/ 74 w 115"/>
                    <a:gd name="T21" fmla="*/ 66 h 103"/>
                    <a:gd name="T22" fmla="*/ 82 w 115"/>
                    <a:gd name="T23" fmla="*/ 6 h 103"/>
                    <a:gd name="T24" fmla="*/ 115 w 115"/>
                    <a:gd name="T25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5" h="103">
                      <a:moveTo>
                        <a:pt x="115" y="0"/>
                      </a:moveTo>
                      <a:cubicBezTo>
                        <a:pt x="101" y="100"/>
                        <a:pt x="101" y="100"/>
                        <a:pt x="101" y="100"/>
                      </a:cubicBezTo>
                      <a:cubicBezTo>
                        <a:pt x="70" y="100"/>
                        <a:pt x="70" y="100"/>
                        <a:pt x="70" y="100"/>
                      </a:cubicBezTo>
                      <a:cubicBezTo>
                        <a:pt x="72" y="88"/>
                        <a:pt x="72" y="88"/>
                        <a:pt x="72" y="88"/>
                      </a:cubicBezTo>
                      <a:cubicBezTo>
                        <a:pt x="62" y="98"/>
                        <a:pt x="48" y="103"/>
                        <a:pt x="35" y="103"/>
                      </a:cubicBezTo>
                      <a:cubicBezTo>
                        <a:pt x="14" y="103"/>
                        <a:pt x="0" y="89"/>
                        <a:pt x="4" y="61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38" y="51"/>
                        <a:pt x="38" y="51"/>
                        <a:pt x="38" y="51"/>
                      </a:cubicBezTo>
                      <a:cubicBezTo>
                        <a:pt x="35" y="68"/>
                        <a:pt x="40" y="77"/>
                        <a:pt x="51" y="77"/>
                      </a:cubicBezTo>
                      <a:cubicBezTo>
                        <a:pt x="59" y="77"/>
                        <a:pt x="67" y="73"/>
                        <a:pt x="74" y="66"/>
                      </a:cubicBezTo>
                      <a:cubicBezTo>
                        <a:pt x="82" y="6"/>
                        <a:pt x="82" y="6"/>
                        <a:pt x="82" y="6"/>
                      </a:cubicBezTo>
                      <a:lnTo>
                        <a:pt x="115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4" name="Freeform 18">
                  <a:extLst>
                    <a:ext uri="{FF2B5EF4-FFF2-40B4-BE49-F238E27FC236}">
                      <a16:creationId xmlns:a16="http://schemas.microsoft.com/office/drawing/2014/main" id="{0D6AE653-B3B6-4267-A48B-02EFADC760C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2353588" y="3365501"/>
                  <a:ext cx="233363" cy="236538"/>
                </a:xfrm>
                <a:custGeom>
                  <a:avLst/>
                  <a:gdLst>
                    <a:gd name="T0" fmla="*/ 138 w 141"/>
                    <a:gd name="T1" fmla="*/ 30 h 143"/>
                    <a:gd name="T2" fmla="*/ 114 w 141"/>
                    <a:gd name="T3" fmla="*/ 29 h 143"/>
                    <a:gd name="T4" fmla="*/ 117 w 141"/>
                    <a:gd name="T5" fmla="*/ 47 h 143"/>
                    <a:gd name="T6" fmla="*/ 59 w 141"/>
                    <a:gd name="T7" fmla="*/ 88 h 143"/>
                    <a:gd name="T8" fmla="*/ 54 w 141"/>
                    <a:gd name="T9" fmla="*/ 88 h 143"/>
                    <a:gd name="T10" fmla="*/ 35 w 141"/>
                    <a:gd name="T11" fmla="*/ 113 h 143"/>
                    <a:gd name="T12" fmla="*/ 84 w 141"/>
                    <a:gd name="T13" fmla="*/ 98 h 143"/>
                    <a:gd name="T14" fmla="*/ 118 w 141"/>
                    <a:gd name="T15" fmla="*/ 139 h 143"/>
                    <a:gd name="T16" fmla="*/ 84 w 141"/>
                    <a:gd name="T17" fmla="*/ 143 h 143"/>
                    <a:gd name="T18" fmla="*/ 66 w 141"/>
                    <a:gd name="T19" fmla="*/ 125 h 143"/>
                    <a:gd name="T20" fmla="*/ 18 w 141"/>
                    <a:gd name="T21" fmla="*/ 139 h 143"/>
                    <a:gd name="T22" fmla="*/ 0 w 141"/>
                    <a:gd name="T23" fmla="*/ 127 h 143"/>
                    <a:gd name="T24" fmla="*/ 27 w 141"/>
                    <a:gd name="T25" fmla="*/ 79 h 143"/>
                    <a:gd name="T26" fmla="*/ 11 w 141"/>
                    <a:gd name="T27" fmla="*/ 45 h 143"/>
                    <a:gd name="T28" fmla="*/ 71 w 141"/>
                    <a:gd name="T29" fmla="*/ 0 h 143"/>
                    <a:gd name="T30" fmla="*/ 91 w 141"/>
                    <a:gd name="T31" fmla="*/ 3 h 143"/>
                    <a:gd name="T32" fmla="*/ 141 w 141"/>
                    <a:gd name="T33" fmla="*/ 3 h 143"/>
                    <a:gd name="T34" fmla="*/ 138 w 141"/>
                    <a:gd name="T35" fmla="*/ 30 h 143"/>
                    <a:gd name="T36" fmla="*/ 87 w 141"/>
                    <a:gd name="T37" fmla="*/ 45 h 143"/>
                    <a:gd name="T38" fmla="*/ 67 w 141"/>
                    <a:gd name="T39" fmla="*/ 23 h 143"/>
                    <a:gd name="T40" fmla="*/ 42 w 141"/>
                    <a:gd name="T41" fmla="*/ 44 h 143"/>
                    <a:gd name="T42" fmla="*/ 62 w 141"/>
                    <a:gd name="T43" fmla="*/ 66 h 143"/>
                    <a:gd name="T44" fmla="*/ 87 w 141"/>
                    <a:gd name="T45" fmla="*/ 45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41" h="143">
                      <a:moveTo>
                        <a:pt x="138" y="30"/>
                      </a:moveTo>
                      <a:cubicBezTo>
                        <a:pt x="114" y="29"/>
                        <a:pt x="114" y="29"/>
                        <a:pt x="114" y="29"/>
                      </a:cubicBezTo>
                      <a:cubicBezTo>
                        <a:pt x="117" y="34"/>
                        <a:pt x="118" y="40"/>
                        <a:pt x="117" y="47"/>
                      </a:cubicBezTo>
                      <a:cubicBezTo>
                        <a:pt x="114" y="70"/>
                        <a:pt x="90" y="88"/>
                        <a:pt x="59" y="88"/>
                      </a:cubicBezTo>
                      <a:cubicBezTo>
                        <a:pt x="58" y="88"/>
                        <a:pt x="56" y="88"/>
                        <a:pt x="54" y="88"/>
                      </a:cubicBezTo>
                      <a:cubicBezTo>
                        <a:pt x="35" y="113"/>
                        <a:pt x="35" y="113"/>
                        <a:pt x="35" y="113"/>
                      </a:cubicBezTo>
                      <a:cubicBezTo>
                        <a:pt x="49" y="105"/>
                        <a:pt x="67" y="98"/>
                        <a:pt x="84" y="98"/>
                      </a:cubicBezTo>
                      <a:cubicBezTo>
                        <a:pt x="102" y="98"/>
                        <a:pt x="120" y="106"/>
                        <a:pt x="118" y="139"/>
                      </a:cubicBezTo>
                      <a:cubicBezTo>
                        <a:pt x="84" y="143"/>
                        <a:pt x="84" y="143"/>
                        <a:pt x="84" y="143"/>
                      </a:cubicBezTo>
                      <a:cubicBezTo>
                        <a:pt x="84" y="128"/>
                        <a:pt x="77" y="125"/>
                        <a:pt x="66" y="125"/>
                      </a:cubicBezTo>
                      <a:cubicBezTo>
                        <a:pt x="53" y="125"/>
                        <a:pt x="34" y="130"/>
                        <a:pt x="18" y="139"/>
                      </a:cubicBezTo>
                      <a:cubicBezTo>
                        <a:pt x="0" y="127"/>
                        <a:pt x="0" y="127"/>
                        <a:pt x="0" y="127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15" y="72"/>
                        <a:pt x="9" y="59"/>
                        <a:pt x="11" y="45"/>
                      </a:cubicBezTo>
                      <a:cubicBezTo>
                        <a:pt x="15" y="21"/>
                        <a:pt x="40" y="0"/>
                        <a:pt x="71" y="0"/>
                      </a:cubicBezTo>
                      <a:cubicBezTo>
                        <a:pt x="78" y="0"/>
                        <a:pt x="85" y="1"/>
                        <a:pt x="91" y="3"/>
                      </a:cubicBezTo>
                      <a:cubicBezTo>
                        <a:pt x="141" y="3"/>
                        <a:pt x="141" y="3"/>
                        <a:pt x="141" y="3"/>
                      </a:cubicBezTo>
                      <a:lnTo>
                        <a:pt x="138" y="30"/>
                      </a:lnTo>
                      <a:close/>
                      <a:moveTo>
                        <a:pt x="87" y="45"/>
                      </a:moveTo>
                      <a:cubicBezTo>
                        <a:pt x="89" y="31"/>
                        <a:pt x="79" y="23"/>
                        <a:pt x="67" y="23"/>
                      </a:cubicBezTo>
                      <a:cubicBezTo>
                        <a:pt x="55" y="23"/>
                        <a:pt x="44" y="31"/>
                        <a:pt x="42" y="44"/>
                      </a:cubicBezTo>
                      <a:cubicBezTo>
                        <a:pt x="40" y="57"/>
                        <a:pt x="50" y="66"/>
                        <a:pt x="62" y="66"/>
                      </a:cubicBezTo>
                      <a:cubicBezTo>
                        <a:pt x="74" y="66"/>
                        <a:pt x="85" y="58"/>
                        <a:pt x="87" y="45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5" name="Freeform 19">
                  <a:extLst>
                    <a:ext uri="{FF2B5EF4-FFF2-40B4-BE49-F238E27FC236}">
                      <a16:creationId xmlns:a16="http://schemas.microsoft.com/office/drawing/2014/main" id="{6D6C2AA0-1C75-49B5-937D-B2B43533C96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2588538" y="3363913"/>
                  <a:ext cx="203200" cy="176213"/>
                </a:xfrm>
                <a:custGeom>
                  <a:avLst/>
                  <a:gdLst>
                    <a:gd name="T0" fmla="*/ 4 w 123"/>
                    <a:gd name="T1" fmla="*/ 55 h 106"/>
                    <a:gd name="T2" fmla="*/ 70 w 123"/>
                    <a:gd name="T3" fmla="*/ 0 h 106"/>
                    <a:gd name="T4" fmla="*/ 119 w 123"/>
                    <a:gd name="T5" fmla="*/ 51 h 106"/>
                    <a:gd name="T6" fmla="*/ 53 w 123"/>
                    <a:gd name="T7" fmla="*/ 106 h 106"/>
                    <a:gd name="T8" fmla="*/ 4 w 123"/>
                    <a:gd name="T9" fmla="*/ 55 h 106"/>
                    <a:gd name="T10" fmla="*/ 86 w 123"/>
                    <a:gd name="T11" fmla="*/ 54 h 106"/>
                    <a:gd name="T12" fmla="*/ 65 w 123"/>
                    <a:gd name="T13" fmla="*/ 24 h 106"/>
                    <a:gd name="T14" fmla="*/ 38 w 123"/>
                    <a:gd name="T15" fmla="*/ 52 h 106"/>
                    <a:gd name="T16" fmla="*/ 59 w 123"/>
                    <a:gd name="T17" fmla="*/ 82 h 106"/>
                    <a:gd name="T18" fmla="*/ 86 w 123"/>
                    <a:gd name="T19" fmla="*/ 54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106">
                      <a:moveTo>
                        <a:pt x="4" y="55"/>
                      </a:move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102" y="0"/>
                        <a:pt x="123" y="22"/>
                        <a:pt x="119" y="51"/>
                      </a:cubicBezTo>
                      <a:cubicBezTo>
                        <a:pt x="115" y="82"/>
                        <a:pt x="87" y="106"/>
                        <a:pt x="53" y="106"/>
                      </a:cubicBezTo>
                      <a:cubicBezTo>
                        <a:pt x="21" y="106"/>
                        <a:pt x="0" y="84"/>
                        <a:pt x="4" y="55"/>
                      </a:cubicBezTo>
                      <a:close/>
                      <a:moveTo>
                        <a:pt x="86" y="54"/>
                      </a:moveTo>
                      <a:cubicBezTo>
                        <a:pt x="88" y="36"/>
                        <a:pt x="80" y="24"/>
                        <a:pt x="65" y="24"/>
                      </a:cubicBezTo>
                      <a:cubicBezTo>
                        <a:pt x="50" y="24"/>
                        <a:pt x="40" y="35"/>
                        <a:pt x="38" y="52"/>
                      </a:cubicBezTo>
                      <a:cubicBezTo>
                        <a:pt x="35" y="70"/>
                        <a:pt x="43" y="82"/>
                        <a:pt x="59" y="82"/>
                      </a:cubicBezTo>
                      <a:cubicBezTo>
                        <a:pt x="73" y="82"/>
                        <a:pt x="83" y="71"/>
                        <a:pt x="86" y="5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</p:grpSp>
          <p:sp>
            <p:nvSpPr>
              <p:cNvPr id="22" name="Rectangle 20">
                <a:extLst>
                  <a:ext uri="{FF2B5EF4-FFF2-40B4-BE49-F238E27FC236}">
                    <a16:creationId xmlns:a16="http://schemas.microsoft.com/office/drawing/2014/main" id="{05921760-FF02-4211-9312-1EF01D129C5B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3" name="Rectangle 21">
                <a:extLst>
                  <a:ext uri="{FF2B5EF4-FFF2-40B4-BE49-F238E27FC236}">
                    <a16:creationId xmlns:a16="http://schemas.microsoft.com/office/drawing/2014/main" id="{D1EB718E-4FB5-44D3-9D75-8E4EDCCB6DD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4" name="Oval 22">
                <a:extLst>
                  <a:ext uri="{FF2B5EF4-FFF2-40B4-BE49-F238E27FC236}">
                    <a16:creationId xmlns:a16="http://schemas.microsoft.com/office/drawing/2014/main" id="{D4C3DF61-087D-4DEE-9481-6BBAA7AF8EC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5" name="Freeform 23">
                <a:extLst>
                  <a:ext uri="{FF2B5EF4-FFF2-40B4-BE49-F238E27FC236}">
                    <a16:creationId xmlns:a16="http://schemas.microsoft.com/office/drawing/2014/main" id="{D6089907-968E-486F-815E-32BC2ADF57F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6" name="Freeform 24">
                <a:extLst>
                  <a:ext uri="{FF2B5EF4-FFF2-40B4-BE49-F238E27FC236}">
                    <a16:creationId xmlns:a16="http://schemas.microsoft.com/office/drawing/2014/main" id="{ABB4F9CE-4504-4B00-B81F-CD733572D06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7" name="Freeform 25">
                <a:extLst>
                  <a:ext uri="{FF2B5EF4-FFF2-40B4-BE49-F238E27FC236}">
                    <a16:creationId xmlns:a16="http://schemas.microsoft.com/office/drawing/2014/main" id="{11B4364D-4839-4496-A92F-B7B2425A0EAC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8" name="Freeform 26">
                <a:extLst>
                  <a:ext uri="{FF2B5EF4-FFF2-40B4-BE49-F238E27FC236}">
                    <a16:creationId xmlns:a16="http://schemas.microsoft.com/office/drawing/2014/main" id="{554B7D1D-8A06-4651-9877-6704029F613F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DF4E762-8EE1-4ABB-BA5B-2057AAB0CB2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648109 w 12192000"/>
              <a:gd name="connsiteY0" fmla="*/ 5310073 h 6858000"/>
              <a:gd name="connsiteX1" fmla="*/ 10648109 w 12192000"/>
              <a:gd name="connsiteY1" fmla="*/ 6461445 h 6858000"/>
              <a:gd name="connsiteX2" fmla="*/ 11798300 w 12192000"/>
              <a:gd name="connsiteY2" fmla="*/ 6461445 h 6858000"/>
              <a:gd name="connsiteX3" fmla="*/ 11798300 w 12192000"/>
              <a:gd name="connsiteY3" fmla="*/ 5310073 h 6858000"/>
              <a:gd name="connsiteX4" fmla="*/ 1 w 12192000"/>
              <a:gd name="connsiteY4" fmla="*/ 677021 h 6858000"/>
              <a:gd name="connsiteX5" fmla="*/ 1 w 12192000"/>
              <a:gd name="connsiteY5" fmla="*/ 6167125 h 6858000"/>
              <a:gd name="connsiteX6" fmla="*/ 560044 w 12192000"/>
              <a:gd name="connsiteY6" fmla="*/ 6155705 h 6858000"/>
              <a:gd name="connsiteX7" fmla="*/ 6668656 w 12192000"/>
              <a:gd name="connsiteY7" fmla="*/ 3422073 h 6858000"/>
              <a:gd name="connsiteX8" fmla="*/ 560044 w 12192000"/>
              <a:gd name="connsiteY8" fmla="*/ 688442 h 6858000"/>
              <a:gd name="connsiteX9" fmla="*/ 0 w 12192000"/>
              <a:gd name="connsiteY9" fmla="*/ 0 h 6858000"/>
              <a:gd name="connsiteX10" fmla="*/ 12192000 w 12192000"/>
              <a:gd name="connsiteY10" fmla="*/ 0 h 6858000"/>
              <a:gd name="connsiteX11" fmla="*/ 12192000 w 12192000"/>
              <a:gd name="connsiteY11" fmla="*/ 6858000 h 6858000"/>
              <a:gd name="connsiteX12" fmla="*/ 0 w 12192000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8000">
                <a:moveTo>
                  <a:pt x="10648109" y="5310073"/>
                </a:moveTo>
                <a:lnTo>
                  <a:pt x="10648109" y="6461445"/>
                </a:lnTo>
                <a:lnTo>
                  <a:pt x="11798300" y="6461445"/>
                </a:lnTo>
                <a:lnTo>
                  <a:pt x="11798300" y="5310073"/>
                </a:lnTo>
                <a:close/>
                <a:moveTo>
                  <a:pt x="1" y="677021"/>
                </a:moveTo>
                <a:lnTo>
                  <a:pt x="1" y="6167125"/>
                </a:lnTo>
                <a:lnTo>
                  <a:pt x="560044" y="6155705"/>
                </a:lnTo>
                <a:cubicBezTo>
                  <a:pt x="3991161" y="6014989"/>
                  <a:pt x="6668656" y="4844803"/>
                  <a:pt x="6668656" y="3422073"/>
                </a:cubicBezTo>
                <a:cubicBezTo>
                  <a:pt x="6668656" y="1999344"/>
                  <a:pt x="3991161" y="829158"/>
                  <a:pt x="560044" y="68844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numCol="1" anchor="t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altLang="en-GB"/>
              <a:t>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9B11EA-C6D0-4AEF-8280-8974D69A3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6215" y="2920181"/>
            <a:ext cx="5133322" cy="1110338"/>
          </a:xfrm>
          <a:prstGeom prst="rect">
            <a:avLst/>
          </a:prstGeom>
        </p:spPr>
        <p:txBody>
          <a:bodyPr vert="horz" lIns="0" tIns="0" rIns="0" bIns="0" numCol="1" rtlCol="0" anchor="ctr">
            <a:noAutofit/>
          </a:bodyPr>
          <a:lstStyle>
            <a:lvl1pPr>
              <a:defRPr lang="en-GB" altLang="en-GB" sz="4400" dirty="0"/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Thank you</a:t>
            </a:r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426701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USE: Title, subtitle &amp;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" name="think-cell Slide" r:id="rId4" imgW="475" imgH="476" progId="TCLayout.ActiveDocument.1">
                  <p:embed/>
                </p:oleObj>
              </mc:Choice>
              <mc:Fallback>
                <p:oleObj name="think-cell Slide" r:id="rId4" imgW="475" imgH="47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EDB6370-E20D-4356-B639-0E4B5C5A89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4EE004D-1AF6-41A3-BF99-D3478A36E5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F096E9-BE84-4A01-9215-548EB123A1B2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75B60A-3FD8-433F-B673-8E39468D824E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91074-7CA5-412D-B392-79970843071F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12" name="Rectangle 20">
                <a:extLst>
                  <a:ext uri="{FF2B5EF4-FFF2-40B4-BE49-F238E27FC236}">
                    <a16:creationId xmlns:a16="http://schemas.microsoft.com/office/drawing/2014/main" id="{55A50798-BA63-4054-97C6-E78D398F12B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Rectangle 21">
                <a:extLst>
                  <a:ext uri="{FF2B5EF4-FFF2-40B4-BE49-F238E27FC236}">
                    <a16:creationId xmlns:a16="http://schemas.microsoft.com/office/drawing/2014/main" id="{0C6F2B01-29ED-4CE4-899F-DCC088A6D1E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Oval 22">
                <a:extLst>
                  <a:ext uri="{FF2B5EF4-FFF2-40B4-BE49-F238E27FC236}">
                    <a16:creationId xmlns:a16="http://schemas.microsoft.com/office/drawing/2014/main" id="{F763AC27-B5E4-468D-8F3E-FCE3B099F87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3">
                <a:extLst>
                  <a:ext uri="{FF2B5EF4-FFF2-40B4-BE49-F238E27FC236}">
                    <a16:creationId xmlns:a16="http://schemas.microsoft.com/office/drawing/2014/main" id="{54DB9D8A-E0DD-4E8E-837F-77B574F62A9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6" name="Freeform 24">
                <a:extLst>
                  <a:ext uri="{FF2B5EF4-FFF2-40B4-BE49-F238E27FC236}">
                    <a16:creationId xmlns:a16="http://schemas.microsoft.com/office/drawing/2014/main" id="{8F9267D3-6CF4-4003-98E0-1DF062FCC29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7" name="Freeform 25">
                <a:extLst>
                  <a:ext uri="{FF2B5EF4-FFF2-40B4-BE49-F238E27FC236}">
                    <a16:creationId xmlns:a16="http://schemas.microsoft.com/office/drawing/2014/main" id="{FC34D197-C04B-4FC2-8FC0-3D74CBBB9FB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8" name="Freeform 26">
                <a:extLst>
                  <a:ext uri="{FF2B5EF4-FFF2-40B4-BE49-F238E27FC236}">
                    <a16:creationId xmlns:a16="http://schemas.microsoft.com/office/drawing/2014/main" id="{88F51C54-07D2-4CDD-9DE3-40BF4DD0088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4002770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419CE86-68BF-4542-A10A-767F245CDF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9A2767A-79AE-491E-9B88-A383D77717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5C5AF9C-82BE-4803-B6E2-4756DD838F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944112317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: Title, subtitle &amp;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44" name="think-cell Slide" r:id="rId4" imgW="475" imgH="476" progId="TCLayout.ActiveDocument.1">
                  <p:embed/>
                </p:oleObj>
              </mc:Choice>
              <mc:Fallback>
                <p:oleObj name="think-cell Slide" r:id="rId4" imgW="475" imgH="47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EDB6370-E20D-4356-B639-0E4B5C5A89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4EE004D-1AF6-41A3-BF99-D3478A36E5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F096E9-BE84-4A01-9215-548EB123A1B2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75B60A-3FD8-433F-B673-8E39468D824E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91074-7CA5-412D-B392-79970843071F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12" name="Rectangle 20">
                <a:extLst>
                  <a:ext uri="{FF2B5EF4-FFF2-40B4-BE49-F238E27FC236}">
                    <a16:creationId xmlns:a16="http://schemas.microsoft.com/office/drawing/2014/main" id="{55A50798-BA63-4054-97C6-E78D398F12B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Rectangle 21">
                <a:extLst>
                  <a:ext uri="{FF2B5EF4-FFF2-40B4-BE49-F238E27FC236}">
                    <a16:creationId xmlns:a16="http://schemas.microsoft.com/office/drawing/2014/main" id="{0C6F2B01-29ED-4CE4-899F-DCC088A6D1E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Oval 22">
                <a:extLst>
                  <a:ext uri="{FF2B5EF4-FFF2-40B4-BE49-F238E27FC236}">
                    <a16:creationId xmlns:a16="http://schemas.microsoft.com/office/drawing/2014/main" id="{F763AC27-B5E4-468D-8F3E-FCE3B099F87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3">
                <a:extLst>
                  <a:ext uri="{FF2B5EF4-FFF2-40B4-BE49-F238E27FC236}">
                    <a16:creationId xmlns:a16="http://schemas.microsoft.com/office/drawing/2014/main" id="{54DB9D8A-E0DD-4E8E-837F-77B574F62A9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6" name="Freeform 24">
                <a:extLst>
                  <a:ext uri="{FF2B5EF4-FFF2-40B4-BE49-F238E27FC236}">
                    <a16:creationId xmlns:a16="http://schemas.microsoft.com/office/drawing/2014/main" id="{8F9267D3-6CF4-4003-98E0-1DF062FCC29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7" name="Freeform 25">
                <a:extLst>
                  <a:ext uri="{FF2B5EF4-FFF2-40B4-BE49-F238E27FC236}">
                    <a16:creationId xmlns:a16="http://schemas.microsoft.com/office/drawing/2014/main" id="{FC34D197-C04B-4FC2-8FC0-3D74CBBB9FB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8" name="Freeform 26">
                <a:extLst>
                  <a:ext uri="{FF2B5EF4-FFF2-40B4-BE49-F238E27FC236}">
                    <a16:creationId xmlns:a16="http://schemas.microsoft.com/office/drawing/2014/main" id="{88F51C54-07D2-4CDD-9DE3-40BF4DD0088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223552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68" name="think-cell Slide" r:id="rId4" imgW="495" imgH="496" progId="TCLayout.ActiveDocument.1">
                  <p:embed/>
                </p:oleObj>
              </mc:Choice>
              <mc:Fallback>
                <p:oleObj name="think-cell Slide" r:id="rId4" imgW="495" imgH="4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4400" y="6019800"/>
            <a:ext cx="1016000" cy="228600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9CBAE0-C9DC-48E5-BC21-54F13D4EB4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769600" cy="48736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914401"/>
            <a:ext cx="10972800" cy="52117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5951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18" y="514351"/>
            <a:ext cx="11127316" cy="2587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29167" y="944564"/>
            <a:ext cx="11127317" cy="9048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3"/>
          <p:cNvSpPr/>
          <p:nvPr userDrawn="1"/>
        </p:nvSpPr>
        <p:spPr>
          <a:xfrm>
            <a:off x="5868160" y="6557187"/>
            <a:ext cx="46679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t>- </a:t>
            </a:r>
            <a:fld id="{86C77FDF-45C5-4665-AAEE-45520AE6BEA9}" type="slidenum">
              <a:rPr lang="en-US" sz="900" b="0" smtClean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r>
              <a:rPr lang="en-US" sz="900" b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t> -</a:t>
            </a:r>
            <a:endParaRPr lang="en-US" sz="900" b="0">
              <a:solidFill>
                <a:srgbClr val="040707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29167" y="773113"/>
            <a:ext cx="11127317" cy="0"/>
          </a:xfrm>
          <a:prstGeom prst="line">
            <a:avLst/>
          </a:prstGeom>
          <a:ln w="25400">
            <a:solidFill>
              <a:srgbClr val="7FC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00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Add title</a:t>
            </a:r>
            <a:endParaRPr lang="en-ZA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380471" y="1000259"/>
            <a:ext cx="11422062" cy="3397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n-lt"/>
              </a:defRPr>
            </a:lvl1pPr>
            <a:lvl2pPr marL="268287" indent="0">
              <a:buNone/>
              <a:defRPr sz="2000">
                <a:solidFill>
                  <a:schemeClr val="bg2"/>
                </a:solidFill>
                <a:latin typeface="+mn-lt"/>
              </a:defRPr>
            </a:lvl2pPr>
            <a:lvl3pPr marL="625475" indent="0">
              <a:buNone/>
              <a:defRPr sz="2000">
                <a:solidFill>
                  <a:schemeClr val="bg2"/>
                </a:solidFill>
                <a:latin typeface="+mn-lt"/>
              </a:defRPr>
            </a:lvl3pPr>
            <a:lvl4pPr marL="893763" indent="0">
              <a:buNone/>
              <a:defRPr sz="2000">
                <a:solidFill>
                  <a:schemeClr val="bg2"/>
                </a:solidFill>
                <a:latin typeface="+mn-lt"/>
              </a:defRPr>
            </a:lvl4pPr>
            <a:lvl5pPr marL="1163637" indent="0">
              <a:buNone/>
              <a:defRPr sz="200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Add subtitle</a:t>
            </a:r>
            <a:endParaRPr lang="en-ZA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365125" y="857473"/>
            <a:ext cx="11441641" cy="0"/>
          </a:xfrm>
          <a:prstGeom prst="line">
            <a:avLst/>
          </a:prstGeom>
          <a:ln w="317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235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7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11175" y="1279083"/>
            <a:ext cx="11071225" cy="6477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0492" y="2212900"/>
            <a:ext cx="11071907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8063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7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11175" y="1279083"/>
            <a:ext cx="11071225" cy="6477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510492" y="2212900"/>
            <a:ext cx="11071907" cy="2576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270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W lab repo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2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 b="1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7559002"/>
      </p:ext>
    </p:extLst>
  </p:cSld>
  <p:clrMapOvr>
    <a:masterClrMapping/>
  </p:clrMapOvr>
  <p:transition>
    <p:fade/>
  </p:transition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87680" y="782626"/>
            <a:ext cx="11216640" cy="757255"/>
          </a:xfrm>
        </p:spPr>
        <p:txBody>
          <a:bodyPr>
            <a:noAutofit/>
          </a:bodyPr>
          <a:lstStyle>
            <a:lvl1pPr marL="0" indent="0">
              <a:buNone/>
              <a:defRPr sz="15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7680" y="295687"/>
            <a:ext cx="1121664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4678106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11668432" y="0"/>
            <a:ext cx="523568" cy="268287"/>
          </a:xfrm>
        </p:spPr>
        <p:txBody>
          <a:bodyPr/>
          <a:lstStyle/>
          <a:p>
            <a:fld id="{6C9EDA83-5074-4C24-8467-F331177C9D01}" type="slidenum">
              <a:rPr lang="en-ZA" smtClean="0">
                <a:solidFill>
                  <a:prstClr val="black"/>
                </a:solidFill>
              </a:rPr>
              <a:pPr/>
              <a:t>‹#›</a:t>
            </a:fld>
            <a:endParaRPr lang="en-Z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7539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96844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2"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01292" y="861355"/>
            <a:ext cx="10706100" cy="221599"/>
          </a:xfrm>
        </p:spPr>
        <p:txBody>
          <a:bodyPr/>
          <a:lstStyle>
            <a:lvl1pPr>
              <a:lnSpc>
                <a:spcPct val="90000"/>
              </a:lnSpc>
              <a:defRPr sz="16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 noProof="0"/>
              <a:t>Tagline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782175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E8856-1A9E-4118-A2D8-1A0DF57D9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BF16A-5356-4BCD-9115-437609C3A03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0350" y="972000"/>
            <a:ext cx="11160001" cy="5189538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24760D34-E739-4E1A-8081-304461B62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324433" y="4"/>
            <a:ext cx="2867571" cy="226591"/>
          </a:xfrm>
          <a:noFill/>
        </p:spPr>
        <p:txBody>
          <a:bodyPr wrap="none" lIns="0" tIns="72000" rIns="72000" bIns="0">
            <a:spAutoFit/>
          </a:bodyPr>
          <a:lstStyle>
            <a:lvl1pPr algn="r">
              <a:defRPr lang="en-US" sz="1000" b="1" cap="small" spc="267" baseline="0" smtClean="0">
                <a:solidFill>
                  <a:schemeClr val="accent6">
                    <a:lumMod val="75000"/>
                  </a:schemeClr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ZA"/>
            </a:lvl5pPr>
          </a:lstStyle>
          <a:p>
            <a:pPr lvl="0" algn="r"/>
            <a:r>
              <a:rPr lang="en-US"/>
              <a:t>Click to edit Master text styles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54334874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ellow title no descrip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69B11EA-C6D0-4AEF-8280-8974D69A3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7400" y="2593447"/>
            <a:ext cx="4689764" cy="1110338"/>
          </a:xfrm>
        </p:spPr>
        <p:txBody>
          <a:bodyPr numCol="1" anchor="ctr"/>
          <a:lstStyle>
            <a:lvl1pPr>
              <a:spcBef>
                <a:spcPts val="0"/>
              </a:spcBef>
              <a:defRPr sz="2800"/>
            </a:lvl1pPr>
          </a:lstStyle>
          <a:p>
            <a:r>
              <a:rPr lang="en-US"/>
              <a:t>Add presentation title</a:t>
            </a:r>
            <a:endParaRPr lang="en-GB" altLang="en-GB"/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0FAD6190-E2A1-4B8A-B7E6-F74781C2D0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7400" y="3712109"/>
            <a:ext cx="4689452" cy="415781"/>
          </a:xfrm>
          <a:prstGeom prst="rect">
            <a:avLst/>
          </a:prstGeom>
        </p:spPr>
        <p:txBody>
          <a:bodyPr numCol="1" anchor="t"/>
          <a:lstStyle>
            <a:lvl1pPr marL="0" indent="0">
              <a:spcBef>
                <a:spcPts val="0"/>
              </a:spcBef>
              <a:buNone/>
              <a:defRPr sz="1800" i="1"/>
            </a:lvl1pPr>
          </a:lstStyle>
          <a:p>
            <a:pPr lvl="0"/>
            <a:r>
              <a:rPr lang="en-US"/>
              <a:t>Add subtitle</a:t>
            </a:r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783476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 yellow oval with descrip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452BA5D-0243-47AE-A1DB-459E7316522C}"/>
              </a:ext>
            </a:extLst>
          </p:cNvPr>
          <p:cNvGrpSpPr/>
          <p:nvPr userDrawn="1"/>
        </p:nvGrpSpPr>
        <p:grpSpPr>
          <a:xfrm>
            <a:off x="1" y="677021"/>
            <a:ext cx="11798299" cy="5784424"/>
            <a:chOff x="1" y="677021"/>
            <a:chExt cx="11798299" cy="5784424"/>
          </a:xfrm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3488EC-74B9-4DE3-80BB-E1CBC85C36AF}"/>
                </a:ext>
              </a:extLst>
            </p:cNvPr>
            <p:cNvSpPr/>
            <p:nvPr userDrawn="1"/>
          </p:nvSpPr>
          <p:spPr>
            <a:xfrm>
              <a:off x="1" y="677021"/>
              <a:ext cx="6668655" cy="5490104"/>
            </a:xfrm>
            <a:custGeom>
              <a:avLst/>
              <a:gdLst>
                <a:gd name="connsiteX0" fmla="*/ 0 w 6668655"/>
                <a:gd name="connsiteY0" fmla="*/ 0 h 5490104"/>
                <a:gd name="connsiteX1" fmla="*/ 560043 w 6668655"/>
                <a:gd name="connsiteY1" fmla="*/ 11421 h 5490104"/>
                <a:gd name="connsiteX2" fmla="*/ 6668655 w 6668655"/>
                <a:gd name="connsiteY2" fmla="*/ 2745052 h 5490104"/>
                <a:gd name="connsiteX3" fmla="*/ 560043 w 6668655"/>
                <a:gd name="connsiteY3" fmla="*/ 5478684 h 5490104"/>
                <a:gd name="connsiteX4" fmla="*/ 0 w 6668655"/>
                <a:gd name="connsiteY4" fmla="*/ 5490104 h 5490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8655" h="5490104">
                  <a:moveTo>
                    <a:pt x="0" y="0"/>
                  </a:moveTo>
                  <a:lnTo>
                    <a:pt x="560043" y="11421"/>
                  </a:lnTo>
                  <a:cubicBezTo>
                    <a:pt x="3991160" y="152137"/>
                    <a:pt x="6668655" y="1322323"/>
                    <a:pt x="6668655" y="2745052"/>
                  </a:cubicBezTo>
                  <a:cubicBezTo>
                    <a:pt x="6668655" y="4167782"/>
                    <a:pt x="3991160" y="5337968"/>
                    <a:pt x="560043" y="5478684"/>
                  </a:cubicBezTo>
                  <a:lnTo>
                    <a:pt x="0" y="54901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93615AAC-41D2-434C-9428-BF63EA896291}"/>
                </a:ext>
              </a:extLst>
            </p:cNvPr>
            <p:cNvGrpSpPr/>
            <p:nvPr userDrawn="1"/>
          </p:nvGrpSpPr>
          <p:grpSpPr>
            <a:xfrm>
              <a:off x="7813964" y="5310073"/>
              <a:ext cx="3984336" cy="1151372"/>
              <a:chOff x="7813964" y="5310073"/>
              <a:chExt cx="3984336" cy="1151372"/>
            </a:xfrm>
          </p:grpSpPr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0F458BA2-8A46-4581-B19B-9D2D867A6C80}"/>
                  </a:ext>
                </a:extLst>
              </p:cNvPr>
              <p:cNvGrpSpPr/>
              <p:nvPr userDrawn="1"/>
            </p:nvGrpSpPr>
            <p:grpSpPr>
              <a:xfrm>
                <a:off x="7813964" y="5788335"/>
                <a:ext cx="2358245" cy="226732"/>
                <a:chOff x="19621500" y="3297238"/>
                <a:chExt cx="3170238" cy="304801"/>
              </a:xfrm>
            </p:grpSpPr>
            <p:sp>
              <p:nvSpPr>
                <p:cNvPr id="29" name="Freeform 5">
                  <a:extLst>
                    <a:ext uri="{FF2B5EF4-FFF2-40B4-BE49-F238E27FC236}">
                      <a16:creationId xmlns:a16="http://schemas.microsoft.com/office/drawing/2014/main" id="{90492846-68C3-4A06-9BBB-C31EE41839E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19621500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4 w 115"/>
                    <a:gd name="T3" fmla="*/ 106 h 106"/>
                    <a:gd name="T4" fmla="*/ 4 w 115"/>
                    <a:gd name="T5" fmla="*/ 55 h 106"/>
                    <a:gd name="T6" fmla="*/ 69 w 115"/>
                    <a:gd name="T7" fmla="*/ 0 h 106"/>
                    <a:gd name="T8" fmla="*/ 111 w 115"/>
                    <a:gd name="T9" fmla="*/ 44 h 106"/>
                    <a:gd name="T10" fmla="*/ 105 w 115"/>
                    <a:gd name="T11" fmla="*/ 61 h 106"/>
                    <a:gd name="T12" fmla="*/ 36 w 115"/>
                    <a:gd name="T13" fmla="*/ 61 h 106"/>
                    <a:gd name="T14" fmla="*/ 65 w 115"/>
                    <a:gd name="T15" fmla="*/ 81 h 106"/>
                    <a:gd name="T16" fmla="*/ 97 w 115"/>
                    <a:gd name="T17" fmla="*/ 72 h 106"/>
                    <a:gd name="T18" fmla="*/ 106 w 115"/>
                    <a:gd name="T19" fmla="*/ 88 h 106"/>
                    <a:gd name="T20" fmla="*/ 38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8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5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5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2" name="Freeform 6">
                  <a:extLst>
                    <a:ext uri="{FF2B5EF4-FFF2-40B4-BE49-F238E27FC236}">
                      <a16:creationId xmlns:a16="http://schemas.microsoft.com/office/drawing/2014/main" id="{707CE0B4-2D6D-4971-8AF0-3042F22B8223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19829463" y="3370263"/>
                  <a:ext cx="190500" cy="161925"/>
                </a:xfrm>
                <a:custGeom>
                  <a:avLst/>
                  <a:gdLst>
                    <a:gd name="T0" fmla="*/ 120 w 120"/>
                    <a:gd name="T1" fmla="*/ 0 h 102"/>
                    <a:gd name="T2" fmla="*/ 62 w 120"/>
                    <a:gd name="T3" fmla="*/ 102 h 102"/>
                    <a:gd name="T4" fmla="*/ 29 w 120"/>
                    <a:gd name="T5" fmla="*/ 102 h 102"/>
                    <a:gd name="T6" fmla="*/ 0 w 120"/>
                    <a:gd name="T7" fmla="*/ 0 h 102"/>
                    <a:gd name="T8" fmla="*/ 35 w 120"/>
                    <a:gd name="T9" fmla="*/ 0 h 102"/>
                    <a:gd name="T10" fmla="*/ 52 w 120"/>
                    <a:gd name="T11" fmla="*/ 67 h 102"/>
                    <a:gd name="T12" fmla="*/ 87 w 120"/>
                    <a:gd name="T13" fmla="*/ 0 h 102"/>
                    <a:gd name="T14" fmla="*/ 120 w 120"/>
                    <a:gd name="T15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0" h="102">
                      <a:moveTo>
                        <a:pt x="120" y="0"/>
                      </a:moveTo>
                      <a:lnTo>
                        <a:pt x="62" y="102"/>
                      </a:lnTo>
                      <a:lnTo>
                        <a:pt x="29" y="102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52" y="67"/>
                      </a:lnTo>
                      <a:lnTo>
                        <a:pt x="87" y="0"/>
                      </a:lnTo>
                      <a:lnTo>
                        <a:pt x="120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3" name="Freeform 7">
                  <a:extLst>
                    <a:ext uri="{FF2B5EF4-FFF2-40B4-BE49-F238E27FC236}">
                      <a16:creationId xmlns:a16="http://schemas.microsoft.com/office/drawing/2014/main" id="{68C03181-FF55-4636-9D8E-96B2FC865CF7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0013613" y="3363913"/>
                  <a:ext cx="188913" cy="176213"/>
                </a:xfrm>
                <a:custGeom>
                  <a:avLst/>
                  <a:gdLst>
                    <a:gd name="T0" fmla="*/ 106 w 114"/>
                    <a:gd name="T1" fmla="*/ 88 h 106"/>
                    <a:gd name="T2" fmla="*/ 54 w 114"/>
                    <a:gd name="T3" fmla="*/ 106 h 106"/>
                    <a:gd name="T4" fmla="*/ 4 w 114"/>
                    <a:gd name="T5" fmla="*/ 55 h 106"/>
                    <a:gd name="T6" fmla="*/ 69 w 114"/>
                    <a:gd name="T7" fmla="*/ 0 h 106"/>
                    <a:gd name="T8" fmla="*/ 111 w 114"/>
                    <a:gd name="T9" fmla="*/ 44 h 106"/>
                    <a:gd name="T10" fmla="*/ 105 w 114"/>
                    <a:gd name="T11" fmla="*/ 61 h 106"/>
                    <a:gd name="T12" fmla="*/ 35 w 114"/>
                    <a:gd name="T13" fmla="*/ 61 h 106"/>
                    <a:gd name="T14" fmla="*/ 64 w 114"/>
                    <a:gd name="T15" fmla="*/ 81 h 106"/>
                    <a:gd name="T16" fmla="*/ 97 w 114"/>
                    <a:gd name="T17" fmla="*/ 72 h 106"/>
                    <a:gd name="T18" fmla="*/ 106 w 114"/>
                    <a:gd name="T19" fmla="*/ 88 h 106"/>
                    <a:gd name="T20" fmla="*/ 38 w 114"/>
                    <a:gd name="T21" fmla="*/ 40 h 106"/>
                    <a:gd name="T22" fmla="*/ 83 w 114"/>
                    <a:gd name="T23" fmla="*/ 40 h 106"/>
                    <a:gd name="T24" fmla="*/ 66 w 114"/>
                    <a:gd name="T25" fmla="*/ 22 h 106"/>
                    <a:gd name="T26" fmla="*/ 38 w 114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4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4" y="18"/>
                        <a:pt x="111" y="44"/>
                      </a:cubicBezTo>
                      <a:cubicBezTo>
                        <a:pt x="110" y="51"/>
                        <a:pt x="107" y="57"/>
                        <a:pt x="105" y="61"/>
                      </a:cubicBezTo>
                      <a:cubicBezTo>
                        <a:pt x="35" y="61"/>
                        <a:pt x="35" y="61"/>
                        <a:pt x="35" y="61"/>
                      </a:cubicBezTo>
                      <a:cubicBezTo>
                        <a:pt x="37" y="74"/>
                        <a:pt x="47" y="81"/>
                        <a:pt x="64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3" y="40"/>
                        <a:pt x="83" y="40"/>
                        <a:pt x="83" y="40"/>
                      </a:cubicBezTo>
                      <a:cubicBezTo>
                        <a:pt x="84" y="29"/>
                        <a:pt x="77" y="22"/>
                        <a:pt x="66" y="22"/>
                      </a:cubicBezTo>
                      <a:cubicBezTo>
                        <a:pt x="55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4" name="Freeform 8">
                  <a:extLst>
                    <a:ext uri="{FF2B5EF4-FFF2-40B4-BE49-F238E27FC236}">
                      <a16:creationId xmlns:a16="http://schemas.microsoft.com/office/drawing/2014/main" id="{56402EF2-1D73-40A4-935D-876F9D5A62A4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219988" y="3365501"/>
                  <a:ext cx="146050" cy="166688"/>
                </a:xfrm>
                <a:custGeom>
                  <a:avLst/>
                  <a:gdLst>
                    <a:gd name="T0" fmla="*/ 89 w 89"/>
                    <a:gd name="T1" fmla="*/ 2 h 100"/>
                    <a:gd name="T2" fmla="*/ 84 w 89"/>
                    <a:gd name="T3" fmla="*/ 32 h 100"/>
                    <a:gd name="T4" fmla="*/ 70 w 89"/>
                    <a:gd name="T5" fmla="*/ 30 h 100"/>
                    <a:gd name="T6" fmla="*/ 40 w 89"/>
                    <a:gd name="T7" fmla="*/ 46 h 100"/>
                    <a:gd name="T8" fmla="*/ 32 w 89"/>
                    <a:gd name="T9" fmla="*/ 100 h 100"/>
                    <a:gd name="T10" fmla="*/ 0 w 89"/>
                    <a:gd name="T11" fmla="*/ 100 h 100"/>
                    <a:gd name="T12" fmla="*/ 14 w 89"/>
                    <a:gd name="T13" fmla="*/ 6 h 100"/>
                    <a:gd name="T14" fmla="*/ 45 w 89"/>
                    <a:gd name="T15" fmla="*/ 0 h 100"/>
                    <a:gd name="T16" fmla="*/ 42 w 89"/>
                    <a:gd name="T17" fmla="*/ 22 h 100"/>
                    <a:gd name="T18" fmla="*/ 77 w 89"/>
                    <a:gd name="T19" fmla="*/ 0 h 100"/>
                    <a:gd name="T20" fmla="*/ 89 w 89"/>
                    <a:gd name="T21" fmla="*/ 2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9" h="100">
                      <a:moveTo>
                        <a:pt x="89" y="2"/>
                      </a:moveTo>
                      <a:cubicBezTo>
                        <a:pt x="84" y="32"/>
                        <a:pt x="84" y="32"/>
                        <a:pt x="84" y="32"/>
                      </a:cubicBezTo>
                      <a:cubicBezTo>
                        <a:pt x="80" y="31"/>
                        <a:pt x="75" y="30"/>
                        <a:pt x="70" y="30"/>
                      </a:cubicBezTo>
                      <a:cubicBezTo>
                        <a:pt x="56" y="30"/>
                        <a:pt x="47" y="37"/>
                        <a:pt x="40" y="46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14" y="6"/>
                        <a:pt x="14" y="6"/>
                        <a:pt x="14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52" y="8"/>
                        <a:pt x="65" y="0"/>
                        <a:pt x="77" y="0"/>
                      </a:cubicBezTo>
                      <a:cubicBezTo>
                        <a:pt x="80" y="0"/>
                        <a:pt x="85" y="1"/>
                        <a:pt x="89" y="2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5" name="Freeform 9">
                  <a:extLst>
                    <a:ext uri="{FF2B5EF4-FFF2-40B4-BE49-F238E27FC236}">
                      <a16:creationId xmlns:a16="http://schemas.microsoft.com/office/drawing/2014/main" id="{4359D712-C209-4C72-970A-117E75D0BAA9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369213" y="3370263"/>
                  <a:ext cx="187325" cy="228600"/>
                </a:xfrm>
                <a:custGeom>
                  <a:avLst/>
                  <a:gdLst>
                    <a:gd name="T0" fmla="*/ 118 w 118"/>
                    <a:gd name="T1" fmla="*/ 0 h 144"/>
                    <a:gd name="T2" fmla="*/ 38 w 118"/>
                    <a:gd name="T3" fmla="*/ 144 h 144"/>
                    <a:gd name="T4" fmla="*/ 5 w 118"/>
                    <a:gd name="T5" fmla="*/ 144 h 144"/>
                    <a:gd name="T6" fmla="*/ 31 w 118"/>
                    <a:gd name="T7" fmla="*/ 102 h 144"/>
                    <a:gd name="T8" fmla="*/ 0 w 118"/>
                    <a:gd name="T9" fmla="*/ 0 h 144"/>
                    <a:gd name="T10" fmla="*/ 37 w 118"/>
                    <a:gd name="T11" fmla="*/ 0 h 144"/>
                    <a:gd name="T12" fmla="*/ 53 w 118"/>
                    <a:gd name="T13" fmla="*/ 64 h 144"/>
                    <a:gd name="T14" fmla="*/ 86 w 118"/>
                    <a:gd name="T15" fmla="*/ 0 h 144"/>
                    <a:gd name="T16" fmla="*/ 118 w 118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8" h="144">
                      <a:moveTo>
                        <a:pt x="118" y="0"/>
                      </a:moveTo>
                      <a:lnTo>
                        <a:pt x="38" y="144"/>
                      </a:lnTo>
                      <a:lnTo>
                        <a:pt x="5" y="144"/>
                      </a:lnTo>
                      <a:lnTo>
                        <a:pt x="31" y="102"/>
                      </a:lnTo>
                      <a:lnTo>
                        <a:pt x="0" y="0"/>
                      </a:lnTo>
                      <a:lnTo>
                        <a:pt x="37" y="0"/>
                      </a:lnTo>
                      <a:lnTo>
                        <a:pt x="53" y="64"/>
                      </a:lnTo>
                      <a:lnTo>
                        <a:pt x="86" y="0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6" name="Freeform 10">
                  <a:extLst>
                    <a:ext uri="{FF2B5EF4-FFF2-40B4-BE49-F238E27FC236}">
                      <a16:creationId xmlns:a16="http://schemas.microsoft.com/office/drawing/2014/main" id="{5F8E8045-DC85-4D6A-9BA8-A90825E6C393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561300" y="3370263"/>
                  <a:ext cx="266700" cy="161925"/>
                </a:xfrm>
                <a:custGeom>
                  <a:avLst/>
                  <a:gdLst>
                    <a:gd name="T0" fmla="*/ 168 w 168"/>
                    <a:gd name="T1" fmla="*/ 0 h 102"/>
                    <a:gd name="T2" fmla="*/ 119 w 168"/>
                    <a:gd name="T3" fmla="*/ 102 h 102"/>
                    <a:gd name="T4" fmla="*/ 88 w 168"/>
                    <a:gd name="T5" fmla="*/ 102 h 102"/>
                    <a:gd name="T6" fmla="*/ 76 w 168"/>
                    <a:gd name="T7" fmla="*/ 45 h 102"/>
                    <a:gd name="T8" fmla="*/ 52 w 168"/>
                    <a:gd name="T9" fmla="*/ 102 h 102"/>
                    <a:gd name="T10" fmla="*/ 20 w 168"/>
                    <a:gd name="T11" fmla="*/ 102 h 102"/>
                    <a:gd name="T12" fmla="*/ 0 w 168"/>
                    <a:gd name="T13" fmla="*/ 0 h 102"/>
                    <a:gd name="T14" fmla="*/ 34 w 168"/>
                    <a:gd name="T15" fmla="*/ 0 h 102"/>
                    <a:gd name="T16" fmla="*/ 43 w 168"/>
                    <a:gd name="T17" fmla="*/ 67 h 102"/>
                    <a:gd name="T18" fmla="*/ 70 w 168"/>
                    <a:gd name="T19" fmla="*/ 0 h 102"/>
                    <a:gd name="T20" fmla="*/ 100 w 168"/>
                    <a:gd name="T21" fmla="*/ 0 h 102"/>
                    <a:gd name="T22" fmla="*/ 111 w 168"/>
                    <a:gd name="T23" fmla="*/ 67 h 102"/>
                    <a:gd name="T24" fmla="*/ 137 w 168"/>
                    <a:gd name="T25" fmla="*/ 0 h 102"/>
                    <a:gd name="T26" fmla="*/ 168 w 168"/>
                    <a:gd name="T27" fmla="*/ 0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68" h="102">
                      <a:moveTo>
                        <a:pt x="168" y="0"/>
                      </a:moveTo>
                      <a:lnTo>
                        <a:pt x="119" y="102"/>
                      </a:lnTo>
                      <a:lnTo>
                        <a:pt x="88" y="102"/>
                      </a:lnTo>
                      <a:lnTo>
                        <a:pt x="76" y="45"/>
                      </a:lnTo>
                      <a:lnTo>
                        <a:pt x="52" y="102"/>
                      </a:lnTo>
                      <a:lnTo>
                        <a:pt x="20" y="102"/>
                      </a:lnTo>
                      <a:lnTo>
                        <a:pt x="0" y="0"/>
                      </a:lnTo>
                      <a:lnTo>
                        <a:pt x="34" y="0"/>
                      </a:lnTo>
                      <a:lnTo>
                        <a:pt x="43" y="67"/>
                      </a:lnTo>
                      <a:lnTo>
                        <a:pt x="70" y="0"/>
                      </a:lnTo>
                      <a:lnTo>
                        <a:pt x="100" y="0"/>
                      </a:lnTo>
                      <a:lnTo>
                        <a:pt x="111" y="67"/>
                      </a:lnTo>
                      <a:lnTo>
                        <a:pt x="137" y="0"/>
                      </a:lnTo>
                      <a:lnTo>
                        <a:pt x="168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7" name="Freeform 11">
                  <a:extLst>
                    <a:ext uri="{FF2B5EF4-FFF2-40B4-BE49-F238E27FC236}">
                      <a16:creationId xmlns:a16="http://schemas.microsoft.com/office/drawing/2014/main" id="{EC4F783D-E46B-4B61-8614-6DBF131C2897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0831175" y="3297238"/>
                  <a:ext cx="192088" cy="234950"/>
                </a:xfrm>
                <a:custGeom>
                  <a:avLst/>
                  <a:gdLst>
                    <a:gd name="T0" fmla="*/ 112 w 116"/>
                    <a:gd name="T1" fmla="*/ 84 h 142"/>
                    <a:gd name="T2" fmla="*/ 103 w 116"/>
                    <a:gd name="T3" fmla="*/ 142 h 142"/>
                    <a:gd name="T4" fmla="*/ 71 w 116"/>
                    <a:gd name="T5" fmla="*/ 142 h 142"/>
                    <a:gd name="T6" fmla="*/ 78 w 116"/>
                    <a:gd name="T7" fmla="*/ 94 h 142"/>
                    <a:gd name="T8" fmla="*/ 64 w 116"/>
                    <a:gd name="T9" fmla="*/ 69 h 142"/>
                    <a:gd name="T10" fmla="*/ 41 w 116"/>
                    <a:gd name="T11" fmla="*/ 81 h 142"/>
                    <a:gd name="T12" fmla="*/ 32 w 116"/>
                    <a:gd name="T13" fmla="*/ 142 h 142"/>
                    <a:gd name="T14" fmla="*/ 0 w 116"/>
                    <a:gd name="T15" fmla="*/ 142 h 142"/>
                    <a:gd name="T16" fmla="*/ 19 w 116"/>
                    <a:gd name="T17" fmla="*/ 6 h 142"/>
                    <a:gd name="T18" fmla="*/ 52 w 116"/>
                    <a:gd name="T19" fmla="*/ 0 h 142"/>
                    <a:gd name="T20" fmla="*/ 44 w 116"/>
                    <a:gd name="T21" fmla="*/ 57 h 142"/>
                    <a:gd name="T22" fmla="*/ 81 w 116"/>
                    <a:gd name="T23" fmla="*/ 42 h 142"/>
                    <a:gd name="T24" fmla="*/ 112 w 116"/>
                    <a:gd name="T25" fmla="*/ 84 h 1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6" h="142">
                      <a:moveTo>
                        <a:pt x="112" y="84"/>
                      </a:moveTo>
                      <a:cubicBezTo>
                        <a:pt x="103" y="142"/>
                        <a:pt x="103" y="142"/>
                        <a:pt x="103" y="142"/>
                      </a:cubicBezTo>
                      <a:cubicBezTo>
                        <a:pt x="71" y="142"/>
                        <a:pt x="71" y="142"/>
                        <a:pt x="71" y="142"/>
                      </a:cubicBezTo>
                      <a:cubicBezTo>
                        <a:pt x="78" y="94"/>
                        <a:pt x="78" y="94"/>
                        <a:pt x="78" y="94"/>
                      </a:cubicBezTo>
                      <a:cubicBezTo>
                        <a:pt x="80" y="78"/>
                        <a:pt x="76" y="69"/>
                        <a:pt x="64" y="69"/>
                      </a:cubicBezTo>
                      <a:cubicBezTo>
                        <a:pt x="56" y="69"/>
                        <a:pt x="47" y="74"/>
                        <a:pt x="41" y="81"/>
                      </a:cubicBezTo>
                      <a:cubicBezTo>
                        <a:pt x="32" y="142"/>
                        <a:pt x="32" y="142"/>
                        <a:pt x="32" y="142"/>
                      </a:cubicBezTo>
                      <a:cubicBezTo>
                        <a:pt x="0" y="142"/>
                        <a:pt x="0" y="142"/>
                        <a:pt x="0" y="142"/>
                      </a:cubicBezTo>
                      <a:cubicBezTo>
                        <a:pt x="19" y="6"/>
                        <a:pt x="19" y="6"/>
                        <a:pt x="19" y="6"/>
                      </a:cubicBezTo>
                      <a:cubicBezTo>
                        <a:pt x="52" y="0"/>
                        <a:pt x="52" y="0"/>
                        <a:pt x="52" y="0"/>
                      </a:cubicBezTo>
                      <a:cubicBezTo>
                        <a:pt x="44" y="57"/>
                        <a:pt x="44" y="57"/>
                        <a:pt x="44" y="57"/>
                      </a:cubicBezTo>
                      <a:cubicBezTo>
                        <a:pt x="54" y="47"/>
                        <a:pt x="68" y="42"/>
                        <a:pt x="81" y="42"/>
                      </a:cubicBezTo>
                      <a:cubicBezTo>
                        <a:pt x="101" y="42"/>
                        <a:pt x="116" y="56"/>
                        <a:pt x="112" y="8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8" name="Freeform 12">
                  <a:extLst>
                    <a:ext uri="{FF2B5EF4-FFF2-40B4-BE49-F238E27FC236}">
                      <a16:creationId xmlns:a16="http://schemas.microsoft.com/office/drawing/2014/main" id="{546F6F1E-876A-4B5E-943C-F6A6469C2516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037550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5 w 115"/>
                    <a:gd name="T3" fmla="*/ 106 h 106"/>
                    <a:gd name="T4" fmla="*/ 5 w 115"/>
                    <a:gd name="T5" fmla="*/ 55 h 106"/>
                    <a:gd name="T6" fmla="*/ 70 w 115"/>
                    <a:gd name="T7" fmla="*/ 0 h 106"/>
                    <a:gd name="T8" fmla="*/ 111 w 115"/>
                    <a:gd name="T9" fmla="*/ 44 h 106"/>
                    <a:gd name="T10" fmla="*/ 106 w 115"/>
                    <a:gd name="T11" fmla="*/ 61 h 106"/>
                    <a:gd name="T12" fmla="*/ 36 w 115"/>
                    <a:gd name="T13" fmla="*/ 61 h 106"/>
                    <a:gd name="T14" fmla="*/ 65 w 115"/>
                    <a:gd name="T15" fmla="*/ 81 h 106"/>
                    <a:gd name="T16" fmla="*/ 98 w 115"/>
                    <a:gd name="T17" fmla="*/ 72 h 106"/>
                    <a:gd name="T18" fmla="*/ 106 w 115"/>
                    <a:gd name="T19" fmla="*/ 88 h 106"/>
                    <a:gd name="T20" fmla="*/ 39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9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4" y="97"/>
                        <a:pt x="76" y="106"/>
                        <a:pt x="55" y="106"/>
                      </a:cubicBezTo>
                      <a:cubicBezTo>
                        <a:pt x="21" y="106"/>
                        <a:pt x="0" y="86"/>
                        <a:pt x="5" y="55"/>
                      </a:cubicBez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6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5" y="81"/>
                      </a:cubicBezTo>
                      <a:cubicBezTo>
                        <a:pt x="76" y="81"/>
                        <a:pt x="88" y="77"/>
                        <a:pt x="98" y="72"/>
                      </a:cubicBezTo>
                      <a:lnTo>
                        <a:pt x="106" y="88"/>
                      </a:lnTo>
                      <a:close/>
                      <a:moveTo>
                        <a:pt x="39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9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39" name="Freeform 13">
                  <a:extLst>
                    <a:ext uri="{FF2B5EF4-FFF2-40B4-BE49-F238E27FC236}">
                      <a16:creationId xmlns:a16="http://schemas.microsoft.com/office/drawing/2014/main" id="{CA9B1D36-957A-4BDA-B729-38E79B28D45C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1245513" y="3365501"/>
                  <a:ext cx="144463" cy="166688"/>
                </a:xfrm>
                <a:custGeom>
                  <a:avLst/>
                  <a:gdLst>
                    <a:gd name="T0" fmla="*/ 88 w 88"/>
                    <a:gd name="T1" fmla="*/ 2 h 100"/>
                    <a:gd name="T2" fmla="*/ 84 w 88"/>
                    <a:gd name="T3" fmla="*/ 32 h 100"/>
                    <a:gd name="T4" fmla="*/ 70 w 88"/>
                    <a:gd name="T5" fmla="*/ 30 h 100"/>
                    <a:gd name="T6" fmla="*/ 40 w 88"/>
                    <a:gd name="T7" fmla="*/ 46 h 100"/>
                    <a:gd name="T8" fmla="*/ 32 w 88"/>
                    <a:gd name="T9" fmla="*/ 100 h 100"/>
                    <a:gd name="T10" fmla="*/ 0 w 88"/>
                    <a:gd name="T11" fmla="*/ 100 h 100"/>
                    <a:gd name="T12" fmla="*/ 13 w 88"/>
                    <a:gd name="T13" fmla="*/ 6 h 100"/>
                    <a:gd name="T14" fmla="*/ 45 w 88"/>
                    <a:gd name="T15" fmla="*/ 0 h 100"/>
                    <a:gd name="T16" fmla="*/ 42 w 88"/>
                    <a:gd name="T17" fmla="*/ 22 h 100"/>
                    <a:gd name="T18" fmla="*/ 77 w 88"/>
                    <a:gd name="T19" fmla="*/ 0 h 100"/>
                    <a:gd name="T20" fmla="*/ 88 w 88"/>
                    <a:gd name="T21" fmla="*/ 2 h 1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</a:cxnLst>
                  <a:rect l="0" t="0" r="r" b="b"/>
                  <a:pathLst>
                    <a:path w="88" h="100">
                      <a:moveTo>
                        <a:pt x="88" y="2"/>
                      </a:moveTo>
                      <a:cubicBezTo>
                        <a:pt x="84" y="32"/>
                        <a:pt x="84" y="32"/>
                        <a:pt x="84" y="32"/>
                      </a:cubicBezTo>
                      <a:cubicBezTo>
                        <a:pt x="80" y="31"/>
                        <a:pt x="74" y="30"/>
                        <a:pt x="70" y="30"/>
                      </a:cubicBezTo>
                      <a:cubicBezTo>
                        <a:pt x="56" y="30"/>
                        <a:pt x="47" y="37"/>
                        <a:pt x="40" y="46"/>
                      </a:cubicBezTo>
                      <a:cubicBezTo>
                        <a:pt x="32" y="100"/>
                        <a:pt x="32" y="100"/>
                        <a:pt x="32" y="100"/>
                      </a:cubicBezTo>
                      <a:cubicBezTo>
                        <a:pt x="0" y="100"/>
                        <a:pt x="0" y="100"/>
                        <a:pt x="0" y="100"/>
                      </a:cubicBezTo>
                      <a:cubicBezTo>
                        <a:pt x="13" y="6"/>
                        <a:pt x="13" y="6"/>
                        <a:pt x="13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42" y="22"/>
                        <a:pt x="42" y="22"/>
                        <a:pt x="42" y="22"/>
                      </a:cubicBezTo>
                      <a:cubicBezTo>
                        <a:pt x="52" y="8"/>
                        <a:pt x="65" y="0"/>
                        <a:pt x="77" y="0"/>
                      </a:cubicBezTo>
                      <a:cubicBezTo>
                        <a:pt x="80" y="0"/>
                        <a:pt x="85" y="1"/>
                        <a:pt x="88" y="2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0" name="Freeform 14">
                  <a:extLst>
                    <a:ext uri="{FF2B5EF4-FFF2-40B4-BE49-F238E27FC236}">
                      <a16:creationId xmlns:a16="http://schemas.microsoft.com/office/drawing/2014/main" id="{21A37BB1-CBB1-4A15-979F-B7F58EF47171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389975" y="3363913"/>
                  <a:ext cx="190500" cy="176213"/>
                </a:xfrm>
                <a:custGeom>
                  <a:avLst/>
                  <a:gdLst>
                    <a:gd name="T0" fmla="*/ 106 w 115"/>
                    <a:gd name="T1" fmla="*/ 88 h 106"/>
                    <a:gd name="T2" fmla="*/ 54 w 115"/>
                    <a:gd name="T3" fmla="*/ 106 h 106"/>
                    <a:gd name="T4" fmla="*/ 4 w 115"/>
                    <a:gd name="T5" fmla="*/ 55 h 106"/>
                    <a:gd name="T6" fmla="*/ 69 w 115"/>
                    <a:gd name="T7" fmla="*/ 0 h 106"/>
                    <a:gd name="T8" fmla="*/ 111 w 115"/>
                    <a:gd name="T9" fmla="*/ 44 h 106"/>
                    <a:gd name="T10" fmla="*/ 105 w 115"/>
                    <a:gd name="T11" fmla="*/ 61 h 106"/>
                    <a:gd name="T12" fmla="*/ 36 w 115"/>
                    <a:gd name="T13" fmla="*/ 61 h 106"/>
                    <a:gd name="T14" fmla="*/ 64 w 115"/>
                    <a:gd name="T15" fmla="*/ 81 h 106"/>
                    <a:gd name="T16" fmla="*/ 97 w 115"/>
                    <a:gd name="T17" fmla="*/ 72 h 106"/>
                    <a:gd name="T18" fmla="*/ 106 w 115"/>
                    <a:gd name="T19" fmla="*/ 88 h 106"/>
                    <a:gd name="T20" fmla="*/ 38 w 115"/>
                    <a:gd name="T21" fmla="*/ 40 h 106"/>
                    <a:gd name="T22" fmla="*/ 84 w 115"/>
                    <a:gd name="T23" fmla="*/ 40 h 106"/>
                    <a:gd name="T24" fmla="*/ 66 w 115"/>
                    <a:gd name="T25" fmla="*/ 22 h 106"/>
                    <a:gd name="T26" fmla="*/ 38 w 115"/>
                    <a:gd name="T27" fmla="*/ 40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15" h="106">
                      <a:moveTo>
                        <a:pt x="106" y="88"/>
                      </a:moveTo>
                      <a:cubicBezTo>
                        <a:pt x="93" y="97"/>
                        <a:pt x="75" y="106"/>
                        <a:pt x="54" y="106"/>
                      </a:cubicBezTo>
                      <a:cubicBezTo>
                        <a:pt x="20" y="106"/>
                        <a:pt x="0" y="86"/>
                        <a:pt x="4" y="55"/>
                      </a:cubicBezTo>
                      <a:cubicBezTo>
                        <a:pt x="8" y="24"/>
                        <a:pt x="36" y="0"/>
                        <a:pt x="69" y="0"/>
                      </a:cubicBezTo>
                      <a:cubicBezTo>
                        <a:pt x="98" y="0"/>
                        <a:pt x="115" y="18"/>
                        <a:pt x="111" y="44"/>
                      </a:cubicBezTo>
                      <a:cubicBezTo>
                        <a:pt x="110" y="51"/>
                        <a:pt x="108" y="57"/>
                        <a:pt x="105" y="61"/>
                      </a:cubicBezTo>
                      <a:cubicBezTo>
                        <a:pt x="36" y="61"/>
                        <a:pt x="36" y="61"/>
                        <a:pt x="36" y="61"/>
                      </a:cubicBezTo>
                      <a:cubicBezTo>
                        <a:pt x="38" y="74"/>
                        <a:pt x="48" y="81"/>
                        <a:pt x="64" y="81"/>
                      </a:cubicBezTo>
                      <a:cubicBezTo>
                        <a:pt x="76" y="81"/>
                        <a:pt x="87" y="77"/>
                        <a:pt x="97" y="72"/>
                      </a:cubicBezTo>
                      <a:lnTo>
                        <a:pt x="106" y="88"/>
                      </a:lnTo>
                      <a:close/>
                      <a:moveTo>
                        <a:pt x="38" y="40"/>
                      </a:moveTo>
                      <a:cubicBezTo>
                        <a:pt x="84" y="40"/>
                        <a:pt x="84" y="40"/>
                        <a:pt x="84" y="40"/>
                      </a:cubicBezTo>
                      <a:cubicBezTo>
                        <a:pt x="84" y="29"/>
                        <a:pt x="78" y="22"/>
                        <a:pt x="66" y="22"/>
                      </a:cubicBezTo>
                      <a:cubicBezTo>
                        <a:pt x="56" y="22"/>
                        <a:pt x="44" y="28"/>
                        <a:pt x="38" y="40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1" name="Freeform 15">
                  <a:extLst>
                    <a:ext uri="{FF2B5EF4-FFF2-40B4-BE49-F238E27FC236}">
                      <a16:creationId xmlns:a16="http://schemas.microsoft.com/office/drawing/2014/main" id="{CBD1D02E-59F5-46CB-B0C1-2184AF3D6432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1678900" y="3370263"/>
                  <a:ext cx="184150" cy="228600"/>
                </a:xfrm>
                <a:custGeom>
                  <a:avLst/>
                  <a:gdLst>
                    <a:gd name="T0" fmla="*/ 116 w 116"/>
                    <a:gd name="T1" fmla="*/ 0 h 144"/>
                    <a:gd name="T2" fmla="*/ 36 w 116"/>
                    <a:gd name="T3" fmla="*/ 144 h 144"/>
                    <a:gd name="T4" fmla="*/ 4 w 116"/>
                    <a:gd name="T5" fmla="*/ 144 h 144"/>
                    <a:gd name="T6" fmla="*/ 29 w 116"/>
                    <a:gd name="T7" fmla="*/ 102 h 144"/>
                    <a:gd name="T8" fmla="*/ 0 w 116"/>
                    <a:gd name="T9" fmla="*/ 0 h 144"/>
                    <a:gd name="T10" fmla="*/ 35 w 116"/>
                    <a:gd name="T11" fmla="*/ 0 h 144"/>
                    <a:gd name="T12" fmla="*/ 51 w 116"/>
                    <a:gd name="T13" fmla="*/ 64 h 144"/>
                    <a:gd name="T14" fmla="*/ 84 w 116"/>
                    <a:gd name="T15" fmla="*/ 0 h 144"/>
                    <a:gd name="T16" fmla="*/ 116 w 116"/>
                    <a:gd name="T17" fmla="*/ 0 h 1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16" h="144">
                      <a:moveTo>
                        <a:pt x="116" y="0"/>
                      </a:moveTo>
                      <a:lnTo>
                        <a:pt x="36" y="144"/>
                      </a:lnTo>
                      <a:lnTo>
                        <a:pt x="4" y="144"/>
                      </a:lnTo>
                      <a:lnTo>
                        <a:pt x="29" y="102"/>
                      </a:lnTo>
                      <a:lnTo>
                        <a:pt x="0" y="0"/>
                      </a:lnTo>
                      <a:lnTo>
                        <a:pt x="35" y="0"/>
                      </a:lnTo>
                      <a:lnTo>
                        <a:pt x="51" y="64"/>
                      </a:lnTo>
                      <a:lnTo>
                        <a:pt x="84" y="0"/>
                      </a:lnTo>
                      <a:lnTo>
                        <a:pt x="116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2" name="Freeform 16">
                  <a:extLst>
                    <a:ext uri="{FF2B5EF4-FFF2-40B4-BE49-F238E27FC236}">
                      <a16:creationId xmlns:a16="http://schemas.microsoft.com/office/drawing/2014/main" id="{2C8A47B0-E4E7-43CF-A7AB-94A1CB82BCA4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1858288" y="3363913"/>
                  <a:ext cx="203200" cy="176213"/>
                </a:xfrm>
                <a:custGeom>
                  <a:avLst/>
                  <a:gdLst>
                    <a:gd name="T0" fmla="*/ 4 w 123"/>
                    <a:gd name="T1" fmla="*/ 55 h 106"/>
                    <a:gd name="T2" fmla="*/ 70 w 123"/>
                    <a:gd name="T3" fmla="*/ 0 h 106"/>
                    <a:gd name="T4" fmla="*/ 119 w 123"/>
                    <a:gd name="T5" fmla="*/ 51 h 106"/>
                    <a:gd name="T6" fmla="*/ 53 w 123"/>
                    <a:gd name="T7" fmla="*/ 106 h 106"/>
                    <a:gd name="T8" fmla="*/ 4 w 123"/>
                    <a:gd name="T9" fmla="*/ 55 h 106"/>
                    <a:gd name="T10" fmla="*/ 86 w 123"/>
                    <a:gd name="T11" fmla="*/ 54 h 106"/>
                    <a:gd name="T12" fmla="*/ 65 w 123"/>
                    <a:gd name="T13" fmla="*/ 24 h 106"/>
                    <a:gd name="T14" fmla="*/ 38 w 123"/>
                    <a:gd name="T15" fmla="*/ 52 h 106"/>
                    <a:gd name="T16" fmla="*/ 59 w 123"/>
                    <a:gd name="T17" fmla="*/ 82 h 106"/>
                    <a:gd name="T18" fmla="*/ 86 w 123"/>
                    <a:gd name="T19" fmla="*/ 54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106">
                      <a:moveTo>
                        <a:pt x="4" y="55"/>
                      </a:move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102" y="0"/>
                        <a:pt x="123" y="22"/>
                        <a:pt x="119" y="51"/>
                      </a:cubicBezTo>
                      <a:cubicBezTo>
                        <a:pt x="115" y="82"/>
                        <a:pt x="87" y="106"/>
                        <a:pt x="53" y="106"/>
                      </a:cubicBezTo>
                      <a:cubicBezTo>
                        <a:pt x="22" y="106"/>
                        <a:pt x="0" y="84"/>
                        <a:pt x="4" y="55"/>
                      </a:cubicBezTo>
                      <a:close/>
                      <a:moveTo>
                        <a:pt x="86" y="54"/>
                      </a:moveTo>
                      <a:cubicBezTo>
                        <a:pt x="89" y="36"/>
                        <a:pt x="80" y="24"/>
                        <a:pt x="65" y="24"/>
                      </a:cubicBezTo>
                      <a:cubicBezTo>
                        <a:pt x="50" y="24"/>
                        <a:pt x="40" y="35"/>
                        <a:pt x="38" y="52"/>
                      </a:cubicBezTo>
                      <a:cubicBezTo>
                        <a:pt x="35" y="70"/>
                        <a:pt x="43" y="82"/>
                        <a:pt x="59" y="82"/>
                      </a:cubicBezTo>
                      <a:cubicBezTo>
                        <a:pt x="73" y="82"/>
                        <a:pt x="84" y="71"/>
                        <a:pt x="86" y="5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3" name="Freeform 17">
                  <a:extLst>
                    <a:ext uri="{FF2B5EF4-FFF2-40B4-BE49-F238E27FC236}">
                      <a16:creationId xmlns:a16="http://schemas.microsoft.com/office/drawing/2014/main" id="{90062D4D-D9B7-4280-8CF6-A1100ABBF420}"/>
                    </a:ext>
                  </a:extLst>
                </p:cNvPr>
                <p:cNvSpPr>
                  <a:spLocks/>
                </p:cNvSpPr>
                <p:nvPr userDrawn="1"/>
              </p:nvSpPr>
              <p:spPr>
                <a:xfrm>
                  <a:off x="22078950" y="3365501"/>
                  <a:ext cx="190500" cy="171450"/>
                </a:xfrm>
                <a:custGeom>
                  <a:avLst/>
                  <a:gdLst>
                    <a:gd name="T0" fmla="*/ 115 w 115"/>
                    <a:gd name="T1" fmla="*/ 0 h 103"/>
                    <a:gd name="T2" fmla="*/ 101 w 115"/>
                    <a:gd name="T3" fmla="*/ 100 h 103"/>
                    <a:gd name="T4" fmla="*/ 70 w 115"/>
                    <a:gd name="T5" fmla="*/ 100 h 103"/>
                    <a:gd name="T6" fmla="*/ 72 w 115"/>
                    <a:gd name="T7" fmla="*/ 88 h 103"/>
                    <a:gd name="T8" fmla="*/ 35 w 115"/>
                    <a:gd name="T9" fmla="*/ 103 h 103"/>
                    <a:gd name="T10" fmla="*/ 4 w 115"/>
                    <a:gd name="T11" fmla="*/ 61 h 103"/>
                    <a:gd name="T12" fmla="*/ 12 w 115"/>
                    <a:gd name="T13" fmla="*/ 6 h 103"/>
                    <a:gd name="T14" fmla="*/ 45 w 115"/>
                    <a:gd name="T15" fmla="*/ 0 h 103"/>
                    <a:gd name="T16" fmla="*/ 38 w 115"/>
                    <a:gd name="T17" fmla="*/ 51 h 103"/>
                    <a:gd name="T18" fmla="*/ 51 w 115"/>
                    <a:gd name="T19" fmla="*/ 77 h 103"/>
                    <a:gd name="T20" fmla="*/ 74 w 115"/>
                    <a:gd name="T21" fmla="*/ 66 h 103"/>
                    <a:gd name="T22" fmla="*/ 82 w 115"/>
                    <a:gd name="T23" fmla="*/ 6 h 103"/>
                    <a:gd name="T24" fmla="*/ 115 w 115"/>
                    <a:gd name="T25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15" h="103">
                      <a:moveTo>
                        <a:pt x="115" y="0"/>
                      </a:moveTo>
                      <a:cubicBezTo>
                        <a:pt x="101" y="100"/>
                        <a:pt x="101" y="100"/>
                        <a:pt x="101" y="100"/>
                      </a:cubicBezTo>
                      <a:cubicBezTo>
                        <a:pt x="70" y="100"/>
                        <a:pt x="70" y="100"/>
                        <a:pt x="70" y="100"/>
                      </a:cubicBezTo>
                      <a:cubicBezTo>
                        <a:pt x="72" y="88"/>
                        <a:pt x="72" y="88"/>
                        <a:pt x="72" y="88"/>
                      </a:cubicBezTo>
                      <a:cubicBezTo>
                        <a:pt x="62" y="98"/>
                        <a:pt x="48" y="103"/>
                        <a:pt x="35" y="103"/>
                      </a:cubicBezTo>
                      <a:cubicBezTo>
                        <a:pt x="14" y="103"/>
                        <a:pt x="0" y="89"/>
                        <a:pt x="4" y="61"/>
                      </a:cubicBezTo>
                      <a:cubicBezTo>
                        <a:pt x="12" y="6"/>
                        <a:pt x="12" y="6"/>
                        <a:pt x="12" y="6"/>
                      </a:cubicBezTo>
                      <a:cubicBezTo>
                        <a:pt x="45" y="0"/>
                        <a:pt x="45" y="0"/>
                        <a:pt x="45" y="0"/>
                      </a:cubicBezTo>
                      <a:cubicBezTo>
                        <a:pt x="38" y="51"/>
                        <a:pt x="38" y="51"/>
                        <a:pt x="38" y="51"/>
                      </a:cubicBezTo>
                      <a:cubicBezTo>
                        <a:pt x="35" y="68"/>
                        <a:pt x="40" y="77"/>
                        <a:pt x="51" y="77"/>
                      </a:cubicBezTo>
                      <a:cubicBezTo>
                        <a:pt x="59" y="77"/>
                        <a:pt x="67" y="73"/>
                        <a:pt x="74" y="66"/>
                      </a:cubicBezTo>
                      <a:cubicBezTo>
                        <a:pt x="82" y="6"/>
                        <a:pt x="82" y="6"/>
                        <a:pt x="82" y="6"/>
                      </a:cubicBezTo>
                      <a:lnTo>
                        <a:pt x="115" y="0"/>
                      </a:ln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4" name="Freeform 18">
                  <a:extLst>
                    <a:ext uri="{FF2B5EF4-FFF2-40B4-BE49-F238E27FC236}">
                      <a16:creationId xmlns:a16="http://schemas.microsoft.com/office/drawing/2014/main" id="{0D6AE653-B3B6-4267-A48B-02EFADC760C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2353588" y="3365501"/>
                  <a:ext cx="233363" cy="236538"/>
                </a:xfrm>
                <a:custGeom>
                  <a:avLst/>
                  <a:gdLst>
                    <a:gd name="T0" fmla="*/ 138 w 141"/>
                    <a:gd name="T1" fmla="*/ 30 h 143"/>
                    <a:gd name="T2" fmla="*/ 114 w 141"/>
                    <a:gd name="T3" fmla="*/ 29 h 143"/>
                    <a:gd name="T4" fmla="*/ 117 w 141"/>
                    <a:gd name="T5" fmla="*/ 47 h 143"/>
                    <a:gd name="T6" fmla="*/ 59 w 141"/>
                    <a:gd name="T7" fmla="*/ 88 h 143"/>
                    <a:gd name="T8" fmla="*/ 54 w 141"/>
                    <a:gd name="T9" fmla="*/ 88 h 143"/>
                    <a:gd name="T10" fmla="*/ 35 w 141"/>
                    <a:gd name="T11" fmla="*/ 113 h 143"/>
                    <a:gd name="T12" fmla="*/ 84 w 141"/>
                    <a:gd name="T13" fmla="*/ 98 h 143"/>
                    <a:gd name="T14" fmla="*/ 118 w 141"/>
                    <a:gd name="T15" fmla="*/ 139 h 143"/>
                    <a:gd name="T16" fmla="*/ 84 w 141"/>
                    <a:gd name="T17" fmla="*/ 143 h 143"/>
                    <a:gd name="T18" fmla="*/ 66 w 141"/>
                    <a:gd name="T19" fmla="*/ 125 h 143"/>
                    <a:gd name="T20" fmla="*/ 18 w 141"/>
                    <a:gd name="T21" fmla="*/ 139 h 143"/>
                    <a:gd name="T22" fmla="*/ 0 w 141"/>
                    <a:gd name="T23" fmla="*/ 127 h 143"/>
                    <a:gd name="T24" fmla="*/ 27 w 141"/>
                    <a:gd name="T25" fmla="*/ 79 h 143"/>
                    <a:gd name="T26" fmla="*/ 11 w 141"/>
                    <a:gd name="T27" fmla="*/ 45 h 143"/>
                    <a:gd name="T28" fmla="*/ 71 w 141"/>
                    <a:gd name="T29" fmla="*/ 0 h 143"/>
                    <a:gd name="T30" fmla="*/ 91 w 141"/>
                    <a:gd name="T31" fmla="*/ 3 h 143"/>
                    <a:gd name="T32" fmla="*/ 141 w 141"/>
                    <a:gd name="T33" fmla="*/ 3 h 143"/>
                    <a:gd name="T34" fmla="*/ 138 w 141"/>
                    <a:gd name="T35" fmla="*/ 30 h 143"/>
                    <a:gd name="T36" fmla="*/ 87 w 141"/>
                    <a:gd name="T37" fmla="*/ 45 h 143"/>
                    <a:gd name="T38" fmla="*/ 67 w 141"/>
                    <a:gd name="T39" fmla="*/ 23 h 143"/>
                    <a:gd name="T40" fmla="*/ 42 w 141"/>
                    <a:gd name="T41" fmla="*/ 44 h 143"/>
                    <a:gd name="T42" fmla="*/ 62 w 141"/>
                    <a:gd name="T43" fmla="*/ 66 h 143"/>
                    <a:gd name="T44" fmla="*/ 87 w 141"/>
                    <a:gd name="T45" fmla="*/ 45 h 1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41" h="143">
                      <a:moveTo>
                        <a:pt x="138" y="30"/>
                      </a:moveTo>
                      <a:cubicBezTo>
                        <a:pt x="114" y="29"/>
                        <a:pt x="114" y="29"/>
                        <a:pt x="114" y="29"/>
                      </a:cubicBezTo>
                      <a:cubicBezTo>
                        <a:pt x="117" y="34"/>
                        <a:pt x="118" y="40"/>
                        <a:pt x="117" y="47"/>
                      </a:cubicBezTo>
                      <a:cubicBezTo>
                        <a:pt x="114" y="70"/>
                        <a:pt x="90" y="88"/>
                        <a:pt x="59" y="88"/>
                      </a:cubicBezTo>
                      <a:cubicBezTo>
                        <a:pt x="58" y="88"/>
                        <a:pt x="56" y="88"/>
                        <a:pt x="54" y="88"/>
                      </a:cubicBezTo>
                      <a:cubicBezTo>
                        <a:pt x="35" y="113"/>
                        <a:pt x="35" y="113"/>
                        <a:pt x="35" y="113"/>
                      </a:cubicBezTo>
                      <a:cubicBezTo>
                        <a:pt x="49" y="105"/>
                        <a:pt x="67" y="98"/>
                        <a:pt x="84" y="98"/>
                      </a:cubicBezTo>
                      <a:cubicBezTo>
                        <a:pt x="102" y="98"/>
                        <a:pt x="120" y="106"/>
                        <a:pt x="118" y="139"/>
                      </a:cubicBezTo>
                      <a:cubicBezTo>
                        <a:pt x="84" y="143"/>
                        <a:pt x="84" y="143"/>
                        <a:pt x="84" y="143"/>
                      </a:cubicBezTo>
                      <a:cubicBezTo>
                        <a:pt x="84" y="128"/>
                        <a:pt x="77" y="125"/>
                        <a:pt x="66" y="125"/>
                      </a:cubicBezTo>
                      <a:cubicBezTo>
                        <a:pt x="53" y="125"/>
                        <a:pt x="34" y="130"/>
                        <a:pt x="18" y="139"/>
                      </a:cubicBezTo>
                      <a:cubicBezTo>
                        <a:pt x="0" y="127"/>
                        <a:pt x="0" y="127"/>
                        <a:pt x="0" y="127"/>
                      </a:cubicBezTo>
                      <a:cubicBezTo>
                        <a:pt x="27" y="79"/>
                        <a:pt x="27" y="79"/>
                        <a:pt x="27" y="79"/>
                      </a:cubicBezTo>
                      <a:cubicBezTo>
                        <a:pt x="15" y="72"/>
                        <a:pt x="9" y="59"/>
                        <a:pt x="11" y="45"/>
                      </a:cubicBezTo>
                      <a:cubicBezTo>
                        <a:pt x="15" y="21"/>
                        <a:pt x="40" y="0"/>
                        <a:pt x="71" y="0"/>
                      </a:cubicBezTo>
                      <a:cubicBezTo>
                        <a:pt x="78" y="0"/>
                        <a:pt x="85" y="1"/>
                        <a:pt x="91" y="3"/>
                      </a:cubicBezTo>
                      <a:cubicBezTo>
                        <a:pt x="141" y="3"/>
                        <a:pt x="141" y="3"/>
                        <a:pt x="141" y="3"/>
                      </a:cubicBezTo>
                      <a:lnTo>
                        <a:pt x="138" y="30"/>
                      </a:lnTo>
                      <a:close/>
                      <a:moveTo>
                        <a:pt x="87" y="45"/>
                      </a:moveTo>
                      <a:cubicBezTo>
                        <a:pt x="89" y="31"/>
                        <a:pt x="79" y="23"/>
                        <a:pt x="67" y="23"/>
                      </a:cubicBezTo>
                      <a:cubicBezTo>
                        <a:pt x="55" y="23"/>
                        <a:pt x="44" y="31"/>
                        <a:pt x="42" y="44"/>
                      </a:cubicBezTo>
                      <a:cubicBezTo>
                        <a:pt x="40" y="57"/>
                        <a:pt x="50" y="66"/>
                        <a:pt x="62" y="66"/>
                      </a:cubicBezTo>
                      <a:cubicBezTo>
                        <a:pt x="74" y="66"/>
                        <a:pt x="85" y="58"/>
                        <a:pt x="87" y="45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  <p:sp>
              <p:nvSpPr>
                <p:cNvPr id="45" name="Freeform 19">
                  <a:extLst>
                    <a:ext uri="{FF2B5EF4-FFF2-40B4-BE49-F238E27FC236}">
                      <a16:creationId xmlns:a16="http://schemas.microsoft.com/office/drawing/2014/main" id="{6D6C2AA0-1C75-49B5-937D-B2B43533C96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>
                <a:xfrm>
                  <a:off x="22588538" y="3363913"/>
                  <a:ext cx="203200" cy="176213"/>
                </a:xfrm>
                <a:custGeom>
                  <a:avLst/>
                  <a:gdLst>
                    <a:gd name="T0" fmla="*/ 4 w 123"/>
                    <a:gd name="T1" fmla="*/ 55 h 106"/>
                    <a:gd name="T2" fmla="*/ 70 w 123"/>
                    <a:gd name="T3" fmla="*/ 0 h 106"/>
                    <a:gd name="T4" fmla="*/ 119 w 123"/>
                    <a:gd name="T5" fmla="*/ 51 h 106"/>
                    <a:gd name="T6" fmla="*/ 53 w 123"/>
                    <a:gd name="T7" fmla="*/ 106 h 106"/>
                    <a:gd name="T8" fmla="*/ 4 w 123"/>
                    <a:gd name="T9" fmla="*/ 55 h 106"/>
                    <a:gd name="T10" fmla="*/ 86 w 123"/>
                    <a:gd name="T11" fmla="*/ 54 h 106"/>
                    <a:gd name="T12" fmla="*/ 65 w 123"/>
                    <a:gd name="T13" fmla="*/ 24 h 106"/>
                    <a:gd name="T14" fmla="*/ 38 w 123"/>
                    <a:gd name="T15" fmla="*/ 52 h 106"/>
                    <a:gd name="T16" fmla="*/ 59 w 123"/>
                    <a:gd name="T17" fmla="*/ 82 h 106"/>
                    <a:gd name="T18" fmla="*/ 86 w 123"/>
                    <a:gd name="T19" fmla="*/ 54 h 1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23" h="106">
                      <a:moveTo>
                        <a:pt x="4" y="55"/>
                      </a:moveTo>
                      <a:cubicBezTo>
                        <a:pt x="9" y="24"/>
                        <a:pt x="37" y="0"/>
                        <a:pt x="70" y="0"/>
                      </a:cubicBezTo>
                      <a:cubicBezTo>
                        <a:pt x="102" y="0"/>
                        <a:pt x="123" y="22"/>
                        <a:pt x="119" y="51"/>
                      </a:cubicBezTo>
                      <a:cubicBezTo>
                        <a:pt x="115" y="82"/>
                        <a:pt x="87" y="106"/>
                        <a:pt x="53" y="106"/>
                      </a:cubicBezTo>
                      <a:cubicBezTo>
                        <a:pt x="21" y="106"/>
                        <a:pt x="0" y="84"/>
                        <a:pt x="4" y="55"/>
                      </a:cubicBezTo>
                      <a:close/>
                      <a:moveTo>
                        <a:pt x="86" y="54"/>
                      </a:moveTo>
                      <a:cubicBezTo>
                        <a:pt x="88" y="36"/>
                        <a:pt x="80" y="24"/>
                        <a:pt x="65" y="24"/>
                      </a:cubicBezTo>
                      <a:cubicBezTo>
                        <a:pt x="50" y="24"/>
                        <a:pt x="40" y="35"/>
                        <a:pt x="38" y="52"/>
                      </a:cubicBezTo>
                      <a:cubicBezTo>
                        <a:pt x="35" y="70"/>
                        <a:pt x="43" y="82"/>
                        <a:pt x="59" y="82"/>
                      </a:cubicBezTo>
                      <a:cubicBezTo>
                        <a:pt x="73" y="82"/>
                        <a:pt x="83" y="71"/>
                        <a:pt x="86" y="54"/>
                      </a:cubicBezTo>
                      <a:close/>
                    </a:path>
                  </a:pathLst>
                </a:custGeom>
                <a:solidFill>
                  <a:srgbClr val="1E1E1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GB" altLang="en-GB"/>
                </a:p>
              </p:txBody>
            </p:sp>
          </p:grpSp>
          <p:sp>
            <p:nvSpPr>
              <p:cNvPr id="22" name="Rectangle 20">
                <a:extLst>
                  <a:ext uri="{FF2B5EF4-FFF2-40B4-BE49-F238E27FC236}">
                    <a16:creationId xmlns:a16="http://schemas.microsoft.com/office/drawing/2014/main" id="{05921760-FF02-4211-9312-1EF01D129C5B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3" name="Rectangle 21">
                <a:extLst>
                  <a:ext uri="{FF2B5EF4-FFF2-40B4-BE49-F238E27FC236}">
                    <a16:creationId xmlns:a16="http://schemas.microsoft.com/office/drawing/2014/main" id="{D1EB718E-4FB5-44D3-9D75-8E4EDCCB6DD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4" name="Oval 22">
                <a:extLst>
                  <a:ext uri="{FF2B5EF4-FFF2-40B4-BE49-F238E27FC236}">
                    <a16:creationId xmlns:a16="http://schemas.microsoft.com/office/drawing/2014/main" id="{D4C3DF61-087D-4DEE-9481-6BBAA7AF8EC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5" name="Freeform 23">
                <a:extLst>
                  <a:ext uri="{FF2B5EF4-FFF2-40B4-BE49-F238E27FC236}">
                    <a16:creationId xmlns:a16="http://schemas.microsoft.com/office/drawing/2014/main" id="{D6089907-968E-486F-815E-32BC2ADF57F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6" name="Freeform 24">
                <a:extLst>
                  <a:ext uri="{FF2B5EF4-FFF2-40B4-BE49-F238E27FC236}">
                    <a16:creationId xmlns:a16="http://schemas.microsoft.com/office/drawing/2014/main" id="{ABB4F9CE-4504-4B00-B81F-CD733572D06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7" name="Freeform 25">
                <a:extLst>
                  <a:ext uri="{FF2B5EF4-FFF2-40B4-BE49-F238E27FC236}">
                    <a16:creationId xmlns:a16="http://schemas.microsoft.com/office/drawing/2014/main" id="{11B4364D-4839-4496-A92F-B7B2425A0EAC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28" name="Freeform 26">
                <a:extLst>
                  <a:ext uri="{FF2B5EF4-FFF2-40B4-BE49-F238E27FC236}">
                    <a16:creationId xmlns:a16="http://schemas.microsoft.com/office/drawing/2014/main" id="{554B7D1D-8A06-4651-9877-6704029F613F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DF4E762-8EE1-4ABB-BA5B-2057AAB0CB27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10648109 w 12192000"/>
              <a:gd name="connsiteY0" fmla="*/ 5310073 h 6858000"/>
              <a:gd name="connsiteX1" fmla="*/ 10648109 w 12192000"/>
              <a:gd name="connsiteY1" fmla="*/ 6461445 h 6858000"/>
              <a:gd name="connsiteX2" fmla="*/ 11798300 w 12192000"/>
              <a:gd name="connsiteY2" fmla="*/ 6461445 h 6858000"/>
              <a:gd name="connsiteX3" fmla="*/ 11798300 w 12192000"/>
              <a:gd name="connsiteY3" fmla="*/ 5310073 h 6858000"/>
              <a:gd name="connsiteX4" fmla="*/ 1 w 12192000"/>
              <a:gd name="connsiteY4" fmla="*/ 677021 h 6858000"/>
              <a:gd name="connsiteX5" fmla="*/ 1 w 12192000"/>
              <a:gd name="connsiteY5" fmla="*/ 6167125 h 6858000"/>
              <a:gd name="connsiteX6" fmla="*/ 560044 w 12192000"/>
              <a:gd name="connsiteY6" fmla="*/ 6155705 h 6858000"/>
              <a:gd name="connsiteX7" fmla="*/ 6668656 w 12192000"/>
              <a:gd name="connsiteY7" fmla="*/ 3422073 h 6858000"/>
              <a:gd name="connsiteX8" fmla="*/ 560044 w 12192000"/>
              <a:gd name="connsiteY8" fmla="*/ 688442 h 6858000"/>
              <a:gd name="connsiteX9" fmla="*/ 0 w 12192000"/>
              <a:gd name="connsiteY9" fmla="*/ 0 h 6858000"/>
              <a:gd name="connsiteX10" fmla="*/ 12192000 w 12192000"/>
              <a:gd name="connsiteY10" fmla="*/ 0 h 6858000"/>
              <a:gd name="connsiteX11" fmla="*/ 12192000 w 12192000"/>
              <a:gd name="connsiteY11" fmla="*/ 6858000 h 6858000"/>
              <a:gd name="connsiteX12" fmla="*/ 0 w 12192000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8000">
                <a:moveTo>
                  <a:pt x="10648109" y="5310073"/>
                </a:moveTo>
                <a:lnTo>
                  <a:pt x="10648109" y="6461445"/>
                </a:lnTo>
                <a:lnTo>
                  <a:pt x="11798300" y="6461445"/>
                </a:lnTo>
                <a:lnTo>
                  <a:pt x="11798300" y="5310073"/>
                </a:lnTo>
                <a:close/>
                <a:moveTo>
                  <a:pt x="1" y="677021"/>
                </a:moveTo>
                <a:lnTo>
                  <a:pt x="1" y="6167125"/>
                </a:lnTo>
                <a:lnTo>
                  <a:pt x="560044" y="6155705"/>
                </a:lnTo>
                <a:cubicBezTo>
                  <a:pt x="3991161" y="6014989"/>
                  <a:pt x="6668656" y="4844803"/>
                  <a:pt x="6668656" y="3422073"/>
                </a:cubicBezTo>
                <a:cubicBezTo>
                  <a:pt x="6668656" y="1999344"/>
                  <a:pt x="3991161" y="829158"/>
                  <a:pt x="560044" y="688442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</p:spPr>
        <p:txBody>
          <a:bodyPr wrap="square" numCol="1" anchor="t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GB" altLang="en-GB"/>
              <a:t>Add picture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9B11EA-C6D0-4AEF-8280-8974D69A3C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6215" y="2920181"/>
            <a:ext cx="5133322" cy="1110338"/>
          </a:xfrm>
          <a:prstGeom prst="rect">
            <a:avLst/>
          </a:prstGeom>
        </p:spPr>
        <p:txBody>
          <a:bodyPr vert="horz" lIns="0" tIns="0" rIns="0" bIns="0" numCol="1" rtlCol="0" anchor="ctr">
            <a:noAutofit/>
          </a:bodyPr>
          <a:lstStyle>
            <a:lvl1pPr>
              <a:defRPr lang="en-GB" altLang="en-GB" sz="4400" dirty="0"/>
            </a:lvl1pPr>
          </a:lstStyle>
          <a:p>
            <a:pPr marL="0" lvl="0">
              <a:spcBef>
                <a:spcPts val="0"/>
              </a:spcBef>
            </a:pPr>
            <a:r>
              <a:rPr lang="en-US"/>
              <a:t>Thank you</a:t>
            </a:r>
            <a:endParaRPr lang="en-GB" altLang="en-GB"/>
          </a:p>
        </p:txBody>
      </p:sp>
    </p:spTree>
    <p:extLst>
      <p:ext uri="{BB962C8B-B14F-4D97-AF65-F5344CB8AC3E}">
        <p14:creationId xmlns:p14="http://schemas.microsoft.com/office/powerpoint/2010/main" val="1129172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: Title, subtitle &amp;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40" name="think-cell Slide" r:id="rId4" imgW="475" imgH="476" progId="TCLayout.ActiveDocument.1">
                  <p:embed/>
                </p:oleObj>
              </mc:Choice>
              <mc:Fallback>
                <p:oleObj name="think-cell Slide" r:id="rId4" imgW="475" imgH="47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5EDB6370-E20D-4356-B639-0E4B5C5A89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4EE004D-1AF6-41A3-BF99-D3478A36E5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DF096E9-BE84-4A01-9215-548EB123A1B2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F75B60A-3FD8-433F-B673-8E39468D824E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8D91074-7CA5-412D-B392-79970843071F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12" name="Rectangle 20">
                <a:extLst>
                  <a:ext uri="{FF2B5EF4-FFF2-40B4-BE49-F238E27FC236}">
                    <a16:creationId xmlns:a16="http://schemas.microsoft.com/office/drawing/2014/main" id="{55A50798-BA63-4054-97C6-E78D398F12B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Rectangle 21">
                <a:extLst>
                  <a:ext uri="{FF2B5EF4-FFF2-40B4-BE49-F238E27FC236}">
                    <a16:creationId xmlns:a16="http://schemas.microsoft.com/office/drawing/2014/main" id="{0C6F2B01-29ED-4CE4-899F-DCC088A6D1E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Oval 22">
                <a:extLst>
                  <a:ext uri="{FF2B5EF4-FFF2-40B4-BE49-F238E27FC236}">
                    <a16:creationId xmlns:a16="http://schemas.microsoft.com/office/drawing/2014/main" id="{F763AC27-B5E4-468D-8F3E-FCE3B099F87F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3">
                <a:extLst>
                  <a:ext uri="{FF2B5EF4-FFF2-40B4-BE49-F238E27FC236}">
                    <a16:creationId xmlns:a16="http://schemas.microsoft.com/office/drawing/2014/main" id="{54DB9D8A-E0DD-4E8E-837F-77B574F62A9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6" name="Freeform 24">
                <a:extLst>
                  <a:ext uri="{FF2B5EF4-FFF2-40B4-BE49-F238E27FC236}">
                    <a16:creationId xmlns:a16="http://schemas.microsoft.com/office/drawing/2014/main" id="{8F9267D3-6CF4-4003-98E0-1DF062FCC29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7" name="Freeform 25">
                <a:extLst>
                  <a:ext uri="{FF2B5EF4-FFF2-40B4-BE49-F238E27FC236}">
                    <a16:creationId xmlns:a16="http://schemas.microsoft.com/office/drawing/2014/main" id="{FC34D197-C04B-4FC2-8FC0-3D74CBBB9FB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8" name="Freeform 26">
                <a:extLst>
                  <a:ext uri="{FF2B5EF4-FFF2-40B4-BE49-F238E27FC236}">
                    <a16:creationId xmlns:a16="http://schemas.microsoft.com/office/drawing/2014/main" id="{88F51C54-07D2-4CDD-9DE3-40BF4DD0088A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11612994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CBBEB854-223F-445E-BCA9-D11AA1C450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45C209C-19A0-41E7-B855-D05308DAF84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B0E9C47C-F1C8-4778-ACC4-836A1414A8A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13776963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419CE86-68BF-4542-A10A-767F245CDF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514" y="1447452"/>
            <a:ext cx="10252054" cy="268816"/>
          </a:xfrm>
          <a:prstGeom prst="rect">
            <a:avLst/>
          </a:prstGeom>
        </p:spPr>
        <p:txBody>
          <a:bodyPr lIns="0" tIns="0" rIns="0" bIns="0" numCol="1"/>
          <a:lstStyle>
            <a:lvl1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i="1"/>
            </a:lvl1pPr>
          </a:lstStyle>
          <a:p>
            <a:pPr lvl="0"/>
            <a:r>
              <a:rPr lang="en-US"/>
              <a:t>Add subtitle</a:t>
            </a:r>
          </a:p>
          <a:p>
            <a:pPr lvl="0"/>
            <a:endParaRPr lang="en-GB" altLang="en-GB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9A2767A-79AE-491E-9B88-A383D777179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3699" y="1045744"/>
            <a:ext cx="10250868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>
            <a:lvl1pPr marL="0" indent="0">
              <a:buNone/>
              <a:defRPr lang="en-US" sz="2500" b="1" smtClean="0"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GB" altLang="en-GB"/>
            </a:lvl5pPr>
          </a:lstStyle>
          <a:p>
            <a:pPr marL="152400" lvl="0" indent="-152400">
              <a:lnSpc>
                <a:spcPct val="90000"/>
              </a:lnSpc>
              <a:spcBef>
                <a:spcPct val="0"/>
              </a:spcBef>
            </a:pPr>
            <a:r>
              <a:rPr lang="en-US"/>
              <a:t>Add title</a:t>
            </a:r>
            <a:endParaRPr lang="en-GB" altLang="en-GB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B5C5AF9C-82BE-4803-B6E2-4756DD838F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19862" y="6527260"/>
            <a:ext cx="8825367" cy="330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/>
            </a:lvl1pPr>
            <a:lvl2pPr marL="244475" indent="0">
              <a:buNone/>
              <a:defRPr/>
            </a:lvl2pPr>
            <a:lvl3pPr marL="352425" indent="0">
              <a:buNone/>
              <a:defRPr/>
            </a:lvl3pPr>
            <a:lvl4pPr marL="515937" indent="0">
              <a:buNone/>
              <a:defRPr/>
            </a:lvl4pPr>
            <a:lvl5pPr marL="663575" indent="0">
              <a:buNone/>
              <a:defRPr/>
            </a:lvl5pPr>
          </a:lstStyle>
          <a:p>
            <a:pPr lvl="0"/>
            <a:r>
              <a:rPr lang="en-US"/>
              <a:t>Sources:</a:t>
            </a:r>
          </a:p>
        </p:txBody>
      </p:sp>
    </p:spTree>
    <p:extLst>
      <p:ext uri="{BB962C8B-B14F-4D97-AF65-F5344CB8AC3E}">
        <p14:creationId xmlns:p14="http://schemas.microsoft.com/office/powerpoint/2010/main" val="119912271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4944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600" spc="-75" dirty="0">
                <a:latin typeface="+mj-lt"/>
              </a:defRPr>
            </a:lvl1pPr>
          </a:lstStyle>
          <a:p>
            <a:pPr lvl="0" defTabSz="685800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1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200"/>
            </a:lvl1pPr>
          </a:lstStyle>
          <a:p>
            <a:pPr marL="228600" lvl="0" indent="-228600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4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900" b="1" kern="0" cap="all" spc="250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8600" lvl="0" indent="-228600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075269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8231986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94200" y="651601"/>
            <a:ext cx="11201795" cy="75725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14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94200" y="317504"/>
            <a:ext cx="11201795" cy="3340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94200" y="1666261"/>
            <a:ext cx="11201795" cy="471294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C0C5A9-84DC-484B-97FF-220270BB1E87}"/>
              </a:ext>
            </a:extLst>
          </p:cNvPr>
          <p:cNvSpPr/>
          <p:nvPr userDrawn="1"/>
        </p:nvSpPr>
        <p:spPr bwMode="gray">
          <a:xfrm>
            <a:off x="10484938" y="6379205"/>
            <a:ext cx="753062" cy="349182"/>
          </a:xfrm>
          <a:prstGeom prst="rect">
            <a:avLst/>
          </a:prstGeom>
          <a:solidFill>
            <a:schemeClr val="bg1"/>
          </a:solidFill>
          <a:ln w="19050" algn="ctr">
            <a:noFill/>
            <a:miter lim="800000"/>
            <a:headEnd/>
            <a:tailEnd/>
          </a:ln>
        </p:spPr>
        <p:txBody>
          <a:bodyPr wrap="square" lIns="80648" tIns="80648" rIns="80648" bIns="80648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ZA" sz="1452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14069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64" name="think-cell Slide" r:id="rId4" imgW="495" imgH="496" progId="TCLayout.ActiveDocument.1">
                  <p:embed/>
                </p:oleObj>
              </mc:Choice>
              <mc:Fallback>
                <p:oleObj name="think-cell Slide" r:id="rId4" imgW="495" imgH="49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74400" y="6019800"/>
            <a:ext cx="1016000" cy="228600"/>
          </a:xfrm>
          <a:prstGeom prst="rect">
            <a:avLst/>
          </a:prstGeom>
        </p:spPr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9CBAE0-C9DC-48E5-BC21-54F13D4EB49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769600" cy="48736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914401"/>
            <a:ext cx="10972800" cy="52117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75418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518" y="514351"/>
            <a:ext cx="11127316" cy="2587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529167" y="944564"/>
            <a:ext cx="11127317" cy="90487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3"/>
          <p:cNvSpPr/>
          <p:nvPr userDrawn="1"/>
        </p:nvSpPr>
        <p:spPr>
          <a:xfrm>
            <a:off x="5868160" y="6557187"/>
            <a:ext cx="46679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b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t>- </a:t>
            </a:r>
            <a:fld id="{86C77FDF-45C5-4665-AAEE-45520AE6BEA9}" type="slidenum">
              <a:rPr lang="en-US" sz="900" b="0" smtClean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pPr/>
              <a:t>‹#›</a:t>
            </a:fld>
            <a:r>
              <a:rPr lang="en-US" sz="900" b="0">
                <a:solidFill>
                  <a:srgbClr val="040707"/>
                </a:solidFill>
                <a:latin typeface="Arial" pitchFamily="34" charset="0"/>
                <a:cs typeface="Arial" pitchFamily="34" charset="0"/>
              </a:rPr>
              <a:t> -</a:t>
            </a:r>
            <a:endParaRPr lang="en-US" sz="900" b="0">
              <a:solidFill>
                <a:srgbClr val="040707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29167" y="773113"/>
            <a:ext cx="11127317" cy="0"/>
          </a:xfrm>
          <a:prstGeom prst="line">
            <a:avLst/>
          </a:prstGeom>
          <a:ln w="25400">
            <a:solidFill>
              <a:srgbClr val="7FC2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7885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88700" cy="6985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89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lang="en-US" dirty="0" smtClean="0"/>
            </a:lvl1pPr>
            <a:lvl2pPr>
              <a:defRPr lang="en-US" b="0" dirty="0" smtClean="0"/>
            </a:lvl2pPr>
            <a:lvl3pPr>
              <a:defRPr lang="en-US" b="0" dirty="0" smtClean="0"/>
            </a:lvl3pPr>
            <a:lvl4pPr>
              <a:defRPr lang="en-US" b="0" dirty="0" smtClean="0"/>
            </a:lvl4pPr>
            <a:lvl5pPr>
              <a:defRPr lang="en-GB" b="0" dirty="0"/>
            </a:lvl5pPr>
          </a:lstStyle>
          <a:p>
            <a:pPr lvl="0">
              <a:spcBef>
                <a:spcPts val="1662"/>
              </a:spcBef>
              <a:buFontTx/>
            </a:pPr>
            <a:r>
              <a:rPr lang="en-US"/>
              <a:t>Click to edit Master text styles</a:t>
            </a:r>
          </a:p>
          <a:p>
            <a:pPr lvl="1">
              <a:spcBef>
                <a:spcPts val="1662"/>
              </a:spcBef>
              <a:buFontTx/>
            </a:pPr>
            <a:r>
              <a:rPr lang="en-US"/>
              <a:t>Second level</a:t>
            </a:r>
          </a:p>
          <a:p>
            <a:pPr lvl="2">
              <a:spcBef>
                <a:spcPts val="1662"/>
              </a:spcBef>
              <a:buFontTx/>
            </a:pPr>
            <a:r>
              <a:rPr lang="en-US"/>
              <a:t>Third level</a:t>
            </a:r>
          </a:p>
          <a:p>
            <a:pPr lvl="3">
              <a:spcBef>
                <a:spcPts val="1662"/>
              </a:spcBef>
              <a:buFontTx/>
            </a:pPr>
            <a:r>
              <a:rPr lang="en-US"/>
              <a:t>Fourth level</a:t>
            </a:r>
          </a:p>
          <a:p>
            <a:pPr lvl="4">
              <a:spcBef>
                <a:spcPts val="1662"/>
              </a:spcBef>
              <a:buFontTx/>
            </a:pPr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28858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62" y="1625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2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2" y="1625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C517332-EED5-4E16-99A2-BAC62985016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ZA" sz="2858" b="1" i="0" baseline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EE430F-F251-4D01-AE83-20270CC558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10437"/>
            <a:ext cx="8733514" cy="6637124"/>
          </a:xfrm>
          <a:prstGeom prst="rect">
            <a:avLst/>
          </a:prstGeom>
        </p:spPr>
      </p:pic>
      <p:sp>
        <p:nvSpPr>
          <p:cNvPr id="13314" name="Title"/>
          <p:cNvSpPr>
            <a:spLocks noGrp="1" noChangeArrowheads="1"/>
          </p:cNvSpPr>
          <p:nvPr>
            <p:ph type="ctrTitle"/>
          </p:nvPr>
        </p:nvSpPr>
        <p:spPr>
          <a:xfrm>
            <a:off x="1515615" y="3347192"/>
            <a:ext cx="5292096" cy="4398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x-none" sz="2858" b="1" baseline="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pPr lvl="0" latinLnBrk="0"/>
            <a:r>
              <a:rPr lang="en-ZA" noProof="0"/>
              <a:t>Click to edit Master title style</a:t>
            </a:r>
          </a:p>
        </p:txBody>
      </p:sp>
      <p:sp>
        <p:nvSpPr>
          <p:cNvPr id="13315" name="Subtitle"/>
          <p:cNvSpPr>
            <a:spLocks noGrp="1" noChangeArrowheads="1"/>
          </p:cNvSpPr>
          <p:nvPr>
            <p:ph type="subTitle" idx="1"/>
          </p:nvPr>
        </p:nvSpPr>
        <p:spPr>
          <a:xfrm>
            <a:off x="1515615" y="4506052"/>
            <a:ext cx="5292096" cy="21974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lang="x-none" sz="1428" cap="none" baseline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 latinLnBrk="0"/>
            <a:r>
              <a:rPr lang="en-ZA" noProof="0"/>
              <a:t>Click to edit Master subtitle style</a:t>
            </a:r>
          </a:p>
        </p:txBody>
      </p:sp>
      <p:sp>
        <p:nvSpPr>
          <p:cNvPr id="57" name="Document type" hidden="1"/>
          <p:cNvSpPr txBox="1">
            <a:spLocks noChangeArrowheads="1"/>
          </p:cNvSpPr>
          <p:nvPr/>
        </p:nvSpPr>
        <p:spPr bwMode="gray">
          <a:xfrm>
            <a:off x="1515615" y="5386862"/>
            <a:ext cx="2902754" cy="219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>
            <a:lvl1pPr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lang="x-none"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lang="x-none"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 lang="x-none"/>
            </a:pPr>
            <a:r>
              <a:rPr lang="en-ZA" sz="1428" baseline="0">
                <a:solidFill>
                  <a:schemeClr val="tx1"/>
                </a:solidFill>
                <a:latin typeface="+mn-lt"/>
              </a:rPr>
              <a:t>Document type | Date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4AE6288-4EB5-4C4F-AC54-AC1779B394E7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806" t="70163"/>
          <a:stretch/>
        </p:blipFill>
        <p:spPr bwMode="ltGray">
          <a:xfrm>
            <a:off x="8733516" y="5426378"/>
            <a:ext cx="3258049" cy="14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408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17">
          <p15:clr>
            <a:srgbClr val="FBAE40"/>
          </p15:clr>
        </p15:guide>
        <p15:guide id="2" pos="93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61" y="1624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36" name="think-cell Slide" r:id="rId5" imgW="347" imgH="346" progId="TCLayout.ActiveDocument.1">
                  <p:embed/>
                </p:oleObj>
              </mc:Choice>
              <mc:Fallback>
                <p:oleObj name="think-cell Slide" r:id="rId5" imgW="347" imgH="34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1" y="1624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72919EFC-3FAD-4A41-BE5E-DB8326F4F52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ZA" sz="2041" b="1" i="0" baseline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2. Slide Title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r>
              <a:rPr lang="en-ZA"/>
              <a:t>Click to edit Master title style</a:t>
            </a:r>
          </a:p>
        </p:txBody>
      </p:sp>
      <p:sp>
        <p:nvSpPr>
          <p:cNvPr id="5" name="doc id" hidden="1"/>
          <p:cNvSpPr>
            <a:spLocks noChangeArrowheads="1"/>
          </p:cNvSpPr>
          <p:nvPr/>
        </p:nvSpPr>
        <p:spPr bwMode="auto">
          <a:xfrm>
            <a:off x="10995482" y="51836"/>
            <a:ext cx="894152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3572"/>
            <a:endParaRPr lang="en-ZA" sz="816" baseline="0">
              <a:solidFill>
                <a:srgbClr val="80808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01492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40">
          <p15:clr>
            <a:srgbClr val="F26B43"/>
          </p15:clr>
        </p15:guide>
        <p15:guide id="2" pos="99">
          <p15:clr>
            <a:srgbClr val="F26B43"/>
          </p15:clr>
        </p15:guide>
        <p15:guide id="3" orient="horz" pos="571">
          <p15:clr>
            <a:srgbClr val="F26B43"/>
          </p15:clr>
        </p15:guide>
        <p15:guide id="4" orient="horz" pos="3911">
          <p15:clr>
            <a:srgbClr val="F26B43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1FD927F-4D52-485E-ADF8-45C2E000B88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61" y="1624"/>
          <a:ext cx="2159" cy="1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60" name="think-cell Slide" r:id="rId5" imgW="347" imgH="346" progId="TCLayout.ActiveDocument.1">
                  <p:embed/>
                </p:oleObj>
              </mc:Choice>
              <mc:Fallback>
                <p:oleObj name="think-cell Slide" r:id="rId5" imgW="347" imgH="34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1FD927F-4D52-485E-ADF8-45C2E000B8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61" y="1624"/>
                        <a:ext cx="2159" cy="1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BB3D348-E23E-440A-996D-97FAEE331F1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" y="0"/>
            <a:ext cx="161977" cy="1619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ZA" sz="2041" b="1" i="0" baseline="0">
              <a:solidFill>
                <a:schemeClr val="tx1"/>
              </a:solidFill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5596BB-22FB-4C9F-898F-93F56EF26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02481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vmlDrawing" Target="../drawings/vmlDrawing6.v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17.xml"/><Relationship Id="rId16" Type="http://schemas.openxmlformats.org/officeDocument/2006/relationships/oleObject" Target="../embeddings/oleObject6.bin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tags" Target="../tags/tag9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ags" Target="../tags/tag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3" Type="http://schemas.openxmlformats.org/officeDocument/2006/relationships/slideLayout" Target="../slideLayouts/slideLayout29.xml"/><Relationship Id="rId21" Type="http://schemas.openxmlformats.org/officeDocument/2006/relationships/tags" Target="../tags/tag27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image" Target="../media/image6.png"/><Relationship Id="rId2" Type="http://schemas.openxmlformats.org/officeDocument/2006/relationships/slideLayout" Target="../slideLayouts/slideLayout28.xml"/><Relationship Id="rId16" Type="http://schemas.openxmlformats.org/officeDocument/2006/relationships/tags" Target="../tags/tag22.xml"/><Relationship Id="rId20" Type="http://schemas.openxmlformats.org/officeDocument/2006/relationships/tags" Target="../tags/tag26.xml"/><Relationship Id="rId1" Type="http://schemas.openxmlformats.org/officeDocument/2006/relationships/slideLayout" Target="../slideLayouts/slideLayout2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24" Type="http://schemas.openxmlformats.org/officeDocument/2006/relationships/image" Target="../media/image5.emf"/><Relationship Id="rId5" Type="http://schemas.openxmlformats.org/officeDocument/2006/relationships/vmlDrawing" Target="../drawings/vmlDrawing9.vml"/><Relationship Id="rId15" Type="http://schemas.openxmlformats.org/officeDocument/2006/relationships/tags" Target="../tags/tag21.xml"/><Relationship Id="rId23" Type="http://schemas.openxmlformats.org/officeDocument/2006/relationships/oleObject" Target="../embeddings/oleObject9.bin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4" Type="http://schemas.openxmlformats.org/officeDocument/2006/relationships/theme" Target="../theme/theme3.xml"/><Relationship Id="rId9" Type="http://schemas.openxmlformats.org/officeDocument/2006/relationships/tags" Target="../tags/tag15.xml"/><Relationship Id="rId14" Type="http://schemas.openxmlformats.org/officeDocument/2006/relationships/tags" Target="../tags/tag20.xml"/><Relationship Id="rId22" Type="http://schemas.openxmlformats.org/officeDocument/2006/relationships/tags" Target="../tags/tag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" name="think-cell Slide" r:id="rId20" imgW="495" imgH="496" progId="TCLayout.ActiveDocument.1">
                  <p:embed/>
                </p:oleObj>
              </mc:Choice>
              <mc:Fallback>
                <p:oleObj name="think-cell Slide" r:id="rId20" imgW="495" imgH="49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latin typeface="MTN Brighter Sans Bold" panose="00000800000000000000"/>
              <a:ea typeface="+mj-ea"/>
              <a:cs typeface="+mj-cs"/>
              <a:sym typeface="MTN Brighter Sans Bold" panose="0000080000000000000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DAD24-AED6-4DFA-A5A6-32C68C04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514" y="354283"/>
            <a:ext cx="11404600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/>
          <a:p>
            <a:r>
              <a:rPr lang="en-US"/>
              <a:t>Add title</a:t>
            </a:r>
            <a:endParaRPr lang="en-GB" altLang="en-GB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39BBA4E4-9ED0-4AF1-97A2-1A44F92F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520825"/>
            <a:ext cx="11404600" cy="4932362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/>
          <a:p>
            <a:pPr marL="207963" lvl="0" indent="-207963">
              <a:buSzPct val="80000"/>
              <a:buFontTx/>
              <a:buBlip>
                <a:blip r:embed="rId22"/>
              </a:buBlip>
            </a:pPr>
            <a:r>
              <a:rPr lang="en-US"/>
              <a:t>First level</a:t>
            </a:r>
          </a:p>
          <a:p>
            <a:pPr marL="361950" lvl="1" indent="-117475">
              <a:buFont typeface="Century Gothic" panose="020B0502020202020204" pitchFamily="34" charset="0"/>
              <a:buChar char="–"/>
            </a:pPr>
            <a:r>
              <a:rPr lang="en-US"/>
              <a:t>Second level</a:t>
            </a:r>
          </a:p>
          <a:p>
            <a:pPr marL="533400" lvl="2" indent="-180975"/>
            <a:r>
              <a:rPr lang="en-US"/>
              <a:t>Third level</a:t>
            </a:r>
          </a:p>
          <a:p>
            <a:pPr marL="679450" lvl="3" indent="-163513">
              <a:buFont typeface="Century Gothic" panose="020B0502020202020204" pitchFamily="34" charset="0"/>
              <a:buChar char="–"/>
            </a:pPr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alt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ED0FF97-3A79-427B-B3F2-771435D28F6B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7" name="Freeform: Shape 16">
              <a:extLst>
                <a:ext uri="{FF2B5EF4-FFF2-40B4-BE49-F238E27FC236}">
                  <a16:creationId xmlns:a16="http://schemas.microsoft.com/office/drawing/2014/main" id="{B6E0F481-118D-4206-965B-E8CE63FD2374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55B6095-D97D-4836-83AE-03217F15C9CD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9" name="Rectangle 20">
                <a:extLst>
                  <a:ext uri="{FF2B5EF4-FFF2-40B4-BE49-F238E27FC236}">
                    <a16:creationId xmlns:a16="http://schemas.microsoft.com/office/drawing/2014/main" id="{94DCF7C2-C372-4817-A4FA-118CE18A246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0" name="Rectangle 21">
                <a:extLst>
                  <a:ext uri="{FF2B5EF4-FFF2-40B4-BE49-F238E27FC236}">
                    <a16:creationId xmlns:a16="http://schemas.microsoft.com/office/drawing/2014/main" id="{2749F594-90BD-475B-AAC9-C16A7B8F8314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1" name="Oval 22">
                <a:extLst>
                  <a:ext uri="{FF2B5EF4-FFF2-40B4-BE49-F238E27FC236}">
                    <a16:creationId xmlns:a16="http://schemas.microsoft.com/office/drawing/2014/main" id="{637D4F4E-975D-4A77-AFC5-DF112ADF85A1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2" name="Freeform 23">
                <a:extLst>
                  <a:ext uri="{FF2B5EF4-FFF2-40B4-BE49-F238E27FC236}">
                    <a16:creationId xmlns:a16="http://schemas.microsoft.com/office/drawing/2014/main" id="{560F5823-4C2E-465C-9E69-954802247C0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Freeform 24">
                <a:extLst>
                  <a:ext uri="{FF2B5EF4-FFF2-40B4-BE49-F238E27FC236}">
                    <a16:creationId xmlns:a16="http://schemas.microsoft.com/office/drawing/2014/main" id="{A312D850-129E-4BB2-BC06-35889DC96FD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Freeform 25">
                <a:extLst>
                  <a:ext uri="{FF2B5EF4-FFF2-40B4-BE49-F238E27FC236}">
                    <a16:creationId xmlns:a16="http://schemas.microsoft.com/office/drawing/2014/main" id="{9FFC8DFA-0242-486E-B2A3-75D78FF4DB93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6">
                <a:extLst>
                  <a:ext uri="{FF2B5EF4-FFF2-40B4-BE49-F238E27FC236}">
                    <a16:creationId xmlns:a16="http://schemas.microsoft.com/office/drawing/2014/main" id="{98C00431-59FD-4A98-AA47-26D4F6093F7B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560EFCDF-3CF2-4901-85B6-291B32087FC0}"/>
              </a:ext>
            </a:extLst>
          </p:cNvPr>
          <p:cNvSpPr/>
          <p:nvPr userDrawn="1"/>
        </p:nvSpPr>
        <p:spPr>
          <a:xfrm>
            <a:off x="11572875" y="6541227"/>
            <a:ext cx="619125" cy="24622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numCol="1" rtlCol="0" anchor="ctr"/>
          <a:lstStyle/>
          <a:p>
            <a:pPr algn="ctr"/>
            <a:fld id="{DA70226B-C0E4-43BB-9549-8E089DB1098E}" type="slidenum">
              <a:rPr lang="en-GB" altLang="en-GB" sz="900" b="1" smtClean="0">
                <a:solidFill>
                  <a:schemeClr val="tx1"/>
                </a:solidFill>
              </a:rPr>
              <a:pPr algn="ctr"/>
              <a:t>‹#›</a:t>
            </a:fld>
            <a:endParaRPr lang="en-GB" altLang="en-GB" sz="9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869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1" r:id="rId2"/>
    <p:sldLayoutId id="2147483779" r:id="rId3"/>
    <p:sldLayoutId id="2147483781" r:id="rId4"/>
    <p:sldLayoutId id="2147483752" r:id="rId5"/>
    <p:sldLayoutId id="2147483760" r:id="rId6"/>
    <p:sldLayoutId id="2147483761" r:id="rId7"/>
    <p:sldLayoutId id="2147483777" r:id="rId8"/>
    <p:sldLayoutId id="2147483791" r:id="rId9"/>
    <p:sldLayoutId id="2147483790" r:id="rId10"/>
    <p:sldLayoutId id="2147483787" r:id="rId11"/>
    <p:sldLayoutId id="2147483792" r:id="rId12"/>
    <p:sldLayoutId id="2147483798" r:id="rId13"/>
    <p:sldLayoutId id="2147483801" r:id="rId14"/>
    <p:sldLayoutId id="2147483802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0" indent="-152400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2263" indent="-160338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93713" indent="-161925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654050" indent="-160338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5975" indent="-152400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GB" altLang="en-GB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8">
          <p15:clr>
            <a:srgbClr val="F26B43"/>
          </p15:clr>
        </p15:guide>
        <p15:guide id="2" pos="248">
          <p15:clr>
            <a:srgbClr val="F26B43"/>
          </p15:clr>
        </p15:guide>
        <p15:guide id="3" pos="7432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3716">
          <p15:clr>
            <a:srgbClr val="F26B43"/>
          </p15:clr>
        </p15:guide>
        <p15:guide id="6" pos="3964">
          <p15:clr>
            <a:srgbClr val="F26B43"/>
          </p15:clr>
        </p15:guide>
        <p15:guide id="9" orient="horz" pos="890">
          <p15:clr>
            <a:srgbClr val="F26B43"/>
          </p15:clr>
        </p15:guide>
        <p15:guide id="10" orient="horz" pos="1207">
          <p15:clr>
            <a:srgbClr val="F26B43"/>
          </p15:clr>
        </p15:guide>
        <p15:guide id="11" orient="horz" pos="1230">
          <p15:clr>
            <a:srgbClr val="F26B43"/>
          </p15:clr>
        </p15:guide>
        <p15:guide id="1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 userDrawn="1">
            <p:custDataLst>
              <p:tags r:id="rId1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16" name="think-cell Slide" r:id="rId16" imgW="495" imgH="496" progId="TCLayout.ActiveDocument.1">
                  <p:embed/>
                </p:oleObj>
              </mc:Choice>
              <mc:Fallback>
                <p:oleObj name="think-cell Slide" r:id="rId16" imgW="495" imgH="496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>
              <a:latin typeface="MTN Brighter Sans Bold" panose="00000800000000000000"/>
              <a:ea typeface="+mj-ea"/>
              <a:cs typeface="+mj-cs"/>
              <a:sym typeface="MTN Brighter Sans Bold" panose="0000080000000000000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CDAD24-AED6-4DFA-A5A6-32C68C046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514" y="354283"/>
            <a:ext cx="11404600" cy="360000"/>
          </a:xfrm>
          <a:prstGeom prst="rect">
            <a:avLst/>
          </a:prstGeom>
        </p:spPr>
        <p:txBody>
          <a:bodyPr vert="horz" lIns="0" tIns="0" rIns="0" bIns="0" numCol="1" rtlCol="0" anchor="t">
            <a:noAutofit/>
          </a:bodyPr>
          <a:lstStyle/>
          <a:p>
            <a:r>
              <a:rPr lang="en-US"/>
              <a:t>Add title</a:t>
            </a:r>
            <a:endParaRPr lang="en-GB" altLang="en-GB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39BBA4E4-9ED0-4AF1-97A2-1A44F92F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1520825"/>
            <a:ext cx="11404600" cy="4932362"/>
          </a:xfrm>
          <a:prstGeom prst="rect">
            <a:avLst/>
          </a:prstGeom>
        </p:spPr>
        <p:txBody>
          <a:bodyPr vert="horz" lIns="0" tIns="0" rIns="0" bIns="0" numCol="1" rtlCol="0">
            <a:noAutofit/>
          </a:bodyPr>
          <a:lstStyle/>
          <a:p>
            <a:pPr marL="207963" lvl="0" indent="-207963">
              <a:buSzPct val="80000"/>
              <a:buFontTx/>
              <a:buBlip>
                <a:blip r:embed="rId18"/>
              </a:buBlip>
            </a:pPr>
            <a:r>
              <a:rPr lang="en-US"/>
              <a:t>First level</a:t>
            </a:r>
          </a:p>
          <a:p>
            <a:pPr marL="361950" lvl="1" indent="-117475">
              <a:buFont typeface="Century Gothic" panose="020B0502020202020204" pitchFamily="34" charset="0"/>
              <a:buChar char="–"/>
            </a:pPr>
            <a:r>
              <a:rPr lang="en-US"/>
              <a:t>Second level</a:t>
            </a:r>
          </a:p>
          <a:p>
            <a:pPr marL="533400" lvl="2" indent="-180975"/>
            <a:r>
              <a:rPr lang="en-US"/>
              <a:t>Third level</a:t>
            </a:r>
          </a:p>
          <a:p>
            <a:pPr marL="679450" lvl="3" indent="-163513">
              <a:buFont typeface="Century Gothic" panose="020B0502020202020204" pitchFamily="34" charset="0"/>
              <a:buChar char="–"/>
            </a:pPr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alt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ED0FF97-3A79-427B-B3F2-771435D28F6B}"/>
              </a:ext>
            </a:extLst>
          </p:cNvPr>
          <p:cNvGrpSpPr/>
          <p:nvPr userDrawn="1"/>
        </p:nvGrpSpPr>
        <p:grpSpPr>
          <a:xfrm>
            <a:off x="0" y="1"/>
            <a:ext cx="12192000" cy="1545071"/>
            <a:chOff x="0" y="1"/>
            <a:chExt cx="12192000" cy="1545071"/>
          </a:xfrm>
        </p:grpSpPr>
        <p:sp>
          <p:nvSpPr>
            <p:cNvPr id="7" name="Freeform: Shape 16">
              <a:extLst>
                <a:ext uri="{FF2B5EF4-FFF2-40B4-BE49-F238E27FC236}">
                  <a16:creationId xmlns:a16="http://schemas.microsoft.com/office/drawing/2014/main" id="{B6E0F481-118D-4206-965B-E8CE63FD2374}"/>
                </a:ext>
              </a:extLst>
            </p:cNvPr>
            <p:cNvSpPr/>
            <p:nvPr userDrawn="1"/>
          </p:nvSpPr>
          <p:spPr>
            <a:xfrm>
              <a:off x="0" y="1"/>
              <a:ext cx="12192000" cy="1093463"/>
            </a:xfrm>
            <a:custGeom>
              <a:avLst/>
              <a:gdLst>
                <a:gd name="connsiteX0" fmla="*/ 0 w 12192000"/>
                <a:gd name="connsiteY0" fmla="*/ 0 h 1093463"/>
                <a:gd name="connsiteX1" fmla="*/ 12192000 w 12192000"/>
                <a:gd name="connsiteY1" fmla="*/ 0 h 1093463"/>
                <a:gd name="connsiteX2" fmla="*/ 12192000 w 12192000"/>
                <a:gd name="connsiteY2" fmla="*/ 1093463 h 1093463"/>
                <a:gd name="connsiteX3" fmla="*/ 11945698 w 12192000"/>
                <a:gd name="connsiteY3" fmla="*/ 1045640 h 1093463"/>
                <a:gd name="connsiteX4" fmla="*/ 6096000 w 12192000"/>
                <a:gd name="connsiteY4" fmla="*/ 545464 h 1093463"/>
                <a:gd name="connsiteX5" fmla="*/ 246302 w 12192000"/>
                <a:gd name="connsiteY5" fmla="*/ 1045640 h 1093463"/>
                <a:gd name="connsiteX6" fmla="*/ 0 w 12192000"/>
                <a:gd name="connsiteY6" fmla="*/ 1093463 h 1093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92000" h="1093463">
                  <a:moveTo>
                    <a:pt x="0" y="0"/>
                  </a:moveTo>
                  <a:lnTo>
                    <a:pt x="12192000" y="0"/>
                  </a:lnTo>
                  <a:lnTo>
                    <a:pt x="12192000" y="1093463"/>
                  </a:lnTo>
                  <a:lnTo>
                    <a:pt x="11945698" y="1045640"/>
                  </a:lnTo>
                  <a:cubicBezTo>
                    <a:pt x="10206798" y="726655"/>
                    <a:pt x="8214061" y="545464"/>
                    <a:pt x="6096000" y="545464"/>
                  </a:cubicBezTo>
                  <a:cubicBezTo>
                    <a:pt x="3977940" y="545464"/>
                    <a:pt x="1985202" y="726655"/>
                    <a:pt x="246302" y="1045640"/>
                  </a:cubicBezTo>
                  <a:lnTo>
                    <a:pt x="0" y="109346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GB" altLang="en-GB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55B6095-D97D-4836-83AE-03217F15C9CD}"/>
                </a:ext>
              </a:extLst>
            </p:cNvPr>
            <p:cNvGrpSpPr/>
            <p:nvPr userDrawn="1"/>
          </p:nvGrpSpPr>
          <p:grpSpPr>
            <a:xfrm>
              <a:off x="10648109" y="393700"/>
              <a:ext cx="1150191" cy="1151372"/>
              <a:chOff x="10648109" y="5310073"/>
              <a:chExt cx="1150191" cy="1151372"/>
            </a:xfrm>
          </p:grpSpPr>
          <p:sp>
            <p:nvSpPr>
              <p:cNvPr id="9" name="Rectangle 20">
                <a:extLst>
                  <a:ext uri="{FF2B5EF4-FFF2-40B4-BE49-F238E27FC236}">
                    <a16:creationId xmlns:a16="http://schemas.microsoft.com/office/drawing/2014/main" id="{94DCF7C2-C372-4817-A4FA-118CE18A2468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648109" y="5310073"/>
                <a:ext cx="1150191" cy="11513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0" name="Rectangle 21">
                <a:extLst>
                  <a:ext uri="{FF2B5EF4-FFF2-40B4-BE49-F238E27FC236}">
                    <a16:creationId xmlns:a16="http://schemas.microsoft.com/office/drawing/2014/main" id="{2749F594-90BD-475B-AAC9-C16A7B8F8314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05973" y="5367936"/>
                <a:ext cx="1034463" cy="1035644"/>
              </a:xfrm>
              <a:prstGeom prst="rect">
                <a:avLst/>
              </a:pr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1" name="Oval 22">
                <a:extLst>
                  <a:ext uri="{FF2B5EF4-FFF2-40B4-BE49-F238E27FC236}">
                    <a16:creationId xmlns:a16="http://schemas.microsoft.com/office/drawing/2014/main" id="{637D4F4E-975D-4A77-AFC5-DF112ADF85A1}"/>
                  </a:ext>
                </a:extLst>
              </p:cNvPr>
              <p:cNvSpPr>
                <a:spLocks noChangeArrowheads="1"/>
              </p:cNvSpPr>
              <p:nvPr userDrawn="1"/>
            </p:nvSpPr>
            <p:spPr>
              <a:xfrm>
                <a:off x="10734315" y="5684416"/>
                <a:ext cx="977780" cy="402685"/>
              </a:xfrm>
              <a:prstGeom prst="ellipse">
                <a:avLst/>
              </a:prstGeom>
              <a:solidFill>
                <a:srgbClr val="05689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2" name="Freeform 23">
                <a:extLst>
                  <a:ext uri="{FF2B5EF4-FFF2-40B4-BE49-F238E27FC236}">
                    <a16:creationId xmlns:a16="http://schemas.microsoft.com/office/drawing/2014/main" id="{560F5823-4C2E-465C-9E69-954802247C0E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79511" y="5784792"/>
                <a:ext cx="179496" cy="158240"/>
              </a:xfrm>
              <a:custGeom>
                <a:avLst/>
                <a:gdLst>
                  <a:gd name="T0" fmla="*/ 141 w 152"/>
                  <a:gd name="T1" fmla="*/ 43 h 134"/>
                  <a:gd name="T2" fmla="*/ 152 w 152"/>
                  <a:gd name="T3" fmla="*/ 0 h 134"/>
                  <a:gd name="T4" fmla="*/ 11 w 152"/>
                  <a:gd name="T5" fmla="*/ 0 h 134"/>
                  <a:gd name="T6" fmla="*/ 0 w 152"/>
                  <a:gd name="T7" fmla="*/ 43 h 134"/>
                  <a:gd name="T8" fmla="*/ 46 w 152"/>
                  <a:gd name="T9" fmla="*/ 43 h 134"/>
                  <a:gd name="T10" fmla="*/ 23 w 152"/>
                  <a:gd name="T11" fmla="*/ 134 h 134"/>
                  <a:gd name="T12" fmla="*/ 72 w 152"/>
                  <a:gd name="T13" fmla="*/ 134 h 134"/>
                  <a:gd name="T14" fmla="*/ 95 w 152"/>
                  <a:gd name="T15" fmla="*/ 43 h 134"/>
                  <a:gd name="T16" fmla="*/ 141 w 152"/>
                  <a:gd name="T17" fmla="*/ 43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" h="134">
                    <a:moveTo>
                      <a:pt x="141" y="43"/>
                    </a:moveTo>
                    <a:lnTo>
                      <a:pt x="152" y="0"/>
                    </a:lnTo>
                    <a:lnTo>
                      <a:pt x="11" y="0"/>
                    </a:lnTo>
                    <a:lnTo>
                      <a:pt x="0" y="43"/>
                    </a:lnTo>
                    <a:lnTo>
                      <a:pt x="46" y="43"/>
                    </a:lnTo>
                    <a:lnTo>
                      <a:pt x="23" y="134"/>
                    </a:lnTo>
                    <a:lnTo>
                      <a:pt x="72" y="134"/>
                    </a:lnTo>
                    <a:lnTo>
                      <a:pt x="95" y="43"/>
                    </a:lnTo>
                    <a:lnTo>
                      <a:pt x="141" y="43"/>
                    </a:lnTo>
                    <a:close/>
                  </a:path>
                </a:pathLst>
              </a:custGeom>
              <a:solidFill>
                <a:srgbClr val="FECA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3" name="Freeform 24">
                <a:extLst>
                  <a:ext uri="{FF2B5EF4-FFF2-40B4-BE49-F238E27FC236}">
                    <a16:creationId xmlns:a16="http://schemas.microsoft.com/office/drawing/2014/main" id="{A312D850-129E-4BB2-BC06-35889DC96FD5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910268" y="5784792"/>
                <a:ext cx="266882" cy="200752"/>
              </a:xfrm>
              <a:custGeom>
                <a:avLst/>
                <a:gdLst>
                  <a:gd name="T0" fmla="*/ 226 w 226"/>
                  <a:gd name="T1" fmla="*/ 0 h 170"/>
                  <a:gd name="T2" fmla="*/ 156 w 226"/>
                  <a:gd name="T3" fmla="*/ 0 h 170"/>
                  <a:gd name="T4" fmla="*/ 111 w 226"/>
                  <a:gd name="T5" fmla="*/ 100 h 170"/>
                  <a:gd name="T6" fmla="*/ 111 w 226"/>
                  <a:gd name="T7" fmla="*/ 0 h 170"/>
                  <a:gd name="T8" fmla="*/ 43 w 226"/>
                  <a:gd name="T9" fmla="*/ 0 h 170"/>
                  <a:gd name="T10" fmla="*/ 0 w 226"/>
                  <a:gd name="T11" fmla="*/ 170 h 170"/>
                  <a:gd name="T12" fmla="*/ 47 w 226"/>
                  <a:gd name="T13" fmla="*/ 170 h 170"/>
                  <a:gd name="T14" fmla="*/ 75 w 226"/>
                  <a:gd name="T15" fmla="*/ 61 h 170"/>
                  <a:gd name="T16" fmla="*/ 75 w 226"/>
                  <a:gd name="T17" fmla="*/ 170 h 170"/>
                  <a:gd name="T18" fmla="*/ 111 w 226"/>
                  <a:gd name="T19" fmla="*/ 170 h 170"/>
                  <a:gd name="T20" fmla="*/ 165 w 226"/>
                  <a:gd name="T21" fmla="*/ 61 h 170"/>
                  <a:gd name="T22" fmla="*/ 139 w 226"/>
                  <a:gd name="T23" fmla="*/ 170 h 170"/>
                  <a:gd name="T24" fmla="*/ 183 w 226"/>
                  <a:gd name="T25" fmla="*/ 170 h 170"/>
                  <a:gd name="T26" fmla="*/ 226 w 226"/>
                  <a:gd name="T27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26" h="170">
                    <a:moveTo>
                      <a:pt x="226" y="0"/>
                    </a:moveTo>
                    <a:lnTo>
                      <a:pt x="156" y="0"/>
                    </a:lnTo>
                    <a:lnTo>
                      <a:pt x="111" y="100"/>
                    </a:lnTo>
                    <a:lnTo>
                      <a:pt x="111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7" y="170"/>
                    </a:lnTo>
                    <a:lnTo>
                      <a:pt x="75" y="61"/>
                    </a:lnTo>
                    <a:lnTo>
                      <a:pt x="75" y="170"/>
                    </a:lnTo>
                    <a:lnTo>
                      <a:pt x="111" y="170"/>
                    </a:lnTo>
                    <a:lnTo>
                      <a:pt x="165" y="61"/>
                    </a:lnTo>
                    <a:lnTo>
                      <a:pt x="139" y="170"/>
                    </a:lnTo>
                    <a:lnTo>
                      <a:pt x="183" y="170"/>
                    </a:lnTo>
                    <a:lnTo>
                      <a:pt x="2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4" name="Freeform 25">
                <a:extLst>
                  <a:ext uri="{FF2B5EF4-FFF2-40B4-BE49-F238E27FC236}">
                    <a16:creationId xmlns:a16="http://schemas.microsoft.com/office/drawing/2014/main" id="{9FFC8DFA-0242-486E-B2A3-75D78FF4DB93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322400" y="5784792"/>
                <a:ext cx="213742" cy="200752"/>
              </a:xfrm>
              <a:custGeom>
                <a:avLst/>
                <a:gdLst>
                  <a:gd name="T0" fmla="*/ 181 w 181"/>
                  <a:gd name="T1" fmla="*/ 0 h 170"/>
                  <a:gd name="T2" fmla="*/ 136 w 181"/>
                  <a:gd name="T3" fmla="*/ 0 h 170"/>
                  <a:gd name="T4" fmla="*/ 114 w 181"/>
                  <a:gd name="T5" fmla="*/ 91 h 170"/>
                  <a:gd name="T6" fmla="*/ 92 w 181"/>
                  <a:gd name="T7" fmla="*/ 0 h 170"/>
                  <a:gd name="T8" fmla="*/ 43 w 181"/>
                  <a:gd name="T9" fmla="*/ 0 h 170"/>
                  <a:gd name="T10" fmla="*/ 0 w 181"/>
                  <a:gd name="T11" fmla="*/ 170 h 170"/>
                  <a:gd name="T12" fmla="*/ 45 w 181"/>
                  <a:gd name="T13" fmla="*/ 170 h 170"/>
                  <a:gd name="T14" fmla="*/ 69 w 181"/>
                  <a:gd name="T15" fmla="*/ 78 h 170"/>
                  <a:gd name="T16" fmla="*/ 92 w 181"/>
                  <a:gd name="T17" fmla="*/ 170 h 170"/>
                  <a:gd name="T18" fmla="*/ 139 w 181"/>
                  <a:gd name="T19" fmla="*/ 170 h 170"/>
                  <a:gd name="T20" fmla="*/ 181 w 181"/>
                  <a:gd name="T21" fmla="*/ 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81" h="170">
                    <a:moveTo>
                      <a:pt x="181" y="0"/>
                    </a:moveTo>
                    <a:lnTo>
                      <a:pt x="136" y="0"/>
                    </a:lnTo>
                    <a:lnTo>
                      <a:pt x="114" y="91"/>
                    </a:lnTo>
                    <a:lnTo>
                      <a:pt x="92" y="0"/>
                    </a:lnTo>
                    <a:lnTo>
                      <a:pt x="43" y="0"/>
                    </a:lnTo>
                    <a:lnTo>
                      <a:pt x="0" y="170"/>
                    </a:lnTo>
                    <a:lnTo>
                      <a:pt x="45" y="170"/>
                    </a:lnTo>
                    <a:lnTo>
                      <a:pt x="69" y="78"/>
                    </a:lnTo>
                    <a:lnTo>
                      <a:pt x="92" y="170"/>
                    </a:lnTo>
                    <a:lnTo>
                      <a:pt x="139" y="170"/>
                    </a:lnTo>
                    <a:lnTo>
                      <a:pt x="18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  <p:sp>
            <p:nvSpPr>
              <p:cNvPr id="15" name="Freeform 26">
                <a:extLst>
                  <a:ext uri="{FF2B5EF4-FFF2-40B4-BE49-F238E27FC236}">
                    <a16:creationId xmlns:a16="http://schemas.microsoft.com/office/drawing/2014/main" id="{98C00431-59FD-4A98-AA47-26D4F6093F7B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1196044" y="5957203"/>
                <a:ext cx="64950" cy="28341"/>
              </a:xfrm>
              <a:custGeom>
                <a:avLst/>
                <a:gdLst>
                  <a:gd name="T0" fmla="*/ 6 w 55"/>
                  <a:gd name="T1" fmla="*/ 0 h 24"/>
                  <a:gd name="T2" fmla="*/ 0 w 55"/>
                  <a:gd name="T3" fmla="*/ 24 h 24"/>
                  <a:gd name="T4" fmla="*/ 49 w 55"/>
                  <a:gd name="T5" fmla="*/ 24 h 24"/>
                  <a:gd name="T6" fmla="*/ 55 w 55"/>
                  <a:gd name="T7" fmla="*/ 0 h 24"/>
                  <a:gd name="T8" fmla="*/ 6 w 55"/>
                  <a:gd name="T9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4">
                    <a:moveTo>
                      <a:pt x="6" y="0"/>
                    </a:moveTo>
                    <a:lnTo>
                      <a:pt x="0" y="24"/>
                    </a:lnTo>
                    <a:lnTo>
                      <a:pt x="49" y="24"/>
                    </a:lnTo>
                    <a:lnTo>
                      <a:pt x="55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E524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GB" altLang="en-GB"/>
              </a:p>
            </p:txBody>
          </p:sp>
        </p:grpSp>
      </p:grpSp>
      <p:sp>
        <p:nvSpPr>
          <p:cNvPr id="16" name="Oval 15">
            <a:extLst>
              <a:ext uri="{FF2B5EF4-FFF2-40B4-BE49-F238E27FC236}">
                <a16:creationId xmlns:a16="http://schemas.microsoft.com/office/drawing/2014/main" id="{560EFCDF-3CF2-4901-85B6-291B32087FC0}"/>
              </a:ext>
            </a:extLst>
          </p:cNvPr>
          <p:cNvSpPr/>
          <p:nvPr userDrawn="1"/>
        </p:nvSpPr>
        <p:spPr>
          <a:xfrm>
            <a:off x="11572875" y="6541227"/>
            <a:ext cx="619125" cy="24622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numCol="1" rtlCol="0" anchor="ctr"/>
          <a:lstStyle/>
          <a:p>
            <a:pPr algn="ctr"/>
            <a:fld id="{DA70226B-C0E4-43BB-9549-8E089DB1098E}" type="slidenum">
              <a:rPr lang="en-GB" altLang="en-GB" sz="900" b="1" smtClean="0">
                <a:solidFill>
                  <a:schemeClr val="tx1"/>
                </a:solidFill>
              </a:rPr>
              <a:pPr algn="ctr"/>
              <a:t>‹#›</a:t>
            </a:fld>
            <a:endParaRPr lang="en-GB" altLang="en-GB" sz="9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91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0" indent="-152400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2263" indent="-160338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93713" indent="-161925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654050" indent="-160338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5975" indent="-152400" algn="l" defTabSz="914400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•"/>
        <a:defRPr lang="en-GB" altLang="en-GB" sz="12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8">
          <p15:clr>
            <a:srgbClr val="F26B43"/>
          </p15:clr>
        </p15:guide>
        <p15:guide id="2" pos="248">
          <p15:clr>
            <a:srgbClr val="F26B43"/>
          </p15:clr>
        </p15:guide>
        <p15:guide id="3" pos="7432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3716">
          <p15:clr>
            <a:srgbClr val="F26B43"/>
          </p15:clr>
        </p15:guide>
        <p15:guide id="6" pos="3964">
          <p15:clr>
            <a:srgbClr val="F26B43"/>
          </p15:clr>
        </p15:guide>
        <p15:guide id="9" orient="horz" pos="890">
          <p15:clr>
            <a:srgbClr val="F26B43"/>
          </p15:clr>
        </p15:guide>
        <p15:guide id="10" orient="horz" pos="1207">
          <p15:clr>
            <a:srgbClr val="F26B43"/>
          </p15:clr>
        </p15:guide>
        <p15:guide id="11" orient="horz" pos="1230">
          <p15:clr>
            <a:srgbClr val="F26B43"/>
          </p15:clr>
        </p15:guide>
        <p15:guide id="1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05439012"/>
              </p:ext>
            </p:extLst>
          </p:nvPr>
        </p:nvGraphicFramePr>
        <p:xfrm>
          <a:off x="0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88"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215979" cy="161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7"/>
            </p:custDataLst>
          </p:nvPr>
        </p:nvSpPr>
        <p:spPr bwMode="auto">
          <a:xfrm>
            <a:off x="0" y="0"/>
            <a:ext cx="215979" cy="161974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ZA" sz="2041" b="1" i="0" baseline="0">
              <a:solidFill>
                <a:srgbClr val="000000"/>
              </a:solidFill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19" name="Title Placeholder 2"/>
          <p:cNvSpPr>
            <a:spLocks noGrp="1" noChangeArrowheads="1"/>
          </p:cNvSpPr>
          <p:nvPr>
            <p:ph type="title"/>
          </p:nvPr>
        </p:nvSpPr>
        <p:spPr bwMode="gray">
          <a:xfrm>
            <a:off x="233262" y="234867"/>
            <a:ext cx="11725484" cy="314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 latinLnBrk="0"/>
            <a:r>
              <a:rPr lang="en-ZA"/>
              <a:t>Click to edit Master title style</a:t>
            </a:r>
            <a:endParaRPr lang="en-ZA" noProof="0"/>
          </a:p>
        </p:txBody>
      </p:sp>
      <p:sp>
        <p:nvSpPr>
          <p:cNvPr id="10" name="1. On-page tracker" hidden="1"/>
          <p:cNvSpPr>
            <a:spLocks noChangeArrowheads="1"/>
          </p:cNvSpPr>
          <p:nvPr/>
        </p:nvSpPr>
        <p:spPr bwMode="gray">
          <a:xfrm>
            <a:off x="233262" y="77306"/>
            <a:ext cx="453650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ZA" sz="816" cap="all" baseline="0">
                <a:solidFill>
                  <a:schemeClr val="accent6"/>
                </a:solidFill>
                <a:latin typeface="+mn-lt"/>
                <a:ea typeface="+mn-ea"/>
              </a:rPr>
              <a:t>TRACKER</a:t>
            </a:r>
          </a:p>
        </p:txBody>
      </p:sp>
      <p:sp>
        <p:nvSpPr>
          <p:cNvPr id="11" name="3. Unit of measure" hidden="1"/>
          <p:cNvSpPr txBox="1">
            <a:spLocks noChangeArrowheads="1"/>
          </p:cNvSpPr>
          <p:nvPr/>
        </p:nvSpPr>
        <p:spPr bwMode="gray">
          <a:xfrm>
            <a:off x="233262" y="566141"/>
            <a:ext cx="11725484" cy="2511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lang="x-none"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lang="x-none"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lang="x-none"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lang="x-none"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lang="x-none"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 lang="x-none"/>
            </a:pPr>
            <a:r>
              <a:rPr lang="en-ZA" sz="1632" baseline="0">
                <a:solidFill>
                  <a:schemeClr val="accent6"/>
                </a:solidFill>
                <a:latin typeface="+mn-lt"/>
                <a:ea typeface="+mn-ea"/>
              </a:rPr>
              <a:t>Unit of measure</a:t>
            </a:r>
          </a:p>
        </p:txBody>
      </p:sp>
      <p:sp>
        <p:nvSpPr>
          <p:cNvPr id="13" name="4. Footnote" hidden="1"/>
          <p:cNvSpPr txBox="1">
            <a:spLocks noChangeArrowheads="1"/>
          </p:cNvSpPr>
          <p:nvPr/>
        </p:nvSpPr>
        <p:spPr bwMode="gray">
          <a:xfrm>
            <a:off x="233261" y="6434821"/>
            <a:ext cx="10353022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b">
            <a:spAutoFit/>
          </a:bodyPr>
          <a:lstStyle>
            <a:lvl1pPr marL="104775" indent="-104775" defTabSz="895350">
              <a:defRPr lang="x-none" sz="2400">
                <a:solidFill>
                  <a:schemeClr val="tx1"/>
                </a:solidFill>
                <a:latin typeface="Arial" charset="0"/>
              </a:defRPr>
            </a:lvl1pPr>
            <a:lvl2pPr marL="1031875" defTabSz="895350">
              <a:defRPr lang="x-none" sz="2400">
                <a:solidFill>
                  <a:schemeClr val="tx1"/>
                </a:solidFill>
                <a:latin typeface="Arial" charset="0"/>
              </a:defRPr>
            </a:lvl2pPr>
            <a:lvl3pPr marL="1217613" defTabSz="895350">
              <a:defRPr lang="x-none" sz="2400">
                <a:solidFill>
                  <a:schemeClr val="tx1"/>
                </a:solidFill>
                <a:latin typeface="Arial" charset="0"/>
              </a:defRPr>
            </a:lvl3pPr>
            <a:lvl4pPr marL="1404938" defTabSz="895350">
              <a:defRPr lang="x-none"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lang="x-none"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lang="x-none"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marL="87470" indent="-87470">
              <a:defRPr lang="x-none"/>
            </a:pPr>
            <a:r>
              <a:rPr lang="en-ZA" sz="816" baseline="0">
                <a:solidFill>
                  <a:srgbClr val="808080"/>
                </a:solidFill>
                <a:latin typeface="+mn-lt"/>
                <a:ea typeface="+mn-ea"/>
              </a:rPr>
              <a:t>1 Footnote</a:t>
            </a:r>
          </a:p>
        </p:txBody>
      </p:sp>
      <p:sp>
        <p:nvSpPr>
          <p:cNvPr id="14" name="5. Source" hidden="1"/>
          <p:cNvSpPr>
            <a:spLocks noChangeArrowheads="1"/>
          </p:cNvSpPr>
          <p:nvPr/>
        </p:nvSpPr>
        <p:spPr bwMode="gray">
          <a:xfrm>
            <a:off x="233260" y="6640529"/>
            <a:ext cx="10353022" cy="12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>
            <a:spAutoFit/>
          </a:bodyPr>
          <a:lstStyle/>
          <a:p>
            <a:pPr marL="498901" indent="-498901" defTabSz="913572">
              <a:tabLst>
                <a:tab pos="625246" algn="l"/>
              </a:tabLst>
            </a:pPr>
            <a:r>
              <a:rPr lang="en-ZA" sz="816" baseline="0">
                <a:solidFill>
                  <a:srgbClr val="808080"/>
                </a:solidFill>
                <a:latin typeface="+mn-lt"/>
                <a:ea typeface="+mn-ea"/>
              </a:rPr>
              <a:t>SOURCE : Source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1924375" y="2728054"/>
            <a:ext cx="5853024" cy="1255793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 latinLnBrk="0"/>
            <a:r>
              <a:rPr lang="en-ZA"/>
              <a:t>Edit Master text styles</a:t>
            </a:r>
          </a:p>
          <a:p>
            <a:pPr lvl="1" latinLnBrk="0"/>
            <a:r>
              <a:rPr lang="en-ZA"/>
              <a:t>Second level</a:t>
            </a:r>
          </a:p>
          <a:p>
            <a:pPr lvl="2" latinLnBrk="0"/>
            <a:r>
              <a:rPr lang="en-ZA"/>
              <a:t>Third level</a:t>
            </a:r>
          </a:p>
          <a:p>
            <a:pPr lvl="3" latinLnBrk="0"/>
            <a:r>
              <a:rPr lang="en-ZA"/>
              <a:t>Fourth level</a:t>
            </a:r>
          </a:p>
          <a:p>
            <a:pPr lvl="4" latinLnBrk="0"/>
            <a:r>
              <a:rPr lang="en-ZA"/>
              <a:t>Fifth level</a:t>
            </a:r>
          </a:p>
        </p:txBody>
      </p:sp>
      <p:grpSp>
        <p:nvGrpSpPr>
          <p:cNvPr id="15" name="ACET" hidden="1"/>
          <p:cNvGrpSpPr>
            <a:grpSpLocks/>
          </p:cNvGrpSpPr>
          <p:nvPr/>
        </p:nvGrpSpPr>
        <p:grpSpPr bwMode="gray">
          <a:xfrm>
            <a:off x="1924372" y="2070923"/>
            <a:ext cx="5801188" cy="521557"/>
            <a:chOff x="915" y="708"/>
            <a:chExt cx="2686" cy="322"/>
          </a:xfrm>
        </p:grpSpPr>
        <p:cxnSp>
          <p:nvCxnSpPr>
            <p:cNvPr id="16" name="AutoShape 249"/>
            <p:cNvCxnSpPr>
              <a:cxnSpLocks noChangeShapeType="1"/>
              <a:stCxn id="18" idx="4"/>
              <a:endCxn id="18" idx="6"/>
            </p:cNvCxnSpPr>
            <p:nvPr/>
          </p:nvCxnSpPr>
          <p:spPr bwMode="gray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8" name="AutoShape 250"/>
            <p:cNvSpPr>
              <a:spLocks noChangeArrowheads="1"/>
            </p:cNvSpPr>
            <p:nvPr/>
          </p:nvSpPr>
          <p:spPr bwMode="gray">
            <a:xfrm>
              <a:off x="915" y="708"/>
              <a:ext cx="2686" cy="322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ZA" sz="1632" b="1" baseline="0">
                  <a:solidFill>
                    <a:srgbClr val="000000"/>
                  </a:solidFill>
                  <a:latin typeface="+mn-lt"/>
                  <a:ea typeface="+mn-ea"/>
                </a:rPr>
                <a:t>Title</a:t>
              </a:r>
            </a:p>
            <a:p>
              <a:r>
                <a:rPr lang="en-ZA" sz="1632" baseline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  <p:sp>
        <p:nvSpPr>
          <p:cNvPr id="63" name="Slide Number"/>
          <p:cNvSpPr txBox="1">
            <a:spLocks/>
          </p:cNvSpPr>
          <p:nvPr/>
        </p:nvSpPr>
        <p:spPr bwMode="auto">
          <a:xfrm>
            <a:off x="11832106" y="6640502"/>
            <a:ext cx="126638" cy="125547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x-none"/>
            </a:defPPr>
            <a:lvl1pPr>
              <a:defRPr lang="x-none" sz="1000" baseline="0">
                <a:latin typeface="+mn-lt"/>
              </a:defRPr>
            </a:lvl1pPr>
          </a:lstStyle>
          <a:p>
            <a:pPr algn="r"/>
            <a:fld id="{42C328C1-A84F-4A39-A664-DBA00541A8C6}" type="slidenum">
              <a:rPr lang="en-ZA" sz="816" baseline="0" smtClean="0">
                <a:solidFill>
                  <a:srgbClr val="808080"/>
                </a:solidFill>
                <a:latin typeface="+mn-lt"/>
              </a:rPr>
              <a:pPr algn="r"/>
              <a:t>‹#›</a:t>
            </a:fld>
            <a:endParaRPr lang="en-ZA" sz="816" baseline="0">
              <a:solidFill>
                <a:srgbClr val="808080"/>
              </a:solidFill>
              <a:latin typeface="+mn-lt"/>
            </a:endParaRPr>
          </a:p>
        </p:txBody>
      </p:sp>
      <p:grpSp>
        <p:nvGrpSpPr>
          <p:cNvPr id="65" name="Sticker" hidden="1">
            <a:extLst>
              <a:ext uri="{FF2B5EF4-FFF2-40B4-BE49-F238E27FC236}">
                <a16:creationId xmlns:a16="http://schemas.microsoft.com/office/drawing/2014/main" id="{7B0FE06C-79BA-4577-BAE3-7D12D02162D5}"/>
              </a:ext>
            </a:extLst>
          </p:cNvPr>
          <p:cNvGrpSpPr/>
          <p:nvPr/>
        </p:nvGrpSpPr>
        <p:grpSpPr bwMode="gray">
          <a:xfrm>
            <a:off x="11541517" y="291554"/>
            <a:ext cx="417230" cy="153247"/>
            <a:chOff x="8331857" y="285750"/>
            <a:chExt cx="408918" cy="150196"/>
          </a:xfrm>
        </p:grpSpPr>
        <p:sp>
          <p:nvSpPr>
            <p:cNvPr id="66" name="StickerRectangle">
              <a:extLst>
                <a:ext uri="{FF2B5EF4-FFF2-40B4-BE49-F238E27FC236}">
                  <a16:creationId xmlns:a16="http://schemas.microsoft.com/office/drawing/2014/main" id="{E9249006-C5F6-46B3-B4E3-4F33715E623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31857" y="285750"/>
              <a:ext cx="408918" cy="15019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27432" tIns="0" rIns="0" bIns="27432">
              <a:spAutoFit/>
            </a:bodyPr>
            <a:lstStyle/>
            <a:p>
              <a:pPr algn="r" defTabSz="913526">
                <a:buClr>
                  <a:srgbClr val="002960"/>
                </a:buClr>
              </a:pPr>
              <a:r>
                <a:rPr lang="en-ZA" sz="816" baseline="0">
                  <a:solidFill>
                    <a:schemeClr val="accent6"/>
                  </a:solidFill>
                  <a:latin typeface="+mn-lt"/>
                  <a:ea typeface="+mn-ea"/>
                </a:rPr>
                <a:t>STICKER</a:t>
              </a:r>
            </a:p>
          </p:txBody>
        </p:sp>
        <p:cxnSp>
          <p:nvCxnSpPr>
            <p:cNvPr id="67" name="AutoShape 31">
              <a:extLst>
                <a:ext uri="{FF2B5EF4-FFF2-40B4-BE49-F238E27FC236}">
                  <a16:creationId xmlns:a16="http://schemas.microsoft.com/office/drawing/2014/main" id="{1BA8FAFB-2FF5-4368-B361-245A9D9299F7}"/>
                </a:ext>
              </a:extLst>
            </p:cNvPr>
            <p:cNvCxnSpPr>
              <a:cxnSpLocks noChangeShapeType="1"/>
              <a:stCxn id="66" idx="2"/>
              <a:endCxn id="66" idx="4"/>
            </p:cNvCxnSpPr>
            <p:nvPr/>
          </p:nvCxnSpPr>
          <p:spPr bwMode="gray">
            <a:xfrm>
              <a:off x="8331857" y="285750"/>
              <a:ext cx="0" cy="150196"/>
            </a:xfrm>
            <a:prstGeom prst="straightConnector1">
              <a:avLst/>
            </a:prstGeom>
            <a:noFill/>
            <a:ln w="9525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AutoShape 32">
              <a:extLst>
                <a:ext uri="{FF2B5EF4-FFF2-40B4-BE49-F238E27FC236}">
                  <a16:creationId xmlns:a16="http://schemas.microsoft.com/office/drawing/2014/main" id="{64FC591C-C620-4AED-BC08-D1115AF18A29}"/>
                </a:ext>
              </a:extLst>
            </p:cNvPr>
            <p:cNvCxnSpPr>
              <a:cxnSpLocks noChangeShapeType="1"/>
              <a:stCxn id="66" idx="4"/>
              <a:endCxn id="66" idx="6"/>
            </p:cNvCxnSpPr>
            <p:nvPr/>
          </p:nvCxnSpPr>
          <p:spPr bwMode="gray">
            <a:xfrm>
              <a:off x="8331857" y="435946"/>
              <a:ext cx="408918" cy="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9" name="LegendBoxes" hidden="1">
            <a:extLst>
              <a:ext uri="{FF2B5EF4-FFF2-40B4-BE49-F238E27FC236}">
                <a16:creationId xmlns:a16="http://schemas.microsoft.com/office/drawing/2014/main" id="{FAE2E12A-E0EA-41FA-BA0C-3E95881DB6BE}"/>
              </a:ext>
            </a:extLst>
          </p:cNvPr>
          <p:cNvGrpSpPr/>
          <p:nvPr/>
        </p:nvGrpSpPr>
        <p:grpSpPr bwMode="gray">
          <a:xfrm>
            <a:off x="11179462" y="285076"/>
            <a:ext cx="845862" cy="1017696"/>
            <a:chOff x="7835905" y="279400"/>
            <a:chExt cx="829011" cy="997436"/>
          </a:xfrm>
        </p:grpSpPr>
        <p:sp>
          <p:nvSpPr>
            <p:cNvPr id="70" name="RectangleLegend1">
              <a:extLst>
                <a:ext uri="{FF2B5EF4-FFF2-40B4-BE49-F238E27FC236}">
                  <a16:creationId xmlns:a16="http://schemas.microsoft.com/office/drawing/2014/main" id="{390CF984-EECD-4CFF-8093-5CA90AA1EE7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35905" y="290513"/>
              <a:ext cx="165100" cy="1603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71" name="RectangleLegend2">
              <a:extLst>
                <a:ext uri="{FF2B5EF4-FFF2-40B4-BE49-F238E27FC236}">
                  <a16:creationId xmlns:a16="http://schemas.microsoft.com/office/drawing/2014/main" id="{D0F5544C-7039-4B53-92BB-C81D0F1C3D0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35905" y="560388"/>
              <a:ext cx="165100" cy="160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72" name="RectangleLegend3">
              <a:extLst>
                <a:ext uri="{FF2B5EF4-FFF2-40B4-BE49-F238E27FC236}">
                  <a16:creationId xmlns:a16="http://schemas.microsoft.com/office/drawing/2014/main" id="{E1C473F0-E465-4CB3-9514-6150EADD8C7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35905" y="831851"/>
              <a:ext cx="165100" cy="160338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73" name="RectangleLegend4">
              <a:extLst>
                <a:ext uri="{FF2B5EF4-FFF2-40B4-BE49-F238E27FC236}">
                  <a16:creationId xmlns:a16="http://schemas.microsoft.com/office/drawing/2014/main" id="{6FD07B63-8F7E-4096-AB3F-4FFC0CC5ADB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835905" y="1103313"/>
              <a:ext cx="165100" cy="160338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accent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74" name="Legend1">
              <a:extLst>
                <a:ext uri="{FF2B5EF4-FFF2-40B4-BE49-F238E27FC236}">
                  <a16:creationId xmlns:a16="http://schemas.microsoft.com/office/drawing/2014/main" id="{19B4BDD2-CF77-4BAB-B12F-14FA2DA4F9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5" y="279400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75" name="Legend2">
              <a:extLst>
                <a:ext uri="{FF2B5EF4-FFF2-40B4-BE49-F238E27FC236}">
                  <a16:creationId xmlns:a16="http://schemas.microsoft.com/office/drawing/2014/main" id="{0E9FD092-33C8-46CC-BDB9-A22F98CEE7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5" y="549275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76" name="Legend3">
              <a:extLst>
                <a:ext uri="{FF2B5EF4-FFF2-40B4-BE49-F238E27FC236}">
                  <a16:creationId xmlns:a16="http://schemas.microsoft.com/office/drawing/2014/main" id="{AF17F11F-6A59-4AD8-8DE8-C4C4E118184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5" y="820738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77" name="Legend4">
              <a:extLst>
                <a:ext uri="{FF2B5EF4-FFF2-40B4-BE49-F238E27FC236}">
                  <a16:creationId xmlns:a16="http://schemas.microsoft.com/office/drawing/2014/main" id="{8C8E2E27-00D0-4C2D-9D61-1735C0F3FA5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5" y="1092201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78" name="LegendLines" hidden="1">
            <a:extLst>
              <a:ext uri="{FF2B5EF4-FFF2-40B4-BE49-F238E27FC236}">
                <a16:creationId xmlns:a16="http://schemas.microsoft.com/office/drawing/2014/main" id="{0CE5F1C1-6810-4E5C-BA10-62054F17D69B}"/>
              </a:ext>
            </a:extLst>
          </p:cNvPr>
          <p:cNvGrpSpPr/>
          <p:nvPr/>
        </p:nvGrpSpPr>
        <p:grpSpPr bwMode="gray">
          <a:xfrm>
            <a:off x="10865400" y="285076"/>
            <a:ext cx="1160097" cy="745579"/>
            <a:chOff x="7540629" y="279400"/>
            <a:chExt cx="1136986" cy="730736"/>
          </a:xfrm>
        </p:grpSpPr>
        <p:sp>
          <p:nvSpPr>
            <p:cNvPr id="79" name="LineLegend1">
              <a:extLst>
                <a:ext uri="{FF2B5EF4-FFF2-40B4-BE49-F238E27FC236}">
                  <a16:creationId xmlns:a16="http://schemas.microsoft.com/office/drawing/2014/main" id="{47C9A7EA-20ED-4482-90EF-40459E70526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540629" y="3698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80" name="LineLegend2">
              <a:extLst>
                <a:ext uri="{FF2B5EF4-FFF2-40B4-BE49-F238E27FC236}">
                  <a16:creationId xmlns:a16="http://schemas.microsoft.com/office/drawing/2014/main" id="{E2C8A8E7-0FA5-4CC4-B651-2B62BCB05B7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540629" y="638175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81" name="LineLegend3">
              <a:extLst>
                <a:ext uri="{FF2B5EF4-FFF2-40B4-BE49-F238E27FC236}">
                  <a16:creationId xmlns:a16="http://schemas.microsoft.com/office/drawing/2014/main" id="{C4847384-F36E-44C7-94EB-9B86FD6C80C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7540629" y="915988"/>
              <a:ext cx="457200" cy="0"/>
            </a:xfrm>
            <a:prstGeom prst="line">
              <a:avLst/>
            </a:prstGeom>
            <a:noFill/>
            <a:ln w="28575">
              <a:solidFill>
                <a:schemeClr val="accent3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 sz="1665" baseline="0">
                <a:latin typeface="+mn-lt"/>
                <a:ea typeface="+mn-ea"/>
              </a:endParaRPr>
            </a:p>
          </p:txBody>
        </p:sp>
        <p:sp>
          <p:nvSpPr>
            <p:cNvPr id="82" name="Legend1">
              <a:extLst>
                <a:ext uri="{FF2B5EF4-FFF2-40B4-BE49-F238E27FC236}">
                  <a16:creationId xmlns:a16="http://schemas.microsoft.com/office/drawing/2014/main" id="{A1AD60E3-E2AD-4A48-B5E9-D3E09030AC3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102604" y="279400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83" name="Legend2">
              <a:extLst>
                <a:ext uri="{FF2B5EF4-FFF2-40B4-BE49-F238E27FC236}">
                  <a16:creationId xmlns:a16="http://schemas.microsoft.com/office/drawing/2014/main" id="{CF4AD30C-CFCF-4F8E-BFBC-7A66DE37ED6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102604" y="546100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84" name="Legend3">
              <a:extLst>
                <a:ext uri="{FF2B5EF4-FFF2-40B4-BE49-F238E27FC236}">
                  <a16:creationId xmlns:a16="http://schemas.microsoft.com/office/drawing/2014/main" id="{8602E6FC-FC0D-4594-979B-DFC7A597C2B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102604" y="825501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grpSp>
        <p:nvGrpSpPr>
          <p:cNvPr id="85" name="LegendMoons" hidden="1">
            <a:extLst>
              <a:ext uri="{FF2B5EF4-FFF2-40B4-BE49-F238E27FC236}">
                <a16:creationId xmlns:a16="http://schemas.microsoft.com/office/drawing/2014/main" id="{92DFF01A-60A4-44E6-89B4-ACA609C703E1}"/>
              </a:ext>
            </a:extLst>
          </p:cNvPr>
          <p:cNvGrpSpPr/>
          <p:nvPr/>
        </p:nvGrpSpPr>
        <p:grpSpPr bwMode="gray">
          <a:xfrm>
            <a:off x="11111431" y="255920"/>
            <a:ext cx="913892" cy="1333054"/>
            <a:chOff x="7769225" y="250825"/>
            <a:chExt cx="895686" cy="1306516"/>
          </a:xfrm>
        </p:grpSpPr>
        <p:grpSp>
          <p:nvGrpSpPr>
            <p:cNvPr id="86" name="MoonLegend1">
              <a:extLst>
                <a:ext uri="{FF2B5EF4-FFF2-40B4-BE49-F238E27FC236}">
                  <a16:creationId xmlns:a16="http://schemas.microsoft.com/office/drawing/2014/main" id="{775FF32F-5496-403D-9C42-37C3F76702C8}"/>
                </a:ext>
              </a:extLst>
            </p:cNvPr>
            <p:cNvGrpSpPr>
              <a:grpSpLocks noChangeAspect="1"/>
            </p:cNvGrpSpPr>
            <p:nvPr>
              <p:custDataLst>
                <p:tags r:id="rId8"/>
              </p:custDataLst>
            </p:nvPr>
          </p:nvGrpSpPr>
          <p:grpSpPr bwMode="gray">
            <a:xfrm>
              <a:off x="7769225" y="250825"/>
              <a:ext cx="209550" cy="209551"/>
              <a:chOff x="4533" y="183"/>
              <a:chExt cx="144" cy="144"/>
            </a:xfrm>
          </p:grpSpPr>
          <p:sp>
            <p:nvSpPr>
              <p:cNvPr id="104" name="Oval 38">
                <a:extLst>
                  <a:ext uri="{FF2B5EF4-FFF2-40B4-BE49-F238E27FC236}">
                    <a16:creationId xmlns:a16="http://schemas.microsoft.com/office/drawing/2014/main" id="{F25FC1D9-E267-4C4E-A283-CD0F43DB8F5F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21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105" name="Arc 39">
                <a:extLst>
                  <a:ext uri="{FF2B5EF4-FFF2-40B4-BE49-F238E27FC236}">
                    <a16:creationId xmlns:a16="http://schemas.microsoft.com/office/drawing/2014/main" id="{C783A30A-1DA3-4ABF-BE5F-919011D7A7AF}"/>
                  </a:ext>
                </a:extLst>
              </p:cNvPr>
              <p:cNvSpPr>
                <a:spLocks noChangeAspect="1"/>
              </p:cNvSpPr>
              <p:nvPr>
                <p:custDataLst>
                  <p:tags r:id="rId22"/>
                </p:custDataLst>
              </p:nvPr>
            </p:nvSpPr>
            <p:spPr bwMode="gray">
              <a:xfrm>
                <a:off x="4533" y="183"/>
                <a:ext cx="144" cy="144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87" name="MoonLegend2">
              <a:extLst>
                <a:ext uri="{FF2B5EF4-FFF2-40B4-BE49-F238E27FC236}">
                  <a16:creationId xmlns:a16="http://schemas.microsoft.com/office/drawing/2014/main" id="{A5A12780-39F7-4EEE-A6FB-158EE496CF82}"/>
                </a:ext>
              </a:extLst>
            </p:cNvPr>
            <p:cNvGrpSpPr>
              <a:grpSpLocks noChangeAspect="1"/>
            </p:cNvGrpSpPr>
            <p:nvPr>
              <p:custDataLst>
                <p:tags r:id="rId9"/>
              </p:custDataLst>
            </p:nvPr>
          </p:nvGrpSpPr>
          <p:grpSpPr bwMode="gray">
            <a:xfrm>
              <a:off x="7769225" y="525066"/>
              <a:ext cx="209550" cy="209551"/>
              <a:chOff x="1694" y="2044"/>
              <a:chExt cx="160" cy="160"/>
            </a:xfrm>
          </p:grpSpPr>
          <p:sp>
            <p:nvSpPr>
              <p:cNvPr id="102" name="Oval 41">
                <a:extLst>
                  <a:ext uri="{FF2B5EF4-FFF2-40B4-BE49-F238E27FC236}">
                    <a16:creationId xmlns:a16="http://schemas.microsoft.com/office/drawing/2014/main" id="{3FE9620D-F50F-4D06-ADBE-A8BAA0E605AF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9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103" name="Arc 42">
                <a:extLst>
                  <a:ext uri="{FF2B5EF4-FFF2-40B4-BE49-F238E27FC236}">
                    <a16:creationId xmlns:a16="http://schemas.microsoft.com/office/drawing/2014/main" id="{E08F1C31-EFAB-4ECF-B833-389609475DE3}"/>
                  </a:ext>
                </a:extLst>
              </p:cNvPr>
              <p:cNvSpPr>
                <a:spLocks noChangeAspect="1"/>
              </p:cNvSpPr>
              <p:nvPr>
                <p:custDataLst>
                  <p:tags r:id="rId20"/>
                </p:custDataLst>
              </p:nvPr>
            </p:nvSpPr>
            <p:spPr bwMode="gray">
              <a:xfrm>
                <a:off x="1694" y="2044"/>
                <a:ext cx="160" cy="160"/>
              </a:xfrm>
              <a:prstGeom prst="arc">
                <a:avLst/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88" name="MoonLegend4">
              <a:extLst>
                <a:ext uri="{FF2B5EF4-FFF2-40B4-BE49-F238E27FC236}">
                  <a16:creationId xmlns:a16="http://schemas.microsoft.com/office/drawing/2014/main" id="{BA5171AF-D9B6-4DFB-A79F-4F44A0D3E95F}"/>
                </a:ext>
              </a:extLst>
            </p:cNvPr>
            <p:cNvGrpSpPr>
              <a:grpSpLocks noChangeAspect="1"/>
            </p:cNvGrpSpPr>
            <p:nvPr>
              <p:custDataLst>
                <p:tags r:id="rId10"/>
              </p:custDataLst>
            </p:nvPr>
          </p:nvGrpSpPr>
          <p:grpSpPr bwMode="gray">
            <a:xfrm>
              <a:off x="7769225" y="1073548"/>
              <a:ext cx="209550" cy="209551"/>
              <a:chOff x="4495" y="1198"/>
              <a:chExt cx="160" cy="160"/>
            </a:xfrm>
          </p:grpSpPr>
          <p:sp>
            <p:nvSpPr>
              <p:cNvPr id="100" name="Oval 47">
                <a:extLst>
                  <a:ext uri="{FF2B5EF4-FFF2-40B4-BE49-F238E27FC236}">
                    <a16:creationId xmlns:a16="http://schemas.microsoft.com/office/drawing/2014/main" id="{9A7DDB5E-0D27-4BC6-8748-2CF587A13C68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7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101" name="Arc 48">
                <a:extLst>
                  <a:ext uri="{FF2B5EF4-FFF2-40B4-BE49-F238E27FC236}">
                    <a16:creationId xmlns:a16="http://schemas.microsoft.com/office/drawing/2014/main" id="{265C537F-8463-4227-85C4-089E44FAD320}"/>
                  </a:ext>
                </a:extLst>
              </p:cNvPr>
              <p:cNvSpPr>
                <a:spLocks noChangeAspect="1"/>
              </p:cNvSpPr>
              <p:nvPr>
                <p:custDataLst>
                  <p:tags r:id="rId18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89" name="MoonLegend5">
              <a:extLst>
                <a:ext uri="{FF2B5EF4-FFF2-40B4-BE49-F238E27FC236}">
                  <a16:creationId xmlns:a16="http://schemas.microsoft.com/office/drawing/2014/main" id="{F6424510-F916-462C-AD77-D5F756368487}"/>
                </a:ext>
              </a:extLst>
            </p:cNvPr>
            <p:cNvGrpSpPr>
              <a:grpSpLocks noChangeAspect="1"/>
            </p:cNvGrpSpPr>
            <p:nvPr>
              <p:custDataLst>
                <p:tags r:id="rId11"/>
              </p:custDataLst>
            </p:nvPr>
          </p:nvGrpSpPr>
          <p:grpSpPr bwMode="gray">
            <a:xfrm>
              <a:off x="7769225" y="1347790"/>
              <a:ext cx="209550" cy="209551"/>
              <a:chOff x="4495" y="1440"/>
              <a:chExt cx="160" cy="160"/>
            </a:xfrm>
          </p:grpSpPr>
          <p:sp>
            <p:nvSpPr>
              <p:cNvPr id="98" name="Oval 50">
                <a:extLst>
                  <a:ext uri="{FF2B5EF4-FFF2-40B4-BE49-F238E27FC236}">
                    <a16:creationId xmlns:a16="http://schemas.microsoft.com/office/drawing/2014/main" id="{7E967894-F245-4965-BCB6-686DC4B0F014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5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99" name="Oval 51">
                <a:extLst>
                  <a:ext uri="{FF2B5EF4-FFF2-40B4-BE49-F238E27FC236}">
                    <a16:creationId xmlns:a16="http://schemas.microsoft.com/office/drawing/2014/main" id="{BBDC339B-4C64-4F7E-948F-5DFE32B4C0CA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6"/>
                </p:custDataLst>
              </p:nvPr>
            </p:nvSpPr>
            <p:spPr bwMode="gray">
              <a:xfrm>
                <a:off x="4495" y="1440"/>
                <a:ext cx="160" cy="16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grpSp>
          <p:nvGrpSpPr>
            <p:cNvPr id="90" name="MoonLegend3">
              <a:extLst>
                <a:ext uri="{FF2B5EF4-FFF2-40B4-BE49-F238E27FC236}">
                  <a16:creationId xmlns:a16="http://schemas.microsoft.com/office/drawing/2014/main" id="{25586D3A-6B99-4D8A-A2F0-031014D5B773}"/>
                </a:ext>
              </a:extLst>
            </p:cNvPr>
            <p:cNvGrpSpPr>
              <a:grpSpLocks noChangeAspect="1"/>
            </p:cNvGrpSpPr>
            <p:nvPr>
              <p:custDataLst>
                <p:tags r:id="rId12"/>
              </p:custDataLst>
            </p:nvPr>
          </p:nvGrpSpPr>
          <p:grpSpPr bwMode="gray">
            <a:xfrm>
              <a:off x="7769225" y="799307"/>
              <a:ext cx="209550" cy="209551"/>
              <a:chOff x="4495" y="1198"/>
              <a:chExt cx="160" cy="160"/>
            </a:xfrm>
          </p:grpSpPr>
          <p:sp>
            <p:nvSpPr>
              <p:cNvPr id="96" name="Oval 47">
                <a:extLst>
                  <a:ext uri="{FF2B5EF4-FFF2-40B4-BE49-F238E27FC236}">
                    <a16:creationId xmlns:a16="http://schemas.microsoft.com/office/drawing/2014/main" id="{C18ADE40-3BD0-494F-855E-3E9D8DDA95A2}"/>
                  </a:ext>
                </a:extLst>
              </p:cNvPr>
              <p:cNvSpPr>
                <a:spLocks noChangeAspect="1" noChangeArrowheads="1"/>
              </p:cNvSpPr>
              <p:nvPr>
                <p:custDataLst>
                  <p:tags r:id="rId13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  <p:sp>
            <p:nvSpPr>
              <p:cNvPr id="97" name="Arc 48">
                <a:extLst>
                  <a:ext uri="{FF2B5EF4-FFF2-40B4-BE49-F238E27FC236}">
                    <a16:creationId xmlns:a16="http://schemas.microsoft.com/office/drawing/2014/main" id="{55BEDD7E-E2E9-4590-B70F-9987D6086AA0}"/>
                  </a:ext>
                </a:extLst>
              </p:cNvPr>
              <p:cNvSpPr>
                <a:spLocks noChangeAspect="1"/>
              </p:cNvSpPr>
              <p:nvPr>
                <p:custDataLst>
                  <p:tags r:id="rId14"/>
                </p:custDataLst>
              </p:nvPr>
            </p:nvSpPr>
            <p:spPr bwMode="gray">
              <a:xfrm>
                <a:off x="4495" y="1198"/>
                <a:ext cx="160" cy="16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4"/>
              </a:solidFill>
              <a:ln w="9525">
                <a:solidFill>
                  <a:schemeClr val="accent6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ZA" sz="1665" baseline="0">
                  <a:latin typeface="+mn-lt"/>
                  <a:ea typeface="+mn-ea"/>
                </a:endParaRPr>
              </a:p>
            </p:txBody>
          </p:sp>
        </p:grpSp>
        <p:sp>
          <p:nvSpPr>
            <p:cNvPr id="91" name="Legend1">
              <a:extLst>
                <a:ext uri="{FF2B5EF4-FFF2-40B4-BE49-F238E27FC236}">
                  <a16:creationId xmlns:a16="http://schemas.microsoft.com/office/drawing/2014/main" id="{CA2FC484-9C86-4247-91B6-E0F85D9583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263525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92" name="Legend2">
              <a:extLst>
                <a:ext uri="{FF2B5EF4-FFF2-40B4-BE49-F238E27FC236}">
                  <a16:creationId xmlns:a16="http://schemas.microsoft.com/office/drawing/2014/main" id="{46B02E50-D87F-47B5-BBF9-053B972C42E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538163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93" name="Legend3">
              <a:extLst>
                <a:ext uri="{FF2B5EF4-FFF2-40B4-BE49-F238E27FC236}">
                  <a16:creationId xmlns:a16="http://schemas.microsoft.com/office/drawing/2014/main" id="{0D9013F2-0EBB-4DE3-B0FC-C70F9C5562F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812802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94" name="Legend4">
              <a:extLst>
                <a:ext uri="{FF2B5EF4-FFF2-40B4-BE49-F238E27FC236}">
                  <a16:creationId xmlns:a16="http://schemas.microsoft.com/office/drawing/2014/main" id="{A185E927-E9B2-4C55-BDF8-E134501E5EE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1084265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  <p:sp>
          <p:nvSpPr>
            <p:cNvPr id="95" name="Legend5">
              <a:extLst>
                <a:ext uri="{FF2B5EF4-FFF2-40B4-BE49-F238E27FC236}">
                  <a16:creationId xmlns:a16="http://schemas.microsoft.com/office/drawing/2014/main" id="{4072612A-BDDE-42B4-A7EB-C8D96A5B660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089900" y="1360490"/>
              <a:ext cx="575011" cy="18463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3526">
                <a:buClr>
                  <a:schemeClr val="tx2"/>
                </a:buClr>
              </a:pPr>
              <a:r>
                <a:rPr lang="en-ZA" sz="1224" baseline="0">
                  <a:latin typeface="+mn-lt"/>
                  <a:ea typeface="+mn-ea"/>
                </a:rPr>
                <a:t>Legend</a:t>
              </a:r>
            </a:p>
          </p:txBody>
        </p:sp>
      </p:grp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CF0EB28-26E6-4F5B-A801-B0D6FE99F7A7}"/>
              </a:ext>
            </a:extLst>
          </p:cNvPr>
          <p:cNvPicPr>
            <a:picLocks noChangeAspect="1"/>
          </p:cNvPicPr>
          <p:nvPr/>
        </p:nvPicPr>
        <p:blipFill rotWithShape="1"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77" t="75954" r="2678" b="4534"/>
          <a:stretch/>
        </p:blipFill>
        <p:spPr bwMode="ltGray">
          <a:xfrm>
            <a:off x="11145003" y="6223459"/>
            <a:ext cx="586761" cy="599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389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</p:sldLayoutIdLst>
  <p:txStyles>
    <p:titleStyle>
      <a:lvl1pPr algn="l" defTabSz="913572" rtl="0" eaLnBrk="1" fontAlgn="base" hangingPunct="1">
        <a:spcBef>
          <a:spcPct val="0"/>
        </a:spcBef>
        <a:spcAft>
          <a:spcPct val="0"/>
        </a:spcAft>
        <a:tabLst>
          <a:tab pos="275367" algn="l"/>
        </a:tabLst>
        <a:defRPr lang="x-none" sz="2041" b="1" baseline="0">
          <a:solidFill>
            <a:schemeClr val="tx2"/>
          </a:solidFill>
          <a:latin typeface="+mj-lt"/>
          <a:ea typeface="+mj-ea"/>
          <a:cs typeface="+mj-cs"/>
        </a:defRPr>
      </a:lvl1pPr>
      <a:lvl2pPr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2pPr>
      <a:lvl3pPr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3pPr>
      <a:lvl4pPr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4pPr>
      <a:lvl5pPr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5pPr>
      <a:lvl6pPr marL="466505"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6pPr>
      <a:lvl7pPr marL="933009"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7pPr>
      <a:lvl8pPr marL="1399513"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8pPr>
      <a:lvl9pPr marL="1866019" algn="l" defTabSz="913572" rtl="0" eaLnBrk="1" fontAlgn="base" hangingPunct="1">
        <a:spcBef>
          <a:spcPct val="0"/>
        </a:spcBef>
        <a:spcAft>
          <a:spcPct val="0"/>
        </a:spcAft>
        <a:defRPr lang="x-none" sz="1939" b="1">
          <a:solidFill>
            <a:schemeClr val="tx2"/>
          </a:solidFill>
          <a:latin typeface="Arial" charset="0"/>
        </a:defRPr>
      </a:lvl9pPr>
    </p:titleStyle>
    <p:bodyStyle>
      <a:lvl1pPr marL="0" indent="0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defRPr lang="x-none" sz="1632" baseline="0">
          <a:solidFill>
            <a:schemeClr val="tx1"/>
          </a:solidFill>
          <a:latin typeface="+mn-lt"/>
          <a:ea typeface="+mn-ea"/>
          <a:cs typeface="+mn-cs"/>
        </a:defRPr>
      </a:lvl1pPr>
      <a:lvl2pPr marL="197617" indent="-195998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5000"/>
        <a:buFont typeface="Arial" charset="0"/>
        <a:buChar char="▪"/>
        <a:defRPr lang="x-none" sz="1632" baseline="0">
          <a:solidFill>
            <a:schemeClr val="tx1"/>
          </a:solidFill>
          <a:latin typeface="+mn-lt"/>
        </a:defRPr>
      </a:lvl2pPr>
      <a:lvl3pPr marL="466505" indent="-267269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–"/>
        <a:defRPr lang="x-none" sz="1632" baseline="0">
          <a:solidFill>
            <a:schemeClr val="tx1"/>
          </a:solidFill>
          <a:latin typeface="+mn-lt"/>
        </a:defRPr>
      </a:lvl3pPr>
      <a:lvl4pPr marL="626866" indent="-158741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20000"/>
        <a:buFont typeface="Arial" charset="0"/>
        <a:buChar char="▫"/>
        <a:defRPr lang="x-none" sz="1632" baseline="0">
          <a:solidFill>
            <a:schemeClr val="tx1"/>
          </a:solidFill>
          <a:latin typeface="+mn-lt"/>
        </a:defRPr>
      </a:lvl4pPr>
      <a:lvl5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5pPr>
      <a:lvl6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6pPr>
      <a:lvl7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7pPr>
      <a:lvl8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8pPr>
      <a:lvl9pPr marL="765068" indent="-132824" algn="l" defTabSz="913572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lang="x-none" sz="1632" baseline="0">
          <a:solidFill>
            <a:schemeClr val="tx1"/>
          </a:solidFill>
          <a:latin typeface="+mn-lt"/>
        </a:defRPr>
      </a:lvl9pPr>
    </p:bodyStyle>
    <p:otherStyle>
      <a:defPPr>
        <a:defRPr lang="x-none"/>
      </a:defPPr>
      <a:lvl1pPr marL="0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6505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3009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399513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6019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32522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799027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65531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32036" algn="l" defTabSz="933009" rtl="0" eaLnBrk="1" latinLnBrk="0" hangingPunct="1">
        <a:defRPr lang="x-none"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12.jpeg"/><Relationship Id="rId2" Type="http://schemas.openxmlformats.org/officeDocument/2006/relationships/tags" Target="../tags/tag35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3.bin"/><Relationship Id="rId4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tags" Target="../tags/tag38.xml"/><Relationship Id="rId7" Type="http://schemas.openxmlformats.org/officeDocument/2006/relationships/image" Target="../media/image13.emf"/><Relationship Id="rId12" Type="http://schemas.microsoft.com/office/2007/relationships/diagramDrawing" Target="../diagrams/drawing1.xml"/><Relationship Id="rId2" Type="http://schemas.openxmlformats.org/officeDocument/2006/relationships/tags" Target="../tags/tag3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4.bin"/><Relationship Id="rId11" Type="http://schemas.openxmlformats.org/officeDocument/2006/relationships/diagramColors" Target="../diagrams/colors1.xml"/><Relationship Id="rId5" Type="http://schemas.openxmlformats.org/officeDocument/2006/relationships/notesSlide" Target="../notesSlides/notesSlide1.xml"/><Relationship Id="rId10" Type="http://schemas.openxmlformats.org/officeDocument/2006/relationships/diagramQuickStyle" Target="../diagrams/quickStyle1.xml"/><Relationship Id="rId4" Type="http://schemas.openxmlformats.org/officeDocument/2006/relationships/slideLayout" Target="../slideLayouts/slideLayout15.xml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3" Type="http://schemas.openxmlformats.org/officeDocument/2006/relationships/tags" Target="../tags/tag40.xml"/><Relationship Id="rId7" Type="http://schemas.openxmlformats.org/officeDocument/2006/relationships/chart" Target="../charts/chart2.xml"/><Relationship Id="rId12" Type="http://schemas.openxmlformats.org/officeDocument/2006/relationships/chart" Target="../charts/chart5.xml"/><Relationship Id="rId2" Type="http://schemas.openxmlformats.org/officeDocument/2006/relationships/tags" Target="../tags/tag39.xml"/><Relationship Id="rId1" Type="http://schemas.openxmlformats.org/officeDocument/2006/relationships/vmlDrawing" Target="../drawings/vmlDrawing15.vml"/><Relationship Id="rId6" Type="http://schemas.openxmlformats.org/officeDocument/2006/relationships/chart" Target="../charts/chart1.xml"/><Relationship Id="rId11" Type="http://schemas.openxmlformats.org/officeDocument/2006/relationships/chart" Target="../charts/chart4.xml"/><Relationship Id="rId5" Type="http://schemas.openxmlformats.org/officeDocument/2006/relationships/notesSlide" Target="../notesSlides/notesSlide2.xml"/><Relationship Id="rId10" Type="http://schemas.openxmlformats.org/officeDocument/2006/relationships/chart" Target="../charts/chart3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tags" Target="../tags/tag42.xml"/><Relationship Id="rId7" Type="http://schemas.openxmlformats.org/officeDocument/2006/relationships/oleObject" Target="../embeddings/oleObject14.bin"/><Relationship Id="rId2" Type="http://schemas.openxmlformats.org/officeDocument/2006/relationships/tags" Target="../tags/tag41.xml"/><Relationship Id="rId1" Type="http://schemas.openxmlformats.org/officeDocument/2006/relationships/vmlDrawing" Target="../drawings/vmlDrawing16.vml"/><Relationship Id="rId6" Type="http://schemas.openxmlformats.org/officeDocument/2006/relationships/chart" Target="../charts/chart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tags" Target="../tags/tag44.xml"/><Relationship Id="rId7" Type="http://schemas.openxmlformats.org/officeDocument/2006/relationships/oleObject" Target="../embeddings/oleObject14.bin"/><Relationship Id="rId2" Type="http://schemas.openxmlformats.org/officeDocument/2006/relationships/tags" Target="../tags/tag43.xml"/><Relationship Id="rId1" Type="http://schemas.openxmlformats.org/officeDocument/2006/relationships/vmlDrawing" Target="../drawings/vmlDrawing17.vml"/><Relationship Id="rId6" Type="http://schemas.openxmlformats.org/officeDocument/2006/relationships/chart" Target="../charts/chart7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tags" Target="../tags/tag46.xml"/><Relationship Id="rId7" Type="http://schemas.openxmlformats.org/officeDocument/2006/relationships/oleObject" Target="../embeddings/oleObject14.bin"/><Relationship Id="rId2" Type="http://schemas.openxmlformats.org/officeDocument/2006/relationships/tags" Target="../tags/tag45.xml"/><Relationship Id="rId1" Type="http://schemas.openxmlformats.org/officeDocument/2006/relationships/vmlDrawing" Target="../drawings/vmlDrawing18.vml"/><Relationship Id="rId6" Type="http://schemas.openxmlformats.org/officeDocument/2006/relationships/chart" Target="../charts/chart8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9.xml"/><Relationship Id="rId13" Type="http://schemas.openxmlformats.org/officeDocument/2006/relationships/chart" Target="../charts/chart14.xml"/><Relationship Id="rId3" Type="http://schemas.openxmlformats.org/officeDocument/2006/relationships/tags" Target="../tags/tag48.xml"/><Relationship Id="rId7" Type="http://schemas.openxmlformats.org/officeDocument/2006/relationships/image" Target="../media/image13.emf"/><Relationship Id="rId12" Type="http://schemas.openxmlformats.org/officeDocument/2006/relationships/chart" Target="../charts/chart13.xml"/><Relationship Id="rId2" Type="http://schemas.openxmlformats.org/officeDocument/2006/relationships/tags" Target="../tags/tag4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4.bin"/><Relationship Id="rId11" Type="http://schemas.openxmlformats.org/officeDocument/2006/relationships/chart" Target="../charts/chart12.xml"/><Relationship Id="rId5" Type="http://schemas.openxmlformats.org/officeDocument/2006/relationships/notesSlide" Target="../notesSlides/notesSlide6.xml"/><Relationship Id="rId15" Type="http://schemas.openxmlformats.org/officeDocument/2006/relationships/chart" Target="../charts/chart16.xml"/><Relationship Id="rId10" Type="http://schemas.openxmlformats.org/officeDocument/2006/relationships/chart" Target="../charts/chart11.xml"/><Relationship Id="rId4" Type="http://schemas.openxmlformats.org/officeDocument/2006/relationships/slideLayout" Target="../slideLayouts/slideLayout15.xml"/><Relationship Id="rId9" Type="http://schemas.openxmlformats.org/officeDocument/2006/relationships/chart" Target="../charts/chart10.xml"/><Relationship Id="rId14" Type="http://schemas.openxmlformats.org/officeDocument/2006/relationships/chart" Target="../charts/chart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7.xml"/><Relationship Id="rId13" Type="http://schemas.openxmlformats.org/officeDocument/2006/relationships/chart" Target="../charts/chart22.xml"/><Relationship Id="rId3" Type="http://schemas.openxmlformats.org/officeDocument/2006/relationships/tags" Target="../tags/tag50.xml"/><Relationship Id="rId7" Type="http://schemas.openxmlformats.org/officeDocument/2006/relationships/image" Target="../media/image13.emf"/><Relationship Id="rId12" Type="http://schemas.openxmlformats.org/officeDocument/2006/relationships/chart" Target="../charts/chart21.xml"/><Relationship Id="rId2" Type="http://schemas.openxmlformats.org/officeDocument/2006/relationships/tags" Target="../tags/tag49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4.bin"/><Relationship Id="rId11" Type="http://schemas.openxmlformats.org/officeDocument/2006/relationships/chart" Target="../charts/chart20.xml"/><Relationship Id="rId5" Type="http://schemas.openxmlformats.org/officeDocument/2006/relationships/notesSlide" Target="../notesSlides/notesSlide7.xml"/><Relationship Id="rId15" Type="http://schemas.openxmlformats.org/officeDocument/2006/relationships/chart" Target="../charts/chart24.xml"/><Relationship Id="rId10" Type="http://schemas.openxmlformats.org/officeDocument/2006/relationships/chart" Target="../charts/chart19.xml"/><Relationship Id="rId4" Type="http://schemas.openxmlformats.org/officeDocument/2006/relationships/slideLayout" Target="../slideLayouts/slideLayout15.xml"/><Relationship Id="rId9" Type="http://schemas.openxmlformats.org/officeDocument/2006/relationships/chart" Target="../charts/chart18.xml"/><Relationship Id="rId14" Type="http://schemas.openxmlformats.org/officeDocument/2006/relationships/chart" Target="../charts/chart2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5.xml"/><Relationship Id="rId13" Type="http://schemas.openxmlformats.org/officeDocument/2006/relationships/chart" Target="../charts/chart30.xml"/><Relationship Id="rId3" Type="http://schemas.openxmlformats.org/officeDocument/2006/relationships/tags" Target="../tags/tag52.xml"/><Relationship Id="rId7" Type="http://schemas.openxmlformats.org/officeDocument/2006/relationships/image" Target="../media/image13.emf"/><Relationship Id="rId12" Type="http://schemas.openxmlformats.org/officeDocument/2006/relationships/chart" Target="../charts/chart29.xml"/><Relationship Id="rId2" Type="http://schemas.openxmlformats.org/officeDocument/2006/relationships/tags" Target="../tags/tag51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4.bin"/><Relationship Id="rId11" Type="http://schemas.openxmlformats.org/officeDocument/2006/relationships/chart" Target="../charts/chart28.xml"/><Relationship Id="rId5" Type="http://schemas.openxmlformats.org/officeDocument/2006/relationships/notesSlide" Target="../notesSlides/notesSlide8.xml"/><Relationship Id="rId15" Type="http://schemas.openxmlformats.org/officeDocument/2006/relationships/chart" Target="../charts/chart32.xml"/><Relationship Id="rId10" Type="http://schemas.openxmlformats.org/officeDocument/2006/relationships/chart" Target="../charts/chart27.xml"/><Relationship Id="rId4" Type="http://schemas.openxmlformats.org/officeDocument/2006/relationships/slideLayout" Target="../slideLayouts/slideLayout15.xml"/><Relationship Id="rId9" Type="http://schemas.openxmlformats.org/officeDocument/2006/relationships/chart" Target="../charts/chart26.xml"/><Relationship Id="rId14" Type="http://schemas.openxmlformats.org/officeDocument/2006/relationships/chart" Target="../charts/char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7" Type="http://schemas.openxmlformats.org/officeDocument/2006/relationships/image" Target="../media/image12.jpeg"/><Relationship Id="rId2" Type="http://schemas.openxmlformats.org/officeDocument/2006/relationships/tags" Target="../tags/tag5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3.bin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7620F41-2790-4645-80FF-42BA7B68429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41077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84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7620F41-2790-4645-80FF-42BA7B6842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50AA7EF-C520-4048-8B88-BFF0606EC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ZA" sz="2800" b="1">
              <a:latin typeface="MTN Brighter Sans Bold" panose="00000800000000000000"/>
              <a:ea typeface="+mj-ea"/>
              <a:cs typeface="+mj-cs"/>
              <a:sym typeface="MTN Brighter Sans Bold" panose="00000800000000000000"/>
            </a:endParaRPr>
          </a:p>
        </p:txBody>
      </p:sp>
      <p:pic>
        <p:nvPicPr>
          <p:cNvPr id="20" name="Picture Placeholder 19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2" b="3526"/>
          <a:stretch/>
        </p:blipFill>
        <p:spPr>
          <a:xfrm>
            <a:off x="0" y="3098"/>
            <a:ext cx="12192000" cy="6858000"/>
          </a:xfr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241333" y="2980014"/>
            <a:ext cx="6830321" cy="1110338"/>
          </a:xfrm>
        </p:spPr>
        <p:txBody>
          <a:bodyPr vert="horz"/>
          <a:lstStyle/>
          <a:p>
            <a:r>
              <a:rPr lang="en-ZA" sz="3200" dirty="0">
                <a:latin typeface="+mn-lt"/>
              </a:rPr>
              <a:t>MTN : ADAM Churn model Approach</a:t>
            </a:r>
            <a:br>
              <a:rPr lang="en-ZA" sz="4000" dirty="0">
                <a:latin typeface="+mn-lt"/>
              </a:rPr>
            </a:br>
            <a:r>
              <a:rPr lang="en-ZA" sz="1600" b="0" dirty="0">
                <a:solidFill>
                  <a:schemeClr val="bg1"/>
                </a:solidFill>
                <a:latin typeface="+mn-lt"/>
              </a:rPr>
              <a:t>Additional Analysis requested which is executed on static base of 1 APR 2021</a:t>
            </a:r>
            <a:endParaRPr lang="en-ZA" sz="16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1" name="Text Placeholder 11"/>
          <p:cNvSpPr txBox="1">
            <a:spLocks/>
          </p:cNvSpPr>
          <p:nvPr/>
        </p:nvSpPr>
        <p:spPr>
          <a:xfrm>
            <a:off x="329015" y="4969830"/>
            <a:ext cx="4689452" cy="41578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152400" indent="-1524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2263" indent="-160338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93713" indent="-161925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54050" indent="-160338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5975" indent="-152400" algn="l" defTabSz="914400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lang="en-GB" alt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ZA" sz="1400" b="1" i="1" dirty="0"/>
              <a:t>Sep 2021</a:t>
            </a:r>
          </a:p>
        </p:txBody>
      </p:sp>
    </p:spTree>
    <p:extLst>
      <p:ext uri="{BB962C8B-B14F-4D97-AF65-F5344CB8AC3E}">
        <p14:creationId xmlns:p14="http://schemas.microsoft.com/office/powerpoint/2010/main" val="3488847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08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534B4A4-665E-4FF3-815B-11307CE3BB3C}"/>
              </a:ext>
            </a:extLst>
          </p:cNvPr>
          <p:cNvSpPr txBox="1">
            <a:spLocks/>
          </p:cNvSpPr>
          <p:nvPr/>
        </p:nvSpPr>
        <p:spPr>
          <a:xfrm>
            <a:off x="310322" y="100768"/>
            <a:ext cx="11799486" cy="498598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19.2 MN subscribers are filtered for Tenure &gt;=90 &amp; </a:t>
            </a:r>
            <a:r>
              <a:rPr lang="en-ZA" sz="1800" dirty="0"/>
              <a:t>17.7 MN subscribers are filtered for Tenure &gt;=120 </a:t>
            </a:r>
            <a:r>
              <a:rPr lang="en-ZA" sz="1800" dirty="0">
                <a:latin typeface="+mn-lt"/>
              </a:rPr>
              <a:t>from an overall base of 33.5 MN (Prepaid Base -  1</a:t>
            </a:r>
            <a:r>
              <a:rPr lang="en-ZA" sz="1800" baseline="30000" dirty="0">
                <a:latin typeface="+mn-lt"/>
              </a:rPr>
              <a:t>st</a:t>
            </a:r>
            <a:r>
              <a:rPr lang="en-ZA" sz="1800" dirty="0">
                <a:latin typeface="+mn-lt"/>
              </a:rPr>
              <a:t>Apr) based on agreed selection criteria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4FDE7C-A2FD-48E4-BBBA-73AB564D27A1}"/>
              </a:ext>
            </a:extLst>
          </p:cNvPr>
          <p:cNvGrpSpPr/>
          <p:nvPr/>
        </p:nvGrpSpPr>
        <p:grpSpPr>
          <a:xfrm>
            <a:off x="1168354" y="1728956"/>
            <a:ext cx="5379769" cy="717670"/>
            <a:chOff x="1315" y="900011"/>
            <a:chExt cx="4941336" cy="580897"/>
          </a:xfrm>
          <a:solidFill>
            <a:schemeClr val="accent1"/>
          </a:solidFill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2F5C322-22E1-43B1-BBD6-FA405D002640}"/>
                </a:ext>
              </a:extLst>
            </p:cNvPr>
            <p:cNvSpPr/>
            <p:nvPr/>
          </p:nvSpPr>
          <p:spPr>
            <a:xfrm>
              <a:off x="1315" y="900011"/>
              <a:ext cx="4941336" cy="580897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5" name="Rectangle: Rounded Corners 4">
              <a:extLst>
                <a:ext uri="{FF2B5EF4-FFF2-40B4-BE49-F238E27FC236}">
                  <a16:creationId xmlns:a16="http://schemas.microsoft.com/office/drawing/2014/main" id="{C6F29CE3-72C8-4DB9-8E4B-3A1CF96037F1}"/>
                </a:ext>
              </a:extLst>
            </p:cNvPr>
            <p:cNvSpPr txBox="1"/>
            <p:nvPr/>
          </p:nvSpPr>
          <p:spPr>
            <a:xfrm>
              <a:off x="18329" y="917025"/>
              <a:ext cx="4907308" cy="563883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800" b="1" kern="1200" dirty="0">
                  <a:solidFill>
                    <a:schemeClr val="tx1"/>
                  </a:solidFill>
                </a:rPr>
                <a:t>Base Selection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F4B56BE-A9ED-41FC-8C4B-63F58302D38D}"/>
              </a:ext>
            </a:extLst>
          </p:cNvPr>
          <p:cNvSpPr txBox="1"/>
          <p:nvPr/>
        </p:nvSpPr>
        <p:spPr>
          <a:xfrm>
            <a:off x="7218933" y="4344391"/>
            <a:ext cx="3845899" cy="138499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Prepaid Specific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All variables with definitions provided in the BSL Data dictionary including Usage, Revenue &amp; other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7048CF-9C40-406C-93BF-1A5090BA182E}"/>
              </a:ext>
            </a:extLst>
          </p:cNvPr>
          <p:cNvSpPr txBox="1"/>
          <p:nvPr/>
        </p:nvSpPr>
        <p:spPr>
          <a:xfrm>
            <a:off x="7218933" y="3933808"/>
            <a:ext cx="3845899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600" b="1" dirty="0"/>
              <a:t>Selected Variables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F010545-32EC-4B51-AD49-803226CDC011}"/>
              </a:ext>
            </a:extLst>
          </p:cNvPr>
          <p:cNvSpPr txBox="1"/>
          <p:nvPr/>
        </p:nvSpPr>
        <p:spPr>
          <a:xfrm>
            <a:off x="7218933" y="1751216"/>
            <a:ext cx="3845899" cy="33631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ZA" sz="1600" b="1" dirty="0"/>
              <a:t>Variable categories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C2EC47-5D51-4771-BFCC-49E56C2D1971}"/>
              </a:ext>
            </a:extLst>
          </p:cNvPr>
          <p:cNvGrpSpPr/>
          <p:nvPr/>
        </p:nvGrpSpPr>
        <p:grpSpPr>
          <a:xfrm>
            <a:off x="7218933" y="2113352"/>
            <a:ext cx="3848257" cy="1393015"/>
            <a:chOff x="6320298" y="1548339"/>
            <a:chExt cx="3035212" cy="120032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7AAD3D4-FC5E-41BC-91CC-E99E59852DD7}"/>
                </a:ext>
              </a:extLst>
            </p:cNvPr>
            <p:cNvSpPr txBox="1"/>
            <p:nvPr/>
          </p:nvSpPr>
          <p:spPr>
            <a:xfrm>
              <a:off x="7857777" y="1548339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Postpaid base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C7C3A6A-B70D-4F0A-A5E5-AFADE4CF715D}"/>
                </a:ext>
              </a:extLst>
            </p:cNvPr>
            <p:cNvSpPr txBox="1"/>
            <p:nvPr/>
          </p:nvSpPr>
          <p:spPr>
            <a:xfrm>
              <a:off x="7857777" y="1858027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Postpaid billing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A4CE462-2EFF-432E-BF76-BE052346BFB6}"/>
                </a:ext>
              </a:extLst>
            </p:cNvPr>
            <p:cNvSpPr txBox="1"/>
            <p:nvPr/>
          </p:nvSpPr>
          <p:spPr>
            <a:xfrm>
              <a:off x="7857777" y="2176149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Ambiguous variables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E469C78-D0AB-40BC-819A-0C3B04D511C9}"/>
                </a:ext>
              </a:extLst>
            </p:cNvPr>
            <p:cNvSpPr txBox="1"/>
            <p:nvPr/>
          </p:nvSpPr>
          <p:spPr>
            <a:xfrm>
              <a:off x="6325013" y="1548339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Base &amp; Period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964F1BE-92BA-438A-AC1A-8894067589E5}"/>
                </a:ext>
              </a:extLst>
            </p:cNvPr>
            <p:cNvSpPr txBox="1"/>
            <p:nvPr/>
          </p:nvSpPr>
          <p:spPr>
            <a:xfrm>
              <a:off x="6320298" y="1862785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First &amp; Last usage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5A2BA03-9668-483A-93C6-31DF7812662F}"/>
                </a:ext>
              </a:extLst>
            </p:cNvPr>
            <p:cNvSpPr txBox="1"/>
            <p:nvPr/>
          </p:nvSpPr>
          <p:spPr>
            <a:xfrm>
              <a:off x="6320298" y="2169011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Loyalty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84BBFBB-2FBD-4329-8DBE-7E325B28F38C}"/>
                </a:ext>
              </a:extLst>
            </p:cNvPr>
            <p:cNvSpPr txBox="1"/>
            <p:nvPr/>
          </p:nvSpPr>
          <p:spPr>
            <a:xfrm>
              <a:off x="6320298" y="2483457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Revenue Spend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D78B0A7-EA5F-4491-9D3F-6CB1B9960D2B}"/>
                </a:ext>
              </a:extLst>
            </p:cNvPr>
            <p:cNvSpPr txBox="1"/>
            <p:nvPr/>
          </p:nvSpPr>
          <p:spPr>
            <a:xfrm>
              <a:off x="7857777" y="2483457"/>
              <a:ext cx="1497733" cy="265202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lvl="0"/>
              <a:r>
                <a:rPr lang="en-US" sz="1400" dirty="0"/>
                <a:t>Voice &amp; Others</a:t>
              </a:r>
            </a:p>
          </p:txBody>
        </p:sp>
      </p:grp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94F4A990-647E-4AB5-91D8-F56E3CD2D4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5645779"/>
              </p:ext>
            </p:extLst>
          </p:nvPr>
        </p:nvGraphicFramePr>
        <p:xfrm>
          <a:off x="1186879" y="2293678"/>
          <a:ext cx="5355964" cy="2812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9DE936E5-F739-49CF-AEA3-4B3AC2A85EC2}"/>
              </a:ext>
            </a:extLst>
          </p:cNvPr>
          <p:cNvGrpSpPr/>
          <p:nvPr/>
        </p:nvGrpSpPr>
        <p:grpSpPr>
          <a:xfrm>
            <a:off x="1197170" y="5153175"/>
            <a:ext cx="5350953" cy="607033"/>
            <a:chOff x="2505" y="1062809"/>
            <a:chExt cx="5350953" cy="990258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6C636A1-A760-4EE0-AC23-DC43F974D04F}"/>
                </a:ext>
              </a:extLst>
            </p:cNvPr>
            <p:cNvSpPr/>
            <p:nvPr/>
          </p:nvSpPr>
          <p:spPr>
            <a:xfrm>
              <a:off x="2505" y="1062809"/>
              <a:ext cx="5350953" cy="990258"/>
            </a:xfrm>
            <a:prstGeom prst="roundRect">
              <a:avLst>
                <a:gd name="adj" fmla="val 10000"/>
              </a:avLst>
            </a:prstGeom>
          </p:spPr>
          <p:style>
            <a:lnRef idx="3">
              <a:schemeClr val="accent1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hueOff val="0"/>
                <a:satOff val="0"/>
                <a:lumOff val="0"/>
                <a:alphaOff val="0"/>
              </a:schemeClr>
            </a:fillRef>
            <a:effectRef idx="1">
              <a:schemeClr val="lt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3" name="Rectangle: Rounded Corners 4">
              <a:extLst>
                <a:ext uri="{FF2B5EF4-FFF2-40B4-BE49-F238E27FC236}">
                  <a16:creationId xmlns:a16="http://schemas.microsoft.com/office/drawing/2014/main" id="{6DE31F1D-0984-4384-8FDF-AC041BC1A09B}"/>
                </a:ext>
              </a:extLst>
            </p:cNvPr>
            <p:cNvSpPr txBox="1"/>
            <p:nvPr/>
          </p:nvSpPr>
          <p:spPr>
            <a:xfrm>
              <a:off x="31509" y="1091813"/>
              <a:ext cx="5292945" cy="93225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ctr" anchorCtr="0">
              <a:noAutofit/>
            </a:bodyPr>
            <a:lstStyle/>
            <a:p>
              <a:pPr lvl="0" algn="ctr"/>
              <a:r>
                <a:rPr lang="en-US" sz="1600" b="1" dirty="0"/>
                <a:t>Tenure 90 to 120 </a:t>
              </a:r>
            </a:p>
            <a:p>
              <a:pPr lvl="0" algn="ctr"/>
              <a:r>
                <a:rPr lang="en-US" sz="1600" b="1" dirty="0"/>
                <a:t> 1.5 MN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55082B4-94C6-4E62-8175-ADF10A6B4E24}"/>
              </a:ext>
            </a:extLst>
          </p:cNvPr>
          <p:cNvSpPr txBox="1"/>
          <p:nvPr/>
        </p:nvSpPr>
        <p:spPr>
          <a:xfrm>
            <a:off x="116829" y="6488668"/>
            <a:ext cx="11958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1.5 MN subscribers are available for Tenure between 90 &amp; 120</a:t>
            </a:r>
          </a:p>
        </p:txBody>
      </p:sp>
    </p:spTree>
    <p:extLst>
      <p:ext uri="{BB962C8B-B14F-4D97-AF65-F5344CB8AC3E}">
        <p14:creationId xmlns:p14="http://schemas.microsoft.com/office/powerpoint/2010/main" val="31225594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Chart 20">
            <a:extLst>
              <a:ext uri="{FF2B5EF4-FFF2-40B4-BE49-F238E27FC236}">
                <a16:creationId xmlns:a16="http://schemas.microsoft.com/office/drawing/2014/main" id="{8197DD8D-E5FD-4C93-BF31-BD650AE932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6959805"/>
              </p:ext>
            </p:extLst>
          </p:nvPr>
        </p:nvGraphicFramePr>
        <p:xfrm>
          <a:off x="6145215" y="900062"/>
          <a:ext cx="5977514" cy="1280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8A86F91-6D14-4E76-B97F-AC41B05F03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5920682"/>
              </p:ext>
            </p:extLst>
          </p:nvPr>
        </p:nvGraphicFramePr>
        <p:xfrm>
          <a:off x="272066" y="900062"/>
          <a:ext cx="5977514" cy="1280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32" name="think-cell Slide" r:id="rId8" imgW="493" imgH="493" progId="TCLayout.ActiveDocument.1">
                  <p:embed/>
                </p:oleObj>
              </mc:Choice>
              <mc:Fallback>
                <p:oleObj name="think-cell Slide" r:id="rId8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AF7F503F-EB5C-48D3-9648-838013873628}"/>
              </a:ext>
            </a:extLst>
          </p:cNvPr>
          <p:cNvSpPr txBox="1">
            <a:spLocks/>
          </p:cNvSpPr>
          <p:nvPr/>
        </p:nvSpPr>
        <p:spPr>
          <a:xfrm>
            <a:off x="392514" y="145190"/>
            <a:ext cx="11799486" cy="249299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/>
              <a:t>74% of total Value Loss happens in Tenure&gt;= 90 base</a:t>
            </a:r>
            <a:endParaRPr lang="en-ZA" sz="1800" dirty="0">
              <a:latin typeface="+mn-lt"/>
            </a:endParaRPr>
          </a:p>
        </p:txBody>
      </p:sp>
      <p:graphicFrame>
        <p:nvGraphicFramePr>
          <p:cNvPr id="11" name="Table 22">
            <a:extLst>
              <a:ext uri="{FF2B5EF4-FFF2-40B4-BE49-F238E27FC236}">
                <a16:creationId xmlns:a16="http://schemas.microsoft.com/office/drawing/2014/main" id="{C0EEF920-185F-488C-8418-ACAAE60283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127834"/>
              </p:ext>
            </p:extLst>
          </p:nvPr>
        </p:nvGraphicFramePr>
        <p:xfrm>
          <a:off x="696395" y="4644096"/>
          <a:ext cx="10897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870">
                  <a:extLst>
                    <a:ext uri="{9D8B030D-6E8A-4147-A177-3AD203B41FA5}">
                      <a16:colId xmlns:a16="http://schemas.microsoft.com/office/drawing/2014/main" val="2790929731"/>
                    </a:ext>
                  </a:extLst>
                </a:gridCol>
                <a:gridCol w="1797354">
                  <a:extLst>
                    <a:ext uri="{9D8B030D-6E8A-4147-A177-3AD203B41FA5}">
                      <a16:colId xmlns:a16="http://schemas.microsoft.com/office/drawing/2014/main" val="4087719789"/>
                    </a:ext>
                  </a:extLst>
                </a:gridCol>
                <a:gridCol w="1797354">
                  <a:extLst>
                    <a:ext uri="{9D8B030D-6E8A-4147-A177-3AD203B41FA5}">
                      <a16:colId xmlns:a16="http://schemas.microsoft.com/office/drawing/2014/main" val="1586545968"/>
                    </a:ext>
                  </a:extLst>
                </a:gridCol>
                <a:gridCol w="1797354">
                  <a:extLst>
                    <a:ext uri="{9D8B030D-6E8A-4147-A177-3AD203B41FA5}">
                      <a16:colId xmlns:a16="http://schemas.microsoft.com/office/drawing/2014/main" val="56956500"/>
                    </a:ext>
                  </a:extLst>
                </a:gridCol>
                <a:gridCol w="1797354">
                  <a:extLst>
                    <a:ext uri="{9D8B030D-6E8A-4147-A177-3AD203B41FA5}">
                      <a16:colId xmlns:a16="http://schemas.microsoft.com/office/drawing/2014/main" val="3628313397"/>
                    </a:ext>
                  </a:extLst>
                </a:gridCol>
                <a:gridCol w="1797354">
                  <a:extLst>
                    <a:ext uri="{9D8B030D-6E8A-4147-A177-3AD203B41FA5}">
                      <a16:colId xmlns:a16="http://schemas.microsoft.com/office/drawing/2014/main" val="37229880"/>
                    </a:ext>
                  </a:extLst>
                </a:gridCol>
              </a:tblGrid>
              <a:tr h="2748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Active Base – 1</a:t>
                      </a:r>
                      <a:r>
                        <a:rPr lang="en-US" sz="1400" baseline="30000" dirty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 Apr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Churn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Revenue Loss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994479"/>
                  </a:ext>
                </a:extLst>
              </a:tr>
              <a:tr h="2748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Tenure  &lt;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5.5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121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 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678055"/>
                  </a:ext>
                </a:extLst>
              </a:tr>
              <a:tr h="2748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Tenure &gt;=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19.2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1,996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39 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754490"/>
                  </a:ext>
                </a:extLst>
              </a:tr>
              <a:tr h="2748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Tenure 90 to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1.5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71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 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11769"/>
                  </a:ext>
                </a:extLst>
              </a:tr>
              <a:tr h="2748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Tenure &lt;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7.0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189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 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57227"/>
                  </a:ext>
                </a:extLst>
              </a:tr>
              <a:tr h="2748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Tenure &gt;= 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17.7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1,928 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34 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667278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A597689-C6FF-4F90-82E4-5194CFB034A7}"/>
              </a:ext>
            </a:extLst>
          </p:cNvPr>
          <p:cNvSpPr txBox="1"/>
          <p:nvPr/>
        </p:nvSpPr>
        <p:spPr>
          <a:xfrm>
            <a:off x="115172" y="6519446"/>
            <a:ext cx="11958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74% of total Value loss happens in </a:t>
            </a:r>
            <a:r>
              <a:rPr lang="en-US" sz="1600" b="1" dirty="0"/>
              <a:t>Tenure&gt;= 90 subscriber base</a:t>
            </a:r>
            <a:r>
              <a:rPr lang="en-US" sz="1600" dirty="0"/>
              <a:t>, hence it is important to arrest these customers before they leave network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A3A416-1826-4753-B171-06180AAA7CFD}"/>
              </a:ext>
            </a:extLst>
          </p:cNvPr>
          <p:cNvSpPr/>
          <p:nvPr/>
        </p:nvSpPr>
        <p:spPr>
          <a:xfrm>
            <a:off x="4820856" y="665651"/>
            <a:ext cx="2842591" cy="2699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DOLA% across Tenure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B036FE-9B94-4055-9F9A-29FB1182E5AD}"/>
              </a:ext>
            </a:extLst>
          </p:cNvPr>
          <p:cNvCxnSpPr>
            <a:cxnSpLocks/>
          </p:cNvCxnSpPr>
          <p:nvPr/>
        </p:nvCxnSpPr>
        <p:spPr>
          <a:xfrm>
            <a:off x="6200290" y="1144526"/>
            <a:ext cx="3" cy="207776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7A9B3499-69B6-4778-8437-0EAD781A75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5919751"/>
              </p:ext>
            </p:extLst>
          </p:nvPr>
        </p:nvGraphicFramePr>
        <p:xfrm>
          <a:off x="6145215" y="2106213"/>
          <a:ext cx="5977514" cy="15924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B7919066-FA5E-4B29-880C-671C36A612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0557940"/>
              </p:ext>
            </p:extLst>
          </p:nvPr>
        </p:nvGraphicFramePr>
        <p:xfrm>
          <a:off x="272066" y="2064500"/>
          <a:ext cx="5977514" cy="16256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9F49B1C2-D223-47AC-B093-C9E89623DE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9934757"/>
              </p:ext>
            </p:extLst>
          </p:nvPr>
        </p:nvGraphicFramePr>
        <p:xfrm>
          <a:off x="2316666" y="3371918"/>
          <a:ext cx="7767247" cy="11982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327748864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2DE8E9FF-F274-473D-8EAB-5A858733E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4679168"/>
              </p:ext>
            </p:extLst>
          </p:nvPr>
        </p:nvGraphicFramePr>
        <p:xfrm>
          <a:off x="1445684" y="777696"/>
          <a:ext cx="9955458" cy="417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56" name="think-cell Slide" r:id="rId7" imgW="493" imgH="493" progId="TCLayout.ActiveDocument.1">
                  <p:embed/>
                </p:oleObj>
              </mc:Choice>
              <mc:Fallback>
                <p:oleObj name="think-cell Slide" r:id="rId7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DA13A8-6DA4-47C7-B4DE-D732269F14E7}"/>
              </a:ext>
            </a:extLst>
          </p:cNvPr>
          <p:cNvGrpSpPr/>
          <p:nvPr/>
        </p:nvGrpSpPr>
        <p:grpSpPr>
          <a:xfrm>
            <a:off x="10257183" y="6500977"/>
            <a:ext cx="1501451" cy="251595"/>
            <a:chOff x="1315" y="900011"/>
            <a:chExt cx="4941336" cy="580897"/>
          </a:xfrm>
          <a:noFill/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FC07CF4-B475-4015-91A6-791330313103}"/>
                </a:ext>
              </a:extLst>
            </p:cNvPr>
            <p:cNvSpPr/>
            <p:nvPr/>
          </p:nvSpPr>
          <p:spPr>
            <a:xfrm>
              <a:off x="1315" y="900011"/>
              <a:ext cx="4941336" cy="580897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F9C03E66-3F1B-4CB1-9C8B-7A7BB625A9DD}"/>
                </a:ext>
              </a:extLst>
            </p:cNvPr>
            <p:cNvSpPr txBox="1"/>
            <p:nvPr/>
          </p:nvSpPr>
          <p:spPr>
            <a:xfrm>
              <a:off x="18329" y="917025"/>
              <a:ext cx="4907306" cy="54687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</a:rPr>
                <a:t>Tenure &gt;= 90</a:t>
              </a:r>
            </a:p>
          </p:txBody>
        </p:sp>
      </p:grpSp>
      <p:sp>
        <p:nvSpPr>
          <p:cNvPr id="64" name="Title 1">
            <a:extLst>
              <a:ext uri="{FF2B5EF4-FFF2-40B4-BE49-F238E27FC236}">
                <a16:creationId xmlns:a16="http://schemas.microsoft.com/office/drawing/2014/main" id="{2E064DFB-86AC-4101-8605-CCB40EE6B414}"/>
              </a:ext>
            </a:extLst>
          </p:cNvPr>
          <p:cNvSpPr txBox="1">
            <a:spLocks/>
          </p:cNvSpPr>
          <p:nvPr/>
        </p:nvSpPr>
        <p:spPr>
          <a:xfrm>
            <a:off x="392512" y="173038"/>
            <a:ext cx="11799488" cy="498598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Within Tenure&gt;=90 subscriber base, low Value segment comprises 43.6% of total base and contributes only 3.8% </a:t>
            </a:r>
          </a:p>
          <a:p>
            <a:r>
              <a:rPr lang="en-ZA" sz="1800" dirty="0">
                <a:latin typeface="+mn-lt"/>
              </a:rPr>
              <a:t>of total revenue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A0A0C-BBBD-4BC1-A526-59E054C203D5}"/>
              </a:ext>
            </a:extLst>
          </p:cNvPr>
          <p:cNvGrpSpPr/>
          <p:nvPr/>
        </p:nvGrpSpPr>
        <p:grpSpPr>
          <a:xfrm>
            <a:off x="114102" y="1288636"/>
            <a:ext cx="11991951" cy="5030875"/>
            <a:chOff x="114102" y="1288636"/>
            <a:chExt cx="11991951" cy="474412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C685154-2A27-4A3F-AEBA-223DD7CB06BE}"/>
                </a:ext>
              </a:extLst>
            </p:cNvPr>
            <p:cNvSpPr txBox="1"/>
            <p:nvPr/>
          </p:nvSpPr>
          <p:spPr>
            <a:xfrm>
              <a:off x="430614" y="1482793"/>
              <a:ext cx="11675439" cy="462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.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90455F6-E162-4200-9552-20E3E1F71600}"/>
                </a:ext>
              </a:extLst>
            </p:cNvPr>
            <p:cNvSpPr txBox="1"/>
            <p:nvPr/>
          </p:nvSpPr>
          <p:spPr>
            <a:xfrm>
              <a:off x="9765951" y="1502466"/>
              <a:ext cx="176893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8.4%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1.6 MN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7AA76A-BBF5-44C9-9BAC-833BCF65A57F}"/>
                </a:ext>
              </a:extLst>
            </p:cNvPr>
            <p:cNvSpPr/>
            <p:nvPr/>
          </p:nvSpPr>
          <p:spPr>
            <a:xfrm>
              <a:off x="9687198" y="4602797"/>
              <a:ext cx="171422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8B8227-B61D-4212-B4F1-70BABF347BDE}"/>
                </a:ext>
              </a:extLst>
            </p:cNvPr>
            <p:cNvSpPr/>
            <p:nvPr/>
          </p:nvSpPr>
          <p:spPr>
            <a:xfrm>
              <a:off x="7089573" y="4602797"/>
              <a:ext cx="254263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4D1FC79-1F1E-43A0-98F4-25987AC66831}"/>
                </a:ext>
              </a:extLst>
            </p:cNvPr>
            <p:cNvSpPr/>
            <p:nvPr/>
          </p:nvSpPr>
          <p:spPr>
            <a:xfrm>
              <a:off x="3638947" y="4602797"/>
              <a:ext cx="338574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3CDC1D-5F01-4F71-9613-067BAB872C02}"/>
                </a:ext>
              </a:extLst>
            </p:cNvPr>
            <p:cNvSpPr/>
            <p:nvPr/>
          </p:nvSpPr>
          <p:spPr>
            <a:xfrm>
              <a:off x="1890243" y="4579727"/>
              <a:ext cx="1692714" cy="274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24ED2E-88C5-4E59-A567-AF77BB9235D7}"/>
                </a:ext>
              </a:extLst>
            </p:cNvPr>
            <p:cNvSpPr txBox="1"/>
            <p:nvPr/>
          </p:nvSpPr>
          <p:spPr>
            <a:xfrm>
              <a:off x="1898974" y="5581601"/>
              <a:ext cx="172898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3.8%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76.8 MN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2C2C09E-49D9-44E5-89CA-3A12A141CF20}"/>
                </a:ext>
              </a:extLst>
            </p:cNvPr>
            <p:cNvSpPr/>
            <p:nvPr/>
          </p:nvSpPr>
          <p:spPr>
            <a:xfrm>
              <a:off x="1890243" y="4586917"/>
              <a:ext cx="173700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Low Value 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B0E47BD-7F11-49EE-AFF2-1002B2EB79C1}"/>
                </a:ext>
              </a:extLst>
            </p:cNvPr>
            <p:cNvSpPr/>
            <p:nvPr/>
          </p:nvSpPr>
          <p:spPr>
            <a:xfrm>
              <a:off x="3638946" y="4580855"/>
              <a:ext cx="337612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Medium Value </a:t>
              </a:r>
              <a:endParaRPr lang="en-US" sz="12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4517F4B-7ACF-4AEA-B250-D3263AEF5F2B}"/>
                </a:ext>
              </a:extLst>
            </p:cNvPr>
            <p:cNvSpPr/>
            <p:nvPr/>
          </p:nvSpPr>
          <p:spPr>
            <a:xfrm>
              <a:off x="7087556" y="4586917"/>
              <a:ext cx="254465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High Value </a:t>
              </a:r>
              <a:endParaRPr lang="en-US" sz="120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801F739-7C18-4081-BE48-8232C7F75B12}"/>
                </a:ext>
              </a:extLst>
            </p:cNvPr>
            <p:cNvSpPr/>
            <p:nvPr/>
          </p:nvSpPr>
          <p:spPr>
            <a:xfrm>
              <a:off x="9686916" y="4577393"/>
              <a:ext cx="17142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Very High Value </a:t>
              </a:r>
              <a:endParaRPr 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031078F-225C-4B51-A697-4BDCA2AF362A}"/>
                </a:ext>
              </a:extLst>
            </p:cNvPr>
            <p:cNvSpPr txBox="1"/>
            <p:nvPr/>
          </p:nvSpPr>
          <p:spPr>
            <a:xfrm>
              <a:off x="1930190" y="1497920"/>
              <a:ext cx="1728982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43.6% of the base 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8.3 MN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C6D4FA-1386-4DAF-A1DB-1E3BE2B8B891}"/>
                </a:ext>
              </a:extLst>
            </p:cNvPr>
            <p:cNvSpPr txBox="1"/>
            <p:nvPr/>
          </p:nvSpPr>
          <p:spPr>
            <a:xfrm>
              <a:off x="4023817" y="5591514"/>
              <a:ext cx="2606385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21.2%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423.6 MN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C728D43-6052-4B06-A544-D18A9896BD13}"/>
                </a:ext>
              </a:extLst>
            </p:cNvPr>
            <p:cNvSpPr txBox="1"/>
            <p:nvPr/>
          </p:nvSpPr>
          <p:spPr>
            <a:xfrm>
              <a:off x="4072167" y="1540584"/>
              <a:ext cx="2576494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32.7%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6.2 MN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E14A6B3-06C3-4445-BE72-CE544EE24370}"/>
                </a:ext>
              </a:extLst>
            </p:cNvPr>
            <p:cNvSpPr txBox="1"/>
            <p:nvPr/>
          </p:nvSpPr>
          <p:spPr>
            <a:xfrm>
              <a:off x="6683422" y="5591514"/>
              <a:ext cx="335292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28.2%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562.5 MN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78DBA6C-AEC4-4673-99C6-6E1D1B863CD9}"/>
                </a:ext>
              </a:extLst>
            </p:cNvPr>
            <p:cNvSpPr txBox="1"/>
            <p:nvPr/>
          </p:nvSpPr>
          <p:spPr>
            <a:xfrm>
              <a:off x="6739858" y="1509416"/>
              <a:ext cx="3254218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15.3%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2.9 MN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ADEEB2-34FB-43E7-9791-A1651DB3AA66}"/>
                </a:ext>
              </a:extLst>
            </p:cNvPr>
            <p:cNvSpPr txBox="1"/>
            <p:nvPr/>
          </p:nvSpPr>
          <p:spPr>
            <a:xfrm>
              <a:off x="9655601" y="5581601"/>
              <a:ext cx="174554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46.8%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933.8 MN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A1818AE5-7A13-427B-8799-1CA2C4939D5B}"/>
                </a:ext>
              </a:extLst>
            </p:cNvPr>
            <p:cNvSpPr/>
            <p:nvPr/>
          </p:nvSpPr>
          <p:spPr>
            <a:xfrm>
              <a:off x="118848" y="1288636"/>
              <a:ext cx="1483557" cy="621209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Total Base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19.2 MN</a:t>
              </a:r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36BFE591-3F8B-41FD-8BAC-7256D9627132}"/>
                </a:ext>
              </a:extLst>
            </p:cNvPr>
            <p:cNvSpPr/>
            <p:nvPr/>
          </p:nvSpPr>
          <p:spPr>
            <a:xfrm>
              <a:off x="114102" y="5464968"/>
              <a:ext cx="1479730" cy="567791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Total Revenue 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1996.8 MN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739D73CB-F1B7-4806-B4EA-0924B7491EE4}"/>
                </a:ext>
              </a:extLst>
            </p:cNvPr>
            <p:cNvSpPr/>
            <p:nvPr/>
          </p:nvSpPr>
          <p:spPr>
            <a:xfrm>
              <a:off x="125578" y="4191673"/>
              <a:ext cx="1432802" cy="349262"/>
            </a:xfrm>
            <a:prstGeom prst="rightArrow">
              <a:avLst>
                <a:gd name="adj1" fmla="val 65448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ARPU slabs (ZAR)</a:t>
              </a:r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7FBC556A-46FC-4DC0-87C3-24257F61C7D6}"/>
                </a:ext>
              </a:extLst>
            </p:cNvPr>
            <p:cNvSpPr/>
            <p:nvPr/>
          </p:nvSpPr>
          <p:spPr>
            <a:xfrm>
              <a:off x="118847" y="4582890"/>
              <a:ext cx="1446263" cy="271502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Value Segment</a:t>
              </a:r>
            </a:p>
          </p:txBody>
        </p:sp>
        <p:sp>
          <p:nvSpPr>
            <p:cNvPr id="37" name="Double Brace 36">
              <a:extLst>
                <a:ext uri="{FF2B5EF4-FFF2-40B4-BE49-F238E27FC236}">
                  <a16:creationId xmlns:a16="http://schemas.microsoft.com/office/drawing/2014/main" id="{2CB18A59-BB6F-4BFB-8301-E2DA99E0085E}"/>
                </a:ext>
              </a:extLst>
            </p:cNvPr>
            <p:cNvSpPr/>
            <p:nvPr/>
          </p:nvSpPr>
          <p:spPr>
            <a:xfrm rot="5400000">
              <a:off x="1045632" y="2923152"/>
              <a:ext cx="3458150" cy="1768930"/>
            </a:xfrm>
            <a:prstGeom prst="bracePair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8" name="Double Brace 37">
              <a:extLst>
                <a:ext uri="{FF2B5EF4-FFF2-40B4-BE49-F238E27FC236}">
                  <a16:creationId xmlns:a16="http://schemas.microsoft.com/office/drawing/2014/main" id="{18D04BE4-CADD-496B-8490-DA789DFF70D3}"/>
                </a:ext>
              </a:extLst>
            </p:cNvPr>
            <p:cNvSpPr/>
            <p:nvPr/>
          </p:nvSpPr>
          <p:spPr>
            <a:xfrm rot="5400000">
              <a:off x="3629334" y="2131156"/>
              <a:ext cx="3458148" cy="3352921"/>
            </a:xfrm>
            <a:prstGeom prst="bracePair">
              <a:avLst>
                <a:gd name="adj" fmla="val 3651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9" name="Double Brace 38">
              <a:extLst>
                <a:ext uri="{FF2B5EF4-FFF2-40B4-BE49-F238E27FC236}">
                  <a16:creationId xmlns:a16="http://schemas.microsoft.com/office/drawing/2014/main" id="{6AD8D9D4-4DCF-403F-B449-F962E6E1BF50}"/>
                </a:ext>
              </a:extLst>
            </p:cNvPr>
            <p:cNvSpPr/>
            <p:nvPr/>
          </p:nvSpPr>
          <p:spPr>
            <a:xfrm rot="5400000">
              <a:off x="6632108" y="2481884"/>
              <a:ext cx="3469717" cy="2639897"/>
            </a:xfrm>
            <a:prstGeom prst="bracePair">
              <a:avLst>
                <a:gd name="adj" fmla="val 4236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0" name="Double Brace 39">
              <a:extLst>
                <a:ext uri="{FF2B5EF4-FFF2-40B4-BE49-F238E27FC236}">
                  <a16:creationId xmlns:a16="http://schemas.microsoft.com/office/drawing/2014/main" id="{F5820D12-DB27-4851-B052-CFD4ADC5B9A8}"/>
                </a:ext>
              </a:extLst>
            </p:cNvPr>
            <p:cNvSpPr/>
            <p:nvPr/>
          </p:nvSpPr>
          <p:spPr>
            <a:xfrm rot="5400000">
              <a:off x="8781635" y="2917183"/>
              <a:ext cx="3534439" cy="1704574"/>
            </a:xfrm>
            <a:prstGeom prst="bracePair">
              <a:avLst>
                <a:gd name="adj" fmla="val 8148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8F32C1-FF08-4F3F-BC63-C3559AD3AB49}"/>
                </a:ext>
              </a:extLst>
            </p:cNvPr>
            <p:cNvCxnSpPr/>
            <p:nvPr/>
          </p:nvCxnSpPr>
          <p:spPr>
            <a:xfrm>
              <a:off x="3636852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625ADCD-8E5C-4DF9-A08A-571E7A4FF068}"/>
                </a:ext>
              </a:extLst>
            </p:cNvPr>
            <p:cNvCxnSpPr/>
            <p:nvPr/>
          </p:nvCxnSpPr>
          <p:spPr>
            <a:xfrm>
              <a:off x="7058677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A20E8AB-E47F-428F-8B41-B8DADFF71F6A}"/>
                </a:ext>
              </a:extLst>
            </p:cNvPr>
            <p:cNvCxnSpPr/>
            <p:nvPr/>
          </p:nvCxnSpPr>
          <p:spPr>
            <a:xfrm>
              <a:off x="9660359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52D685EC-A855-4E98-8AEA-B83B85E7635D}"/>
                </a:ext>
              </a:extLst>
            </p:cNvPr>
            <p:cNvSpPr/>
            <p:nvPr/>
          </p:nvSpPr>
          <p:spPr>
            <a:xfrm>
              <a:off x="114102" y="4845121"/>
              <a:ext cx="1432802" cy="545107"/>
            </a:xfrm>
            <a:prstGeom prst="rightArrow">
              <a:avLst>
                <a:gd name="adj1" fmla="val 65448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ARPU range (ZAR)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089CAA0-5AC6-4416-A0F7-69FBC4DB793D}"/>
                </a:ext>
              </a:extLst>
            </p:cNvPr>
            <p:cNvSpPr/>
            <p:nvPr/>
          </p:nvSpPr>
          <p:spPr>
            <a:xfrm>
              <a:off x="1888147" y="4921170"/>
              <a:ext cx="1694809" cy="2612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0 - 30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5D9ED1-4C17-4D1E-B489-EC29CA25F400}"/>
                </a:ext>
              </a:extLst>
            </p:cNvPr>
            <p:cNvSpPr/>
            <p:nvPr/>
          </p:nvSpPr>
          <p:spPr>
            <a:xfrm>
              <a:off x="3659628" y="4921170"/>
              <a:ext cx="3352922" cy="2612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30 - 125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E0200B4-CF3C-4156-A63E-514FB502BFD0}"/>
                </a:ext>
              </a:extLst>
            </p:cNvPr>
            <p:cNvSpPr/>
            <p:nvPr/>
          </p:nvSpPr>
          <p:spPr>
            <a:xfrm>
              <a:off x="7099645" y="4921170"/>
              <a:ext cx="2532565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125 - 300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F5B0E4A-BE90-4F47-BC8E-E08A32C20EC5}"/>
                </a:ext>
              </a:extLst>
            </p:cNvPr>
            <p:cNvSpPr/>
            <p:nvPr/>
          </p:nvSpPr>
          <p:spPr>
            <a:xfrm>
              <a:off x="9701327" y="4900176"/>
              <a:ext cx="1699816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GT 300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891873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2DE8E9FF-F274-473D-8EAB-5A858733E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979973"/>
              </p:ext>
            </p:extLst>
          </p:nvPr>
        </p:nvGraphicFramePr>
        <p:xfrm>
          <a:off x="1445684" y="777696"/>
          <a:ext cx="9955458" cy="417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80" name="think-cell Slide" r:id="rId7" imgW="493" imgH="493" progId="TCLayout.ActiveDocument.1">
                  <p:embed/>
                </p:oleObj>
              </mc:Choice>
              <mc:Fallback>
                <p:oleObj name="think-cell Slide" r:id="rId7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DA13A8-6DA4-47C7-B4DE-D732269F14E7}"/>
              </a:ext>
            </a:extLst>
          </p:cNvPr>
          <p:cNvGrpSpPr/>
          <p:nvPr/>
        </p:nvGrpSpPr>
        <p:grpSpPr>
          <a:xfrm>
            <a:off x="10257183" y="6500977"/>
            <a:ext cx="1501451" cy="251595"/>
            <a:chOff x="1315" y="900011"/>
            <a:chExt cx="4941336" cy="580897"/>
          </a:xfrm>
          <a:noFill/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FC07CF4-B475-4015-91A6-791330313103}"/>
                </a:ext>
              </a:extLst>
            </p:cNvPr>
            <p:cNvSpPr/>
            <p:nvPr/>
          </p:nvSpPr>
          <p:spPr>
            <a:xfrm>
              <a:off x="1315" y="900011"/>
              <a:ext cx="4941336" cy="580897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F9C03E66-3F1B-4CB1-9C8B-7A7BB625A9DD}"/>
                </a:ext>
              </a:extLst>
            </p:cNvPr>
            <p:cNvSpPr txBox="1"/>
            <p:nvPr/>
          </p:nvSpPr>
          <p:spPr>
            <a:xfrm>
              <a:off x="18329" y="917025"/>
              <a:ext cx="4907306" cy="54687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</a:rPr>
                <a:t>Tenure &gt;= 120</a:t>
              </a:r>
            </a:p>
          </p:txBody>
        </p:sp>
      </p:grpSp>
      <p:sp>
        <p:nvSpPr>
          <p:cNvPr id="64" name="Title 1">
            <a:extLst>
              <a:ext uri="{FF2B5EF4-FFF2-40B4-BE49-F238E27FC236}">
                <a16:creationId xmlns:a16="http://schemas.microsoft.com/office/drawing/2014/main" id="{2E064DFB-86AC-4101-8605-CCB40EE6B414}"/>
              </a:ext>
            </a:extLst>
          </p:cNvPr>
          <p:cNvSpPr txBox="1">
            <a:spLocks/>
          </p:cNvSpPr>
          <p:nvPr/>
        </p:nvSpPr>
        <p:spPr>
          <a:xfrm>
            <a:off x="392512" y="173038"/>
            <a:ext cx="11799488" cy="498598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Within Tenure&gt;=120 subscriber base, low Value segment comprises 41.8% of total base and contributes only 3.6% </a:t>
            </a:r>
          </a:p>
          <a:p>
            <a:r>
              <a:rPr lang="en-ZA" sz="1800" dirty="0">
                <a:latin typeface="+mn-lt"/>
              </a:rPr>
              <a:t>of total revenue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A0A0C-BBBD-4BC1-A526-59E054C203D5}"/>
              </a:ext>
            </a:extLst>
          </p:cNvPr>
          <p:cNvGrpSpPr/>
          <p:nvPr/>
        </p:nvGrpSpPr>
        <p:grpSpPr>
          <a:xfrm>
            <a:off x="114102" y="1288636"/>
            <a:ext cx="11991951" cy="5030875"/>
            <a:chOff x="114102" y="1288636"/>
            <a:chExt cx="11991951" cy="474412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C685154-2A27-4A3F-AEBA-223DD7CB06BE}"/>
                </a:ext>
              </a:extLst>
            </p:cNvPr>
            <p:cNvSpPr txBox="1"/>
            <p:nvPr/>
          </p:nvSpPr>
          <p:spPr>
            <a:xfrm>
              <a:off x="430614" y="1482793"/>
              <a:ext cx="11675439" cy="462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.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90455F6-E162-4200-9552-20E3E1F71600}"/>
                </a:ext>
              </a:extLst>
            </p:cNvPr>
            <p:cNvSpPr txBox="1"/>
            <p:nvPr/>
          </p:nvSpPr>
          <p:spPr>
            <a:xfrm>
              <a:off x="9765951" y="1502466"/>
              <a:ext cx="176893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9.0%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1.5 MN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7AA76A-BBF5-44C9-9BAC-833BCF65A57F}"/>
                </a:ext>
              </a:extLst>
            </p:cNvPr>
            <p:cNvSpPr/>
            <p:nvPr/>
          </p:nvSpPr>
          <p:spPr>
            <a:xfrm>
              <a:off x="9687198" y="4602797"/>
              <a:ext cx="171422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8B8227-B61D-4212-B4F1-70BABF347BDE}"/>
                </a:ext>
              </a:extLst>
            </p:cNvPr>
            <p:cNvSpPr/>
            <p:nvPr/>
          </p:nvSpPr>
          <p:spPr>
            <a:xfrm>
              <a:off x="7089573" y="4602797"/>
              <a:ext cx="254263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4D1FC79-1F1E-43A0-98F4-25987AC66831}"/>
                </a:ext>
              </a:extLst>
            </p:cNvPr>
            <p:cNvSpPr/>
            <p:nvPr/>
          </p:nvSpPr>
          <p:spPr>
            <a:xfrm>
              <a:off x="3638947" y="4602797"/>
              <a:ext cx="338574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3CDC1D-5F01-4F71-9613-067BAB872C02}"/>
                </a:ext>
              </a:extLst>
            </p:cNvPr>
            <p:cNvSpPr/>
            <p:nvPr/>
          </p:nvSpPr>
          <p:spPr>
            <a:xfrm>
              <a:off x="1890243" y="4579727"/>
              <a:ext cx="1692714" cy="274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24ED2E-88C5-4E59-A567-AF77BB9235D7}"/>
                </a:ext>
              </a:extLst>
            </p:cNvPr>
            <p:cNvSpPr txBox="1"/>
            <p:nvPr/>
          </p:nvSpPr>
          <p:spPr>
            <a:xfrm>
              <a:off x="1898974" y="5581601"/>
              <a:ext cx="172898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3.6%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69.3 MN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2C2C09E-49D9-44E5-89CA-3A12A141CF20}"/>
                </a:ext>
              </a:extLst>
            </p:cNvPr>
            <p:cNvSpPr/>
            <p:nvPr/>
          </p:nvSpPr>
          <p:spPr>
            <a:xfrm>
              <a:off x="1890243" y="4586917"/>
              <a:ext cx="173700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Low Value 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B0E47BD-7F11-49EE-AFF2-1002B2EB79C1}"/>
                </a:ext>
              </a:extLst>
            </p:cNvPr>
            <p:cNvSpPr/>
            <p:nvPr/>
          </p:nvSpPr>
          <p:spPr>
            <a:xfrm>
              <a:off x="3638946" y="4580855"/>
              <a:ext cx="337612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Medium Value </a:t>
              </a:r>
              <a:endParaRPr lang="en-US" sz="12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4517F4B-7ACF-4AEA-B250-D3263AEF5F2B}"/>
                </a:ext>
              </a:extLst>
            </p:cNvPr>
            <p:cNvSpPr/>
            <p:nvPr/>
          </p:nvSpPr>
          <p:spPr>
            <a:xfrm>
              <a:off x="7087556" y="4586917"/>
              <a:ext cx="254465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High Value </a:t>
              </a:r>
              <a:endParaRPr lang="en-US" sz="120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801F739-7C18-4081-BE48-8232C7F75B12}"/>
                </a:ext>
              </a:extLst>
            </p:cNvPr>
            <p:cNvSpPr/>
            <p:nvPr/>
          </p:nvSpPr>
          <p:spPr>
            <a:xfrm>
              <a:off x="9686916" y="4577393"/>
              <a:ext cx="17142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Very High Value </a:t>
              </a:r>
              <a:endParaRPr 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031078F-225C-4B51-A697-4BDCA2AF362A}"/>
                </a:ext>
              </a:extLst>
            </p:cNvPr>
            <p:cNvSpPr txBox="1"/>
            <p:nvPr/>
          </p:nvSpPr>
          <p:spPr>
            <a:xfrm>
              <a:off x="1930190" y="1497920"/>
              <a:ext cx="1728982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41.8% of the base 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7.4 MN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C6D4FA-1386-4DAF-A1DB-1E3BE2B8B891}"/>
                </a:ext>
              </a:extLst>
            </p:cNvPr>
            <p:cNvSpPr txBox="1"/>
            <p:nvPr/>
          </p:nvSpPr>
          <p:spPr>
            <a:xfrm>
              <a:off x="4023817" y="5591514"/>
              <a:ext cx="2606385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20.7%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398.4 MN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C728D43-6052-4B06-A544-D18A9896BD13}"/>
                </a:ext>
              </a:extLst>
            </p:cNvPr>
            <p:cNvSpPr txBox="1"/>
            <p:nvPr/>
          </p:nvSpPr>
          <p:spPr>
            <a:xfrm>
              <a:off x="4072167" y="1540584"/>
              <a:ext cx="2576494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33.2%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5.8 MN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E14A6B3-06C3-4445-BE72-CE544EE24370}"/>
                </a:ext>
              </a:extLst>
            </p:cNvPr>
            <p:cNvSpPr txBox="1"/>
            <p:nvPr/>
          </p:nvSpPr>
          <p:spPr>
            <a:xfrm>
              <a:off x="6683422" y="5591514"/>
              <a:ext cx="335292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28.2%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542.8 MN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78DBA6C-AEC4-4673-99C6-6E1D1B863CD9}"/>
                </a:ext>
              </a:extLst>
            </p:cNvPr>
            <p:cNvSpPr txBox="1"/>
            <p:nvPr/>
          </p:nvSpPr>
          <p:spPr>
            <a:xfrm>
              <a:off x="6739858" y="1509416"/>
              <a:ext cx="3254218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16.0%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2.8 MN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ADEEB2-34FB-43E7-9791-A1651DB3AA66}"/>
                </a:ext>
              </a:extLst>
            </p:cNvPr>
            <p:cNvSpPr txBox="1"/>
            <p:nvPr/>
          </p:nvSpPr>
          <p:spPr>
            <a:xfrm>
              <a:off x="9655601" y="5581601"/>
              <a:ext cx="174554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47.6%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917.5 MN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A1818AE5-7A13-427B-8799-1CA2C4939D5B}"/>
                </a:ext>
              </a:extLst>
            </p:cNvPr>
            <p:cNvSpPr/>
            <p:nvPr/>
          </p:nvSpPr>
          <p:spPr>
            <a:xfrm>
              <a:off x="118848" y="1288636"/>
              <a:ext cx="1483557" cy="621209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Total Base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17.7 MN</a:t>
              </a:r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36BFE591-3F8B-41FD-8BAC-7256D9627132}"/>
                </a:ext>
              </a:extLst>
            </p:cNvPr>
            <p:cNvSpPr/>
            <p:nvPr/>
          </p:nvSpPr>
          <p:spPr>
            <a:xfrm>
              <a:off x="114102" y="5464968"/>
              <a:ext cx="1479730" cy="567791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Total Revenue 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1928.2 MN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739D73CB-F1B7-4806-B4EA-0924B7491EE4}"/>
                </a:ext>
              </a:extLst>
            </p:cNvPr>
            <p:cNvSpPr/>
            <p:nvPr/>
          </p:nvSpPr>
          <p:spPr>
            <a:xfrm>
              <a:off x="125578" y="4191673"/>
              <a:ext cx="1432802" cy="349262"/>
            </a:xfrm>
            <a:prstGeom prst="rightArrow">
              <a:avLst>
                <a:gd name="adj1" fmla="val 65448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ARPU slabs (ZAR)</a:t>
              </a:r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7FBC556A-46FC-4DC0-87C3-24257F61C7D6}"/>
                </a:ext>
              </a:extLst>
            </p:cNvPr>
            <p:cNvSpPr/>
            <p:nvPr/>
          </p:nvSpPr>
          <p:spPr>
            <a:xfrm>
              <a:off x="118847" y="4582890"/>
              <a:ext cx="1446263" cy="271502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Value Segment</a:t>
              </a:r>
            </a:p>
          </p:txBody>
        </p:sp>
        <p:sp>
          <p:nvSpPr>
            <p:cNvPr id="37" name="Double Brace 36">
              <a:extLst>
                <a:ext uri="{FF2B5EF4-FFF2-40B4-BE49-F238E27FC236}">
                  <a16:creationId xmlns:a16="http://schemas.microsoft.com/office/drawing/2014/main" id="{2CB18A59-BB6F-4BFB-8301-E2DA99E0085E}"/>
                </a:ext>
              </a:extLst>
            </p:cNvPr>
            <p:cNvSpPr/>
            <p:nvPr/>
          </p:nvSpPr>
          <p:spPr>
            <a:xfrm rot="5400000">
              <a:off x="1045632" y="2923152"/>
              <a:ext cx="3458150" cy="1768930"/>
            </a:xfrm>
            <a:prstGeom prst="bracePair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8" name="Double Brace 37">
              <a:extLst>
                <a:ext uri="{FF2B5EF4-FFF2-40B4-BE49-F238E27FC236}">
                  <a16:creationId xmlns:a16="http://schemas.microsoft.com/office/drawing/2014/main" id="{18D04BE4-CADD-496B-8490-DA789DFF70D3}"/>
                </a:ext>
              </a:extLst>
            </p:cNvPr>
            <p:cNvSpPr/>
            <p:nvPr/>
          </p:nvSpPr>
          <p:spPr>
            <a:xfrm rot="5400000">
              <a:off x="3629334" y="2131156"/>
              <a:ext cx="3458148" cy="3352921"/>
            </a:xfrm>
            <a:prstGeom prst="bracePair">
              <a:avLst>
                <a:gd name="adj" fmla="val 3651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9" name="Double Brace 38">
              <a:extLst>
                <a:ext uri="{FF2B5EF4-FFF2-40B4-BE49-F238E27FC236}">
                  <a16:creationId xmlns:a16="http://schemas.microsoft.com/office/drawing/2014/main" id="{6AD8D9D4-4DCF-403F-B449-F962E6E1BF50}"/>
                </a:ext>
              </a:extLst>
            </p:cNvPr>
            <p:cNvSpPr/>
            <p:nvPr/>
          </p:nvSpPr>
          <p:spPr>
            <a:xfrm rot="5400000">
              <a:off x="6632108" y="2481884"/>
              <a:ext cx="3469717" cy="2639897"/>
            </a:xfrm>
            <a:prstGeom prst="bracePair">
              <a:avLst>
                <a:gd name="adj" fmla="val 4236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0" name="Double Brace 39">
              <a:extLst>
                <a:ext uri="{FF2B5EF4-FFF2-40B4-BE49-F238E27FC236}">
                  <a16:creationId xmlns:a16="http://schemas.microsoft.com/office/drawing/2014/main" id="{F5820D12-DB27-4851-B052-CFD4ADC5B9A8}"/>
                </a:ext>
              </a:extLst>
            </p:cNvPr>
            <p:cNvSpPr/>
            <p:nvPr/>
          </p:nvSpPr>
          <p:spPr>
            <a:xfrm rot="5400000">
              <a:off x="8781635" y="2917183"/>
              <a:ext cx="3534439" cy="1704574"/>
            </a:xfrm>
            <a:prstGeom prst="bracePair">
              <a:avLst>
                <a:gd name="adj" fmla="val 8148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8F32C1-FF08-4F3F-BC63-C3559AD3AB49}"/>
                </a:ext>
              </a:extLst>
            </p:cNvPr>
            <p:cNvCxnSpPr/>
            <p:nvPr/>
          </p:nvCxnSpPr>
          <p:spPr>
            <a:xfrm>
              <a:off x="3636852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625ADCD-8E5C-4DF9-A08A-571E7A4FF068}"/>
                </a:ext>
              </a:extLst>
            </p:cNvPr>
            <p:cNvCxnSpPr/>
            <p:nvPr/>
          </p:nvCxnSpPr>
          <p:spPr>
            <a:xfrm>
              <a:off x="7058677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A20E8AB-E47F-428F-8B41-B8DADFF71F6A}"/>
                </a:ext>
              </a:extLst>
            </p:cNvPr>
            <p:cNvCxnSpPr/>
            <p:nvPr/>
          </p:nvCxnSpPr>
          <p:spPr>
            <a:xfrm>
              <a:off x="9660359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52D685EC-A855-4E98-8AEA-B83B85E7635D}"/>
                </a:ext>
              </a:extLst>
            </p:cNvPr>
            <p:cNvSpPr/>
            <p:nvPr/>
          </p:nvSpPr>
          <p:spPr>
            <a:xfrm>
              <a:off x="114102" y="4845121"/>
              <a:ext cx="1432802" cy="545107"/>
            </a:xfrm>
            <a:prstGeom prst="rightArrow">
              <a:avLst>
                <a:gd name="adj1" fmla="val 65448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ARPU range (ZAR)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089CAA0-5AC6-4416-A0F7-69FBC4DB793D}"/>
                </a:ext>
              </a:extLst>
            </p:cNvPr>
            <p:cNvSpPr/>
            <p:nvPr/>
          </p:nvSpPr>
          <p:spPr>
            <a:xfrm>
              <a:off x="1888147" y="4921170"/>
              <a:ext cx="1694809" cy="2612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0 - 30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5D9ED1-4C17-4D1E-B489-EC29CA25F400}"/>
                </a:ext>
              </a:extLst>
            </p:cNvPr>
            <p:cNvSpPr/>
            <p:nvPr/>
          </p:nvSpPr>
          <p:spPr>
            <a:xfrm>
              <a:off x="3659628" y="4921170"/>
              <a:ext cx="3352922" cy="2612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30 - 125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E0200B4-CF3C-4156-A63E-514FB502BFD0}"/>
                </a:ext>
              </a:extLst>
            </p:cNvPr>
            <p:cNvSpPr/>
            <p:nvPr/>
          </p:nvSpPr>
          <p:spPr>
            <a:xfrm>
              <a:off x="7099645" y="4921170"/>
              <a:ext cx="2532565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125 - 300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F5B0E4A-BE90-4F47-BC8E-E08A32C20EC5}"/>
                </a:ext>
              </a:extLst>
            </p:cNvPr>
            <p:cNvSpPr/>
            <p:nvPr/>
          </p:nvSpPr>
          <p:spPr>
            <a:xfrm>
              <a:off x="9701327" y="4900176"/>
              <a:ext cx="1699816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GT 300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83929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" name="Chart 52">
            <a:extLst>
              <a:ext uri="{FF2B5EF4-FFF2-40B4-BE49-F238E27FC236}">
                <a16:creationId xmlns:a16="http://schemas.microsoft.com/office/drawing/2014/main" id="{2DE8E9FF-F274-473D-8EAB-5A858733E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1866246"/>
              </p:ext>
            </p:extLst>
          </p:nvPr>
        </p:nvGraphicFramePr>
        <p:xfrm>
          <a:off x="1445684" y="777696"/>
          <a:ext cx="9955458" cy="41763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13" name="think-cell Slide" r:id="rId7" imgW="493" imgH="493" progId="TCLayout.ActiveDocument.1">
                  <p:embed/>
                </p:oleObj>
              </mc:Choice>
              <mc:Fallback>
                <p:oleObj name="think-cell Slide" r:id="rId7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1DA13A8-6DA4-47C7-B4DE-D732269F14E7}"/>
              </a:ext>
            </a:extLst>
          </p:cNvPr>
          <p:cNvGrpSpPr/>
          <p:nvPr/>
        </p:nvGrpSpPr>
        <p:grpSpPr>
          <a:xfrm>
            <a:off x="10013093" y="6500977"/>
            <a:ext cx="1745541" cy="266802"/>
            <a:chOff x="1315" y="900011"/>
            <a:chExt cx="4941336" cy="580897"/>
          </a:xfrm>
          <a:noFill/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7FC07CF4-B475-4015-91A6-791330313103}"/>
                </a:ext>
              </a:extLst>
            </p:cNvPr>
            <p:cNvSpPr/>
            <p:nvPr/>
          </p:nvSpPr>
          <p:spPr>
            <a:xfrm>
              <a:off x="1315" y="900011"/>
              <a:ext cx="4941336" cy="580897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3" name="Rectangle: Rounded Corners 4">
              <a:extLst>
                <a:ext uri="{FF2B5EF4-FFF2-40B4-BE49-F238E27FC236}">
                  <a16:creationId xmlns:a16="http://schemas.microsoft.com/office/drawing/2014/main" id="{F9C03E66-3F1B-4CB1-9C8B-7A7BB625A9DD}"/>
                </a:ext>
              </a:extLst>
            </p:cNvPr>
            <p:cNvSpPr txBox="1"/>
            <p:nvPr/>
          </p:nvSpPr>
          <p:spPr>
            <a:xfrm>
              <a:off x="18329" y="917025"/>
              <a:ext cx="4907306" cy="54687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</a:rPr>
                <a:t>Tenure </a:t>
              </a:r>
              <a:r>
                <a:rPr lang="en-US" b="1" dirty="0">
                  <a:solidFill>
                    <a:schemeClr val="tx1"/>
                  </a:solidFill>
                </a:rPr>
                <a:t>90 to</a:t>
              </a:r>
              <a:r>
                <a:rPr lang="en-US" b="1" kern="1200" dirty="0">
                  <a:solidFill>
                    <a:schemeClr val="tx1"/>
                  </a:solidFill>
                </a:rPr>
                <a:t> 120</a:t>
              </a:r>
            </a:p>
          </p:txBody>
        </p:sp>
      </p:grpSp>
      <p:sp>
        <p:nvSpPr>
          <p:cNvPr id="64" name="Title 1">
            <a:extLst>
              <a:ext uri="{FF2B5EF4-FFF2-40B4-BE49-F238E27FC236}">
                <a16:creationId xmlns:a16="http://schemas.microsoft.com/office/drawing/2014/main" id="{2E064DFB-86AC-4101-8605-CCB40EE6B414}"/>
              </a:ext>
            </a:extLst>
          </p:cNvPr>
          <p:cNvSpPr txBox="1">
            <a:spLocks/>
          </p:cNvSpPr>
          <p:nvPr/>
        </p:nvSpPr>
        <p:spPr>
          <a:xfrm>
            <a:off x="392512" y="173038"/>
            <a:ext cx="11799488" cy="498598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Within Tenure 90 to 120 subscriber base, low Value segment comprises 41.8% of total base and contributes only 3.6% </a:t>
            </a:r>
          </a:p>
          <a:p>
            <a:r>
              <a:rPr lang="en-ZA" sz="1800" dirty="0">
                <a:latin typeface="+mn-lt"/>
              </a:rPr>
              <a:t>of total revenue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9A0A0C-BBBD-4BC1-A526-59E054C203D5}"/>
              </a:ext>
            </a:extLst>
          </p:cNvPr>
          <p:cNvGrpSpPr/>
          <p:nvPr/>
        </p:nvGrpSpPr>
        <p:grpSpPr>
          <a:xfrm>
            <a:off x="114102" y="1288636"/>
            <a:ext cx="11991951" cy="5030875"/>
            <a:chOff x="114102" y="1288636"/>
            <a:chExt cx="11991951" cy="474412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C685154-2A27-4A3F-AEBA-223DD7CB06BE}"/>
                </a:ext>
              </a:extLst>
            </p:cNvPr>
            <p:cNvSpPr txBox="1"/>
            <p:nvPr/>
          </p:nvSpPr>
          <p:spPr>
            <a:xfrm>
              <a:off x="430614" y="1482793"/>
              <a:ext cx="11675439" cy="4628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lang="en-US" sz="1400" dirty="0"/>
                <a:t>.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890455F6-E162-4200-9552-20E3E1F71600}"/>
                </a:ext>
              </a:extLst>
            </p:cNvPr>
            <p:cNvSpPr txBox="1"/>
            <p:nvPr/>
          </p:nvSpPr>
          <p:spPr>
            <a:xfrm>
              <a:off x="9765951" y="1502466"/>
              <a:ext cx="176893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2.1%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0.03 MN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E7AA76A-BBF5-44C9-9BAC-833BCF65A57F}"/>
                </a:ext>
              </a:extLst>
            </p:cNvPr>
            <p:cNvSpPr/>
            <p:nvPr/>
          </p:nvSpPr>
          <p:spPr>
            <a:xfrm>
              <a:off x="9687198" y="4602797"/>
              <a:ext cx="171422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48B8227-B61D-4212-B4F1-70BABF347BDE}"/>
                </a:ext>
              </a:extLst>
            </p:cNvPr>
            <p:cNvSpPr/>
            <p:nvPr/>
          </p:nvSpPr>
          <p:spPr>
            <a:xfrm>
              <a:off x="7089573" y="4602797"/>
              <a:ext cx="254263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4D1FC79-1F1E-43A0-98F4-25987AC66831}"/>
                </a:ext>
              </a:extLst>
            </p:cNvPr>
            <p:cNvSpPr/>
            <p:nvPr/>
          </p:nvSpPr>
          <p:spPr>
            <a:xfrm>
              <a:off x="3638947" y="4602797"/>
              <a:ext cx="3385747" cy="25159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C3CDC1D-5F01-4F71-9613-067BAB872C02}"/>
                </a:ext>
              </a:extLst>
            </p:cNvPr>
            <p:cNvSpPr/>
            <p:nvPr/>
          </p:nvSpPr>
          <p:spPr>
            <a:xfrm>
              <a:off x="1890243" y="4579727"/>
              <a:ext cx="1692714" cy="274666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C24ED2E-88C5-4E59-A567-AF77BB9235D7}"/>
                </a:ext>
              </a:extLst>
            </p:cNvPr>
            <p:cNvSpPr txBox="1"/>
            <p:nvPr/>
          </p:nvSpPr>
          <p:spPr>
            <a:xfrm>
              <a:off x="1898974" y="5581601"/>
              <a:ext cx="172898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10.9%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7.7 MN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2C2C09E-49D9-44E5-89CA-3A12A141CF20}"/>
                </a:ext>
              </a:extLst>
            </p:cNvPr>
            <p:cNvSpPr/>
            <p:nvPr/>
          </p:nvSpPr>
          <p:spPr>
            <a:xfrm>
              <a:off x="1890243" y="4586917"/>
              <a:ext cx="1737000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Low Value 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3B0E47BD-7F11-49EE-AFF2-1002B2EB79C1}"/>
                </a:ext>
              </a:extLst>
            </p:cNvPr>
            <p:cNvSpPr/>
            <p:nvPr/>
          </p:nvSpPr>
          <p:spPr>
            <a:xfrm>
              <a:off x="3638946" y="4580855"/>
              <a:ext cx="3376129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Medium Value </a:t>
              </a:r>
              <a:endParaRPr lang="en-US" sz="12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B4517F4B-7ACF-4AEA-B250-D3263AEF5F2B}"/>
                </a:ext>
              </a:extLst>
            </p:cNvPr>
            <p:cNvSpPr/>
            <p:nvPr/>
          </p:nvSpPr>
          <p:spPr>
            <a:xfrm>
              <a:off x="7087556" y="4586917"/>
              <a:ext cx="2544655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High Value </a:t>
              </a:r>
              <a:endParaRPr lang="en-US" sz="1200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5801F739-7C18-4081-BE48-8232C7F75B12}"/>
                </a:ext>
              </a:extLst>
            </p:cNvPr>
            <p:cNvSpPr/>
            <p:nvPr/>
          </p:nvSpPr>
          <p:spPr>
            <a:xfrm>
              <a:off x="9686916" y="4577393"/>
              <a:ext cx="1714226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Very High Value </a:t>
              </a:r>
              <a:endParaRPr 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031078F-225C-4B51-A697-4BDCA2AF362A}"/>
                </a:ext>
              </a:extLst>
            </p:cNvPr>
            <p:cNvSpPr txBox="1"/>
            <p:nvPr/>
          </p:nvSpPr>
          <p:spPr>
            <a:xfrm>
              <a:off x="1930190" y="1497920"/>
              <a:ext cx="1728982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64.3% of the base 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1.0 MN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AC6D4FA-1386-4DAF-A1DB-1E3BE2B8B891}"/>
                </a:ext>
              </a:extLst>
            </p:cNvPr>
            <p:cNvSpPr txBox="1"/>
            <p:nvPr/>
          </p:nvSpPr>
          <p:spPr>
            <a:xfrm>
              <a:off x="4023817" y="5591514"/>
              <a:ext cx="2606385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36.6%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26.0 MN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C728D43-6052-4B06-A544-D18A9896BD13}"/>
                </a:ext>
              </a:extLst>
            </p:cNvPr>
            <p:cNvSpPr txBox="1"/>
            <p:nvPr/>
          </p:nvSpPr>
          <p:spPr>
            <a:xfrm>
              <a:off x="4072167" y="1540584"/>
              <a:ext cx="2576494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26.5%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0.4 MN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E14A6B3-06C3-4445-BE72-CE544EE24370}"/>
                </a:ext>
              </a:extLst>
            </p:cNvPr>
            <p:cNvSpPr txBox="1"/>
            <p:nvPr/>
          </p:nvSpPr>
          <p:spPr>
            <a:xfrm>
              <a:off x="6683422" y="5591514"/>
              <a:ext cx="335292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28.6%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20.3 MN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78DBA6C-AEC4-4673-99C6-6E1D1B863CD9}"/>
                </a:ext>
              </a:extLst>
            </p:cNvPr>
            <p:cNvSpPr txBox="1"/>
            <p:nvPr/>
          </p:nvSpPr>
          <p:spPr>
            <a:xfrm>
              <a:off x="6739858" y="1509416"/>
              <a:ext cx="3254218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7.1% of the base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50000"/>
                    </a:schemeClr>
                  </a:solidFill>
                </a:rPr>
                <a:t>0.1 MN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4ADEEB2-34FB-43E7-9791-A1651DB3AA66}"/>
                </a:ext>
              </a:extLst>
            </p:cNvPr>
            <p:cNvSpPr txBox="1"/>
            <p:nvPr/>
          </p:nvSpPr>
          <p:spPr>
            <a:xfrm>
              <a:off x="9655601" y="5581601"/>
              <a:ext cx="1745541" cy="4353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23.8% of the revenue</a:t>
              </a:r>
            </a:p>
            <a:p>
              <a:pPr algn="ctr"/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  <a:cs typeface="Univers for KPMG"/>
                </a:rPr>
                <a:t>16.9 MN</a:t>
              </a:r>
            </a:p>
          </p:txBody>
        </p:sp>
        <p:sp>
          <p:nvSpPr>
            <p:cNvPr id="61" name="Arrow: Right 60">
              <a:extLst>
                <a:ext uri="{FF2B5EF4-FFF2-40B4-BE49-F238E27FC236}">
                  <a16:creationId xmlns:a16="http://schemas.microsoft.com/office/drawing/2014/main" id="{A1818AE5-7A13-427B-8799-1CA2C4939D5B}"/>
                </a:ext>
              </a:extLst>
            </p:cNvPr>
            <p:cNvSpPr/>
            <p:nvPr/>
          </p:nvSpPr>
          <p:spPr>
            <a:xfrm>
              <a:off x="118848" y="1288636"/>
              <a:ext cx="1483557" cy="621209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Total Base</a:t>
              </a:r>
            </a:p>
            <a:p>
              <a:pPr algn="ctr"/>
              <a:r>
                <a:rPr lang="en-US" sz="1400" b="1" dirty="0">
                  <a:solidFill>
                    <a:schemeClr val="tx1"/>
                  </a:solidFill>
                </a:rPr>
                <a:t>1.5 MN</a:t>
              </a:r>
            </a:p>
          </p:txBody>
        </p:sp>
        <p:sp>
          <p:nvSpPr>
            <p:cNvPr id="62" name="Arrow: Right 61">
              <a:extLst>
                <a:ext uri="{FF2B5EF4-FFF2-40B4-BE49-F238E27FC236}">
                  <a16:creationId xmlns:a16="http://schemas.microsoft.com/office/drawing/2014/main" id="{36BFE591-3F8B-41FD-8BAC-7256D9627132}"/>
                </a:ext>
              </a:extLst>
            </p:cNvPr>
            <p:cNvSpPr/>
            <p:nvPr/>
          </p:nvSpPr>
          <p:spPr>
            <a:xfrm>
              <a:off x="114102" y="5464968"/>
              <a:ext cx="1479730" cy="567791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Total Revenue 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71.1 MN</a:t>
              </a:r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739D73CB-F1B7-4806-B4EA-0924B7491EE4}"/>
                </a:ext>
              </a:extLst>
            </p:cNvPr>
            <p:cNvSpPr/>
            <p:nvPr/>
          </p:nvSpPr>
          <p:spPr>
            <a:xfrm>
              <a:off x="125578" y="4191673"/>
              <a:ext cx="1432802" cy="349262"/>
            </a:xfrm>
            <a:prstGeom prst="rightArrow">
              <a:avLst>
                <a:gd name="adj1" fmla="val 65448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ARPU slabs (ZAR)</a:t>
              </a:r>
            </a:p>
          </p:txBody>
        </p:sp>
        <p:sp>
          <p:nvSpPr>
            <p:cNvPr id="30" name="Arrow: Right 29">
              <a:extLst>
                <a:ext uri="{FF2B5EF4-FFF2-40B4-BE49-F238E27FC236}">
                  <a16:creationId xmlns:a16="http://schemas.microsoft.com/office/drawing/2014/main" id="{7FBC556A-46FC-4DC0-87C3-24257F61C7D6}"/>
                </a:ext>
              </a:extLst>
            </p:cNvPr>
            <p:cNvSpPr/>
            <p:nvPr/>
          </p:nvSpPr>
          <p:spPr>
            <a:xfrm>
              <a:off x="118847" y="4582890"/>
              <a:ext cx="1446263" cy="271502"/>
            </a:xfrm>
            <a:prstGeom prst="rightArrow">
              <a:avLst>
                <a:gd name="adj1" fmla="val 84812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Value Segment</a:t>
              </a:r>
            </a:p>
          </p:txBody>
        </p:sp>
        <p:sp>
          <p:nvSpPr>
            <p:cNvPr id="37" name="Double Brace 36">
              <a:extLst>
                <a:ext uri="{FF2B5EF4-FFF2-40B4-BE49-F238E27FC236}">
                  <a16:creationId xmlns:a16="http://schemas.microsoft.com/office/drawing/2014/main" id="{2CB18A59-BB6F-4BFB-8301-E2DA99E0085E}"/>
                </a:ext>
              </a:extLst>
            </p:cNvPr>
            <p:cNvSpPr/>
            <p:nvPr/>
          </p:nvSpPr>
          <p:spPr>
            <a:xfrm rot="5400000">
              <a:off x="1045632" y="2923152"/>
              <a:ext cx="3458150" cy="1768930"/>
            </a:xfrm>
            <a:prstGeom prst="bracePair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8" name="Double Brace 37">
              <a:extLst>
                <a:ext uri="{FF2B5EF4-FFF2-40B4-BE49-F238E27FC236}">
                  <a16:creationId xmlns:a16="http://schemas.microsoft.com/office/drawing/2014/main" id="{18D04BE4-CADD-496B-8490-DA789DFF70D3}"/>
                </a:ext>
              </a:extLst>
            </p:cNvPr>
            <p:cNvSpPr/>
            <p:nvPr/>
          </p:nvSpPr>
          <p:spPr>
            <a:xfrm rot="5400000">
              <a:off x="3629334" y="2131156"/>
              <a:ext cx="3458148" cy="3352921"/>
            </a:xfrm>
            <a:prstGeom prst="bracePair">
              <a:avLst>
                <a:gd name="adj" fmla="val 3651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39" name="Double Brace 38">
              <a:extLst>
                <a:ext uri="{FF2B5EF4-FFF2-40B4-BE49-F238E27FC236}">
                  <a16:creationId xmlns:a16="http://schemas.microsoft.com/office/drawing/2014/main" id="{6AD8D9D4-4DCF-403F-B449-F962E6E1BF50}"/>
                </a:ext>
              </a:extLst>
            </p:cNvPr>
            <p:cNvSpPr/>
            <p:nvPr/>
          </p:nvSpPr>
          <p:spPr>
            <a:xfrm rot="5400000">
              <a:off x="6632108" y="2481884"/>
              <a:ext cx="3469717" cy="2639897"/>
            </a:xfrm>
            <a:prstGeom prst="bracePair">
              <a:avLst>
                <a:gd name="adj" fmla="val 4236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40" name="Double Brace 39">
              <a:extLst>
                <a:ext uri="{FF2B5EF4-FFF2-40B4-BE49-F238E27FC236}">
                  <a16:creationId xmlns:a16="http://schemas.microsoft.com/office/drawing/2014/main" id="{F5820D12-DB27-4851-B052-CFD4ADC5B9A8}"/>
                </a:ext>
              </a:extLst>
            </p:cNvPr>
            <p:cNvSpPr/>
            <p:nvPr/>
          </p:nvSpPr>
          <p:spPr>
            <a:xfrm rot="5400000">
              <a:off x="8781635" y="2917183"/>
              <a:ext cx="3534439" cy="1704574"/>
            </a:xfrm>
            <a:prstGeom prst="bracePair">
              <a:avLst>
                <a:gd name="adj" fmla="val 8148"/>
              </a:avLst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8F32C1-FF08-4F3F-BC63-C3559AD3AB49}"/>
                </a:ext>
              </a:extLst>
            </p:cNvPr>
            <p:cNvCxnSpPr/>
            <p:nvPr/>
          </p:nvCxnSpPr>
          <p:spPr>
            <a:xfrm>
              <a:off x="3636852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4625ADCD-8E5C-4DF9-A08A-571E7A4FF068}"/>
                </a:ext>
              </a:extLst>
            </p:cNvPr>
            <p:cNvCxnSpPr/>
            <p:nvPr/>
          </p:nvCxnSpPr>
          <p:spPr>
            <a:xfrm>
              <a:off x="7058677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3A20E8AB-E47F-428F-8B41-B8DADFF71F6A}"/>
                </a:ext>
              </a:extLst>
            </p:cNvPr>
            <p:cNvCxnSpPr/>
            <p:nvPr/>
          </p:nvCxnSpPr>
          <p:spPr>
            <a:xfrm>
              <a:off x="9660359" y="2347835"/>
              <a:ext cx="0" cy="280035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52D685EC-A855-4E98-8AEA-B83B85E7635D}"/>
                </a:ext>
              </a:extLst>
            </p:cNvPr>
            <p:cNvSpPr/>
            <p:nvPr/>
          </p:nvSpPr>
          <p:spPr>
            <a:xfrm>
              <a:off x="114102" y="4845121"/>
              <a:ext cx="1432802" cy="545107"/>
            </a:xfrm>
            <a:prstGeom prst="rightArrow">
              <a:avLst>
                <a:gd name="adj1" fmla="val 65448"/>
                <a:gd name="adj2" fmla="val 50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ARPU range (ZAR)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1089CAA0-5AC6-4416-A0F7-69FBC4DB793D}"/>
                </a:ext>
              </a:extLst>
            </p:cNvPr>
            <p:cNvSpPr/>
            <p:nvPr/>
          </p:nvSpPr>
          <p:spPr>
            <a:xfrm>
              <a:off x="1888147" y="4921170"/>
              <a:ext cx="1694809" cy="2612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0 - 30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85D9ED1-4C17-4D1E-B489-EC29CA25F400}"/>
                </a:ext>
              </a:extLst>
            </p:cNvPr>
            <p:cNvSpPr/>
            <p:nvPr/>
          </p:nvSpPr>
          <p:spPr>
            <a:xfrm>
              <a:off x="3659628" y="4921170"/>
              <a:ext cx="3352922" cy="26121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30 - 125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E0200B4-CF3C-4156-A63E-514FB502BFD0}"/>
                </a:ext>
              </a:extLst>
            </p:cNvPr>
            <p:cNvSpPr/>
            <p:nvPr/>
          </p:nvSpPr>
          <p:spPr>
            <a:xfrm>
              <a:off x="7099645" y="4921170"/>
              <a:ext cx="2532565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125 - 300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F5B0E4A-BE90-4F47-BC8E-E08A32C20EC5}"/>
                </a:ext>
              </a:extLst>
            </p:cNvPr>
            <p:cNvSpPr/>
            <p:nvPr/>
          </p:nvSpPr>
          <p:spPr>
            <a:xfrm>
              <a:off x="9701327" y="4900176"/>
              <a:ext cx="1699816" cy="27699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b="1" dirty="0"/>
                <a:t>GT 300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962046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04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1D217EE-0978-49FF-938F-CBA9420506F6}"/>
              </a:ext>
            </a:extLst>
          </p:cNvPr>
          <p:cNvSpPr txBox="1">
            <a:spLocks/>
          </p:cNvSpPr>
          <p:nvPr/>
        </p:nvSpPr>
        <p:spPr>
          <a:xfrm>
            <a:off x="392512" y="209956"/>
            <a:ext cx="11799488" cy="249299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Across all value segments –Medium segment has highest value loss with 42.1% amounting to ZAR 16.81 MN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F4D33E6-69F2-4E42-81DD-52AEB7A50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8273329"/>
              </p:ext>
            </p:extLst>
          </p:nvPr>
        </p:nvGraphicFramePr>
        <p:xfrm>
          <a:off x="106018" y="1886296"/>
          <a:ext cx="3902947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3A9EE4C8-FABE-493F-8715-74039CB6CA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1183285"/>
              </p:ext>
            </p:extLst>
          </p:nvPr>
        </p:nvGraphicFramePr>
        <p:xfrm>
          <a:off x="3446605" y="1916682"/>
          <a:ext cx="3568058" cy="3851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D724AE45-53A3-474C-82B5-8D78CBE62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756012"/>
              </p:ext>
            </p:extLst>
          </p:nvPr>
        </p:nvGraphicFramePr>
        <p:xfrm>
          <a:off x="8135378" y="1938754"/>
          <a:ext cx="3568058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98F1D609-42CD-466A-B641-F84D3D352684}"/>
              </a:ext>
            </a:extLst>
          </p:cNvPr>
          <p:cNvSpPr/>
          <p:nvPr/>
        </p:nvSpPr>
        <p:spPr bwMode="auto">
          <a:xfrm>
            <a:off x="687957" y="1654641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Subscriber Base (MN)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A35E5B-A5DC-407F-9805-1093F27CFC58}"/>
              </a:ext>
            </a:extLst>
          </p:cNvPr>
          <p:cNvSpPr/>
          <p:nvPr/>
        </p:nvSpPr>
        <p:spPr bwMode="auto">
          <a:xfrm>
            <a:off x="3462043" y="1654912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Revenue (MN)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E3A3A0-8821-4533-B846-C1408251ECB0}"/>
              </a:ext>
            </a:extLst>
          </p:cNvPr>
          <p:cNvSpPr/>
          <p:nvPr/>
        </p:nvSpPr>
        <p:spPr bwMode="auto">
          <a:xfrm>
            <a:off x="9238465" y="1660418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Value Loss (MN)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E5F7DE-27DA-44C3-9B0D-6434A5E07C27}"/>
              </a:ext>
            </a:extLst>
          </p:cNvPr>
          <p:cNvSpPr/>
          <p:nvPr/>
        </p:nvSpPr>
        <p:spPr>
          <a:xfrm>
            <a:off x="11205559" y="2941879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19.4%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4E21208-ABC8-4574-B675-FD7489C8A824}"/>
              </a:ext>
            </a:extLst>
          </p:cNvPr>
          <p:cNvSpPr/>
          <p:nvPr/>
        </p:nvSpPr>
        <p:spPr>
          <a:xfrm>
            <a:off x="11249388" y="3653916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42.1%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F7C033B-7CA4-4AEB-A597-FE819B00370D}"/>
              </a:ext>
            </a:extLst>
          </p:cNvPr>
          <p:cNvSpPr/>
          <p:nvPr/>
        </p:nvSpPr>
        <p:spPr>
          <a:xfrm>
            <a:off x="11249388" y="4365952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22.9%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CC6305-D1B6-418C-A765-479D61FB98C1}"/>
              </a:ext>
            </a:extLst>
          </p:cNvPr>
          <p:cNvSpPr/>
          <p:nvPr/>
        </p:nvSpPr>
        <p:spPr>
          <a:xfrm>
            <a:off x="11268412" y="5077988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15.6%</a:t>
            </a:r>
          </a:p>
        </p:txBody>
      </p:sp>
      <p:sp>
        <p:nvSpPr>
          <p:cNvPr id="37" name="Text Placeholder 64">
            <a:extLst>
              <a:ext uri="{FF2B5EF4-FFF2-40B4-BE49-F238E27FC236}">
                <a16:creationId xmlns:a16="http://schemas.microsoft.com/office/drawing/2014/main" id="{F5E0D548-EE6A-4CA3-9FFC-AE19E9A1D7D3}"/>
              </a:ext>
            </a:extLst>
          </p:cNvPr>
          <p:cNvSpPr txBox="1">
            <a:spLocks/>
          </p:cNvSpPr>
          <p:nvPr/>
        </p:nvSpPr>
        <p:spPr>
          <a:xfrm>
            <a:off x="1364357" y="5839613"/>
            <a:ext cx="9365635" cy="86938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dirty="0">
                <a:solidFill>
                  <a:schemeClr val="tx1"/>
                </a:solidFill>
              </a:rPr>
              <a:t>Since Medium Value segment (ARPU 30 – 125) has highest value loss % we will be building a DOLA prediction model for medium value Subscriber base.</a:t>
            </a: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8D24BAB8-E37F-4AB0-9548-AEC121F83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551756"/>
              </p:ext>
            </p:extLst>
          </p:nvPr>
        </p:nvGraphicFramePr>
        <p:xfrm>
          <a:off x="5417564" y="1814316"/>
          <a:ext cx="3568058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A6DF5BA0-D0B3-4493-88BE-57D8CE2A5FA1}"/>
              </a:ext>
            </a:extLst>
          </p:cNvPr>
          <p:cNvSpPr/>
          <p:nvPr/>
        </p:nvSpPr>
        <p:spPr bwMode="auto">
          <a:xfrm>
            <a:off x="6391560" y="1654641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Churn %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F123F1B-91F0-4C0A-86EE-859C204173F7}"/>
              </a:ext>
            </a:extLst>
          </p:cNvPr>
          <p:cNvGrpSpPr/>
          <p:nvPr/>
        </p:nvGrpSpPr>
        <p:grpSpPr>
          <a:xfrm>
            <a:off x="106018" y="1886295"/>
            <a:ext cx="11468997" cy="1054835"/>
            <a:chOff x="-682681" y="1866987"/>
            <a:chExt cx="11544900" cy="2498675"/>
          </a:xfrm>
        </p:grpSpPr>
        <p:graphicFrame>
          <p:nvGraphicFramePr>
            <p:cNvPr id="46" name="Chart 45">
              <a:extLst>
                <a:ext uri="{FF2B5EF4-FFF2-40B4-BE49-F238E27FC236}">
                  <a16:creationId xmlns:a16="http://schemas.microsoft.com/office/drawing/2014/main" id="{40FCF4F3-FE62-4538-9BFB-A82F76EFA15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40840347"/>
                </p:ext>
              </p:extLst>
            </p:nvPr>
          </p:nvGraphicFramePr>
          <p:xfrm>
            <a:off x="-682681" y="1938967"/>
            <a:ext cx="3902947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47" name="Chart 46">
              <a:extLst>
                <a:ext uri="{FF2B5EF4-FFF2-40B4-BE49-F238E27FC236}">
                  <a16:creationId xmlns:a16="http://schemas.microsoft.com/office/drawing/2014/main" id="{A02DBE5F-41C2-44DB-86C5-BCA0B211D67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900769652"/>
                </p:ext>
              </p:extLst>
            </p:nvPr>
          </p:nvGraphicFramePr>
          <p:xfrm>
            <a:off x="2680014" y="1866987"/>
            <a:ext cx="3568058" cy="242669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graphicFrame>
          <p:nvGraphicFramePr>
            <p:cNvPr id="48" name="Chart 47">
              <a:extLst>
                <a:ext uri="{FF2B5EF4-FFF2-40B4-BE49-F238E27FC236}">
                  <a16:creationId xmlns:a16="http://schemas.microsoft.com/office/drawing/2014/main" id="{7E75AA3A-3CF5-4EF2-A1C4-7E6D08ABFF2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594285037"/>
                </p:ext>
              </p:extLst>
            </p:nvPr>
          </p:nvGraphicFramePr>
          <p:xfrm>
            <a:off x="7481383" y="1879067"/>
            <a:ext cx="3380836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graphicFrame>
          <p:nvGraphicFramePr>
            <p:cNvPr id="49" name="Chart 48">
              <a:extLst>
                <a:ext uri="{FF2B5EF4-FFF2-40B4-BE49-F238E27FC236}">
                  <a16:creationId xmlns:a16="http://schemas.microsoft.com/office/drawing/2014/main" id="{659E769D-0F2B-4F14-8B31-2A3758C9E32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60571452"/>
                </p:ext>
              </p:extLst>
            </p:nvPr>
          </p:nvGraphicFramePr>
          <p:xfrm>
            <a:off x="4628865" y="1866987"/>
            <a:ext cx="3568058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F68B3253-D45C-4A51-90DC-10E3EFC2167A}"/>
              </a:ext>
            </a:extLst>
          </p:cNvPr>
          <p:cNvSpPr/>
          <p:nvPr/>
        </p:nvSpPr>
        <p:spPr>
          <a:xfrm>
            <a:off x="106018" y="3524562"/>
            <a:ext cx="11882315" cy="589248"/>
          </a:xfrm>
          <a:prstGeom prst="rect">
            <a:avLst/>
          </a:prstGeom>
          <a:noFill/>
          <a:ln w="317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CBF6C39-24A6-4AA2-A3B9-3E950DAB57AB}"/>
              </a:ext>
            </a:extLst>
          </p:cNvPr>
          <p:cNvGrpSpPr/>
          <p:nvPr/>
        </p:nvGrpSpPr>
        <p:grpSpPr>
          <a:xfrm>
            <a:off x="10257183" y="6500977"/>
            <a:ext cx="1501451" cy="251595"/>
            <a:chOff x="1315" y="900011"/>
            <a:chExt cx="4941336" cy="580897"/>
          </a:xfrm>
          <a:noFill/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7DC477F2-4E0D-46E6-B53A-83EC04B75061}"/>
                </a:ext>
              </a:extLst>
            </p:cNvPr>
            <p:cNvSpPr/>
            <p:nvPr/>
          </p:nvSpPr>
          <p:spPr>
            <a:xfrm>
              <a:off x="1315" y="900011"/>
              <a:ext cx="4941336" cy="580897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6" name="Rectangle: Rounded Corners 4">
              <a:extLst>
                <a:ext uri="{FF2B5EF4-FFF2-40B4-BE49-F238E27FC236}">
                  <a16:creationId xmlns:a16="http://schemas.microsoft.com/office/drawing/2014/main" id="{F84B085C-45C0-42C4-BAC9-57C17E913F73}"/>
                </a:ext>
              </a:extLst>
            </p:cNvPr>
            <p:cNvSpPr txBox="1"/>
            <p:nvPr/>
          </p:nvSpPr>
          <p:spPr>
            <a:xfrm>
              <a:off x="18329" y="917025"/>
              <a:ext cx="4907306" cy="54687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</a:rPr>
                <a:t>Tenure &gt;= 90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8809465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1D217EE-0978-49FF-938F-CBA9420506F6}"/>
              </a:ext>
            </a:extLst>
          </p:cNvPr>
          <p:cNvSpPr txBox="1">
            <a:spLocks/>
          </p:cNvSpPr>
          <p:nvPr/>
        </p:nvSpPr>
        <p:spPr>
          <a:xfrm>
            <a:off x="392512" y="209956"/>
            <a:ext cx="11799488" cy="249299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Across all value segments –Medium segment has highest value loss with 41.6% amounting to ZAR 14.42 MN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F4D33E6-69F2-4E42-81DD-52AEB7A50FFE}"/>
              </a:ext>
            </a:extLst>
          </p:cNvPr>
          <p:cNvGraphicFramePr/>
          <p:nvPr/>
        </p:nvGraphicFramePr>
        <p:xfrm>
          <a:off x="106018" y="1886296"/>
          <a:ext cx="3902947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3A9EE4C8-FABE-493F-8715-74039CB6CAA2}"/>
              </a:ext>
            </a:extLst>
          </p:cNvPr>
          <p:cNvGraphicFramePr/>
          <p:nvPr/>
        </p:nvGraphicFramePr>
        <p:xfrm>
          <a:off x="3446605" y="1916682"/>
          <a:ext cx="3568058" cy="3851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D724AE45-53A3-474C-82B5-8D78CBE627E9}"/>
              </a:ext>
            </a:extLst>
          </p:cNvPr>
          <p:cNvGraphicFramePr/>
          <p:nvPr/>
        </p:nvGraphicFramePr>
        <p:xfrm>
          <a:off x="8135378" y="1938754"/>
          <a:ext cx="3568058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98F1D609-42CD-466A-B641-F84D3D352684}"/>
              </a:ext>
            </a:extLst>
          </p:cNvPr>
          <p:cNvSpPr/>
          <p:nvPr/>
        </p:nvSpPr>
        <p:spPr bwMode="auto">
          <a:xfrm>
            <a:off x="687957" y="1654641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Subscriber Base (MN)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A35E5B-A5DC-407F-9805-1093F27CFC58}"/>
              </a:ext>
            </a:extLst>
          </p:cNvPr>
          <p:cNvSpPr/>
          <p:nvPr/>
        </p:nvSpPr>
        <p:spPr bwMode="auto">
          <a:xfrm>
            <a:off x="3462043" y="1654912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Revenue (MN)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E3A3A0-8821-4533-B846-C1408251ECB0}"/>
              </a:ext>
            </a:extLst>
          </p:cNvPr>
          <p:cNvSpPr/>
          <p:nvPr/>
        </p:nvSpPr>
        <p:spPr bwMode="auto">
          <a:xfrm>
            <a:off x="9238465" y="1660418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Value Loss (MN)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E5F7DE-27DA-44C3-9B0D-6434A5E07C27}"/>
              </a:ext>
            </a:extLst>
          </p:cNvPr>
          <p:cNvSpPr/>
          <p:nvPr/>
        </p:nvSpPr>
        <p:spPr>
          <a:xfrm>
            <a:off x="11205559" y="2941879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19.7%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4E21208-ABC8-4574-B675-FD7489C8A824}"/>
              </a:ext>
            </a:extLst>
          </p:cNvPr>
          <p:cNvSpPr/>
          <p:nvPr/>
        </p:nvSpPr>
        <p:spPr>
          <a:xfrm>
            <a:off x="11249388" y="3653916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41.6%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F7C033B-7CA4-4AEB-A597-FE819B00370D}"/>
              </a:ext>
            </a:extLst>
          </p:cNvPr>
          <p:cNvSpPr/>
          <p:nvPr/>
        </p:nvSpPr>
        <p:spPr>
          <a:xfrm>
            <a:off x="11249388" y="4365952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22.9%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CC6305-D1B6-418C-A765-479D61FB98C1}"/>
              </a:ext>
            </a:extLst>
          </p:cNvPr>
          <p:cNvSpPr/>
          <p:nvPr/>
        </p:nvSpPr>
        <p:spPr>
          <a:xfrm>
            <a:off x="11268412" y="5077988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15.8%</a:t>
            </a:r>
          </a:p>
        </p:txBody>
      </p:sp>
      <p:sp>
        <p:nvSpPr>
          <p:cNvPr id="37" name="Text Placeholder 64">
            <a:extLst>
              <a:ext uri="{FF2B5EF4-FFF2-40B4-BE49-F238E27FC236}">
                <a16:creationId xmlns:a16="http://schemas.microsoft.com/office/drawing/2014/main" id="{F5E0D548-EE6A-4CA3-9FFC-AE19E9A1D7D3}"/>
              </a:ext>
            </a:extLst>
          </p:cNvPr>
          <p:cNvSpPr txBox="1">
            <a:spLocks/>
          </p:cNvSpPr>
          <p:nvPr/>
        </p:nvSpPr>
        <p:spPr>
          <a:xfrm>
            <a:off x="1364357" y="5818347"/>
            <a:ext cx="9365635" cy="86938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dirty="0">
                <a:solidFill>
                  <a:schemeClr val="tx1"/>
                </a:solidFill>
              </a:rPr>
              <a:t>Since Medium Value segment (ARPU 30 – 125) has highest value loss % we will be building a DOLA prediction model for medium value Subscriber base.</a:t>
            </a: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8D24BAB8-E37F-4AB0-9548-AEC121F8347B}"/>
              </a:ext>
            </a:extLst>
          </p:cNvPr>
          <p:cNvGraphicFramePr/>
          <p:nvPr/>
        </p:nvGraphicFramePr>
        <p:xfrm>
          <a:off x="5417564" y="1814316"/>
          <a:ext cx="3568058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A6DF5BA0-D0B3-4493-88BE-57D8CE2A5FA1}"/>
              </a:ext>
            </a:extLst>
          </p:cNvPr>
          <p:cNvSpPr/>
          <p:nvPr/>
        </p:nvSpPr>
        <p:spPr bwMode="auto">
          <a:xfrm>
            <a:off x="6391560" y="1654641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Churn %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F123F1B-91F0-4C0A-86EE-859C204173F7}"/>
              </a:ext>
            </a:extLst>
          </p:cNvPr>
          <p:cNvGrpSpPr/>
          <p:nvPr/>
        </p:nvGrpSpPr>
        <p:grpSpPr>
          <a:xfrm>
            <a:off x="106018" y="1886295"/>
            <a:ext cx="11492693" cy="1054835"/>
            <a:chOff x="-682681" y="1866987"/>
            <a:chExt cx="11568753" cy="2498675"/>
          </a:xfrm>
        </p:grpSpPr>
        <p:graphicFrame>
          <p:nvGraphicFramePr>
            <p:cNvPr id="46" name="Chart 45">
              <a:extLst>
                <a:ext uri="{FF2B5EF4-FFF2-40B4-BE49-F238E27FC236}">
                  <a16:creationId xmlns:a16="http://schemas.microsoft.com/office/drawing/2014/main" id="{40FCF4F3-FE62-4538-9BFB-A82F76EFA15F}"/>
                </a:ext>
              </a:extLst>
            </p:cNvPr>
            <p:cNvGraphicFramePr/>
            <p:nvPr/>
          </p:nvGraphicFramePr>
          <p:xfrm>
            <a:off x="-682681" y="1938967"/>
            <a:ext cx="3902947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47" name="Chart 46">
              <a:extLst>
                <a:ext uri="{FF2B5EF4-FFF2-40B4-BE49-F238E27FC236}">
                  <a16:creationId xmlns:a16="http://schemas.microsoft.com/office/drawing/2014/main" id="{A02DBE5F-41C2-44DB-86C5-BCA0B211D674}"/>
                </a:ext>
              </a:extLst>
            </p:cNvPr>
            <p:cNvGraphicFramePr/>
            <p:nvPr/>
          </p:nvGraphicFramePr>
          <p:xfrm>
            <a:off x="2680014" y="1866987"/>
            <a:ext cx="3568058" cy="242669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graphicFrame>
          <p:nvGraphicFramePr>
            <p:cNvPr id="48" name="Chart 47">
              <a:extLst>
                <a:ext uri="{FF2B5EF4-FFF2-40B4-BE49-F238E27FC236}">
                  <a16:creationId xmlns:a16="http://schemas.microsoft.com/office/drawing/2014/main" id="{7E75AA3A-3CF5-4EF2-A1C4-7E6D08ABFF2F}"/>
                </a:ext>
              </a:extLst>
            </p:cNvPr>
            <p:cNvGraphicFramePr/>
            <p:nvPr/>
          </p:nvGraphicFramePr>
          <p:xfrm>
            <a:off x="7505236" y="1875098"/>
            <a:ext cx="3380836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graphicFrame>
          <p:nvGraphicFramePr>
            <p:cNvPr id="49" name="Chart 48">
              <a:extLst>
                <a:ext uri="{FF2B5EF4-FFF2-40B4-BE49-F238E27FC236}">
                  <a16:creationId xmlns:a16="http://schemas.microsoft.com/office/drawing/2014/main" id="{659E769D-0F2B-4F14-8B31-2A3758C9E32C}"/>
                </a:ext>
              </a:extLst>
            </p:cNvPr>
            <p:cNvGraphicFramePr/>
            <p:nvPr/>
          </p:nvGraphicFramePr>
          <p:xfrm>
            <a:off x="4793101" y="1917977"/>
            <a:ext cx="3060742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F68B3253-D45C-4A51-90DC-10E3EFC2167A}"/>
              </a:ext>
            </a:extLst>
          </p:cNvPr>
          <p:cNvSpPr/>
          <p:nvPr/>
        </p:nvSpPr>
        <p:spPr>
          <a:xfrm>
            <a:off x="106018" y="3524562"/>
            <a:ext cx="11882315" cy="589248"/>
          </a:xfrm>
          <a:prstGeom prst="rect">
            <a:avLst/>
          </a:prstGeom>
          <a:noFill/>
          <a:ln w="317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4">
            <a:extLst>
              <a:ext uri="{FF2B5EF4-FFF2-40B4-BE49-F238E27FC236}">
                <a16:creationId xmlns:a16="http://schemas.microsoft.com/office/drawing/2014/main" id="{8038705F-FD4B-4529-BB86-A47F9EB2708B}"/>
              </a:ext>
            </a:extLst>
          </p:cNvPr>
          <p:cNvSpPr txBox="1"/>
          <p:nvPr/>
        </p:nvSpPr>
        <p:spPr>
          <a:xfrm>
            <a:off x="10262353" y="6462626"/>
            <a:ext cx="1491111" cy="23685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6670" tIns="17780" rIns="26670" bIns="17780" numCol="1" spcCol="1270" anchor="ctr" anchorCtr="0">
            <a:noAutofit/>
          </a:bodyPr>
          <a:lstStyle/>
          <a:p>
            <a:pPr marL="0" lvl="0" indent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b="1" kern="1200" dirty="0">
                <a:solidFill>
                  <a:schemeClr val="tx1"/>
                </a:solidFill>
              </a:rPr>
              <a:t>Tenure &gt;= 120</a:t>
            </a:r>
          </a:p>
        </p:txBody>
      </p:sp>
    </p:spTree>
    <p:extLst>
      <p:ext uri="{BB962C8B-B14F-4D97-AF65-F5344CB8AC3E}">
        <p14:creationId xmlns:p14="http://schemas.microsoft.com/office/powerpoint/2010/main" val="258380955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728" name="think-cell Slide" r:id="rId6" imgW="493" imgH="493" progId="TCLayout.ActiveDocument.1">
                  <p:embed/>
                </p:oleObj>
              </mc:Choice>
              <mc:Fallback>
                <p:oleObj name="think-cell Slide" r:id="rId6" imgW="493" imgH="493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>
            <p:custDataLst>
              <p:tags r:id="rId3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chemeClr val="accent3"/>
          </a:solidFill>
          <a:ln w="19050" algn="ctr">
            <a:noFill/>
            <a:miter lim="800000"/>
            <a:headEnd/>
            <a:tailEnd/>
          </a:ln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Font typeface="Wingdings 2" pitchFamily="18" charset="2"/>
              <a:buNone/>
            </a:pPr>
            <a:endParaRPr lang="en-ZA" sz="240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 panose="020B0606030504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1D217EE-0978-49FF-938F-CBA9420506F6}"/>
              </a:ext>
            </a:extLst>
          </p:cNvPr>
          <p:cNvSpPr txBox="1">
            <a:spLocks/>
          </p:cNvSpPr>
          <p:nvPr/>
        </p:nvSpPr>
        <p:spPr>
          <a:xfrm>
            <a:off x="392512" y="209956"/>
            <a:ext cx="11799488" cy="249299"/>
          </a:xfrm>
          <a:prstGeom prst="rect">
            <a:avLst/>
          </a:prstGeom>
        </p:spPr>
        <p:txBody>
          <a:bodyPr vert="horz" wrap="square" lIns="0" tIns="0" rIns="0" bIns="0" numCol="1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5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sz="1800" dirty="0">
                <a:latin typeface="+mn-lt"/>
              </a:rPr>
              <a:t>Across all value segments –Medium segment has highest value loss with 45.7% amounting to ZAR 2.37 MN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4F4D33E6-69F2-4E42-81DD-52AEB7A50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4963966"/>
              </p:ext>
            </p:extLst>
          </p:nvPr>
        </p:nvGraphicFramePr>
        <p:xfrm>
          <a:off x="106018" y="1886296"/>
          <a:ext cx="3902947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7" name="Chart 26">
            <a:extLst>
              <a:ext uri="{FF2B5EF4-FFF2-40B4-BE49-F238E27FC236}">
                <a16:creationId xmlns:a16="http://schemas.microsoft.com/office/drawing/2014/main" id="{3A9EE4C8-FABE-493F-8715-74039CB6CA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4399304"/>
              </p:ext>
            </p:extLst>
          </p:nvPr>
        </p:nvGraphicFramePr>
        <p:xfrm>
          <a:off x="3446605" y="1916682"/>
          <a:ext cx="3568058" cy="38512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8" name="Chart 27">
            <a:extLst>
              <a:ext uri="{FF2B5EF4-FFF2-40B4-BE49-F238E27FC236}">
                <a16:creationId xmlns:a16="http://schemas.microsoft.com/office/drawing/2014/main" id="{D724AE45-53A3-474C-82B5-8D78CBE62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744436"/>
              </p:ext>
            </p:extLst>
          </p:nvPr>
        </p:nvGraphicFramePr>
        <p:xfrm>
          <a:off x="8135378" y="1938754"/>
          <a:ext cx="3568058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29" name="Rectangle 28">
            <a:extLst>
              <a:ext uri="{FF2B5EF4-FFF2-40B4-BE49-F238E27FC236}">
                <a16:creationId xmlns:a16="http://schemas.microsoft.com/office/drawing/2014/main" id="{98F1D609-42CD-466A-B641-F84D3D352684}"/>
              </a:ext>
            </a:extLst>
          </p:cNvPr>
          <p:cNvSpPr/>
          <p:nvPr/>
        </p:nvSpPr>
        <p:spPr bwMode="auto">
          <a:xfrm>
            <a:off x="687957" y="1654641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Subscriber Base (MN)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A35E5B-A5DC-407F-9805-1093F27CFC58}"/>
              </a:ext>
            </a:extLst>
          </p:cNvPr>
          <p:cNvSpPr/>
          <p:nvPr/>
        </p:nvSpPr>
        <p:spPr bwMode="auto">
          <a:xfrm>
            <a:off x="3462043" y="1654912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Revenue (MN)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E3A3A0-8821-4533-B846-C1408251ECB0}"/>
              </a:ext>
            </a:extLst>
          </p:cNvPr>
          <p:cNvSpPr/>
          <p:nvPr/>
        </p:nvSpPr>
        <p:spPr bwMode="auto">
          <a:xfrm>
            <a:off x="9238465" y="1660418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Value Loss (MN)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3E5F7DE-27DA-44C3-9B0D-6434A5E07C27}"/>
              </a:ext>
            </a:extLst>
          </p:cNvPr>
          <p:cNvSpPr/>
          <p:nvPr/>
        </p:nvSpPr>
        <p:spPr>
          <a:xfrm>
            <a:off x="11205559" y="2941879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17.4%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4E21208-ABC8-4574-B675-FD7489C8A824}"/>
              </a:ext>
            </a:extLst>
          </p:cNvPr>
          <p:cNvSpPr/>
          <p:nvPr/>
        </p:nvSpPr>
        <p:spPr>
          <a:xfrm>
            <a:off x="11249388" y="3653916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45.7%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DF7C033B-7CA4-4AEB-A597-FE819B00370D}"/>
              </a:ext>
            </a:extLst>
          </p:cNvPr>
          <p:cNvSpPr/>
          <p:nvPr/>
        </p:nvSpPr>
        <p:spPr>
          <a:xfrm>
            <a:off x="11249388" y="4365952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23.3%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A7CC6305-D1B6-418C-A765-479D61FB98C1}"/>
              </a:ext>
            </a:extLst>
          </p:cNvPr>
          <p:cNvSpPr/>
          <p:nvPr/>
        </p:nvSpPr>
        <p:spPr>
          <a:xfrm>
            <a:off x="11268412" y="5077988"/>
            <a:ext cx="637812" cy="25139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</a:rPr>
              <a:t>13.6%</a:t>
            </a:r>
          </a:p>
        </p:txBody>
      </p:sp>
      <p:sp>
        <p:nvSpPr>
          <p:cNvPr id="37" name="Text Placeholder 64">
            <a:extLst>
              <a:ext uri="{FF2B5EF4-FFF2-40B4-BE49-F238E27FC236}">
                <a16:creationId xmlns:a16="http://schemas.microsoft.com/office/drawing/2014/main" id="{F5E0D548-EE6A-4CA3-9FFC-AE19E9A1D7D3}"/>
              </a:ext>
            </a:extLst>
          </p:cNvPr>
          <p:cNvSpPr txBox="1">
            <a:spLocks/>
          </p:cNvSpPr>
          <p:nvPr/>
        </p:nvSpPr>
        <p:spPr>
          <a:xfrm>
            <a:off x="1364357" y="5818347"/>
            <a:ext cx="9365635" cy="869387"/>
          </a:xfrm>
          <a:prstGeom prst="rect">
            <a:avLst/>
          </a:prstGeom>
        </p:spPr>
        <p:txBody>
          <a:bodyPr/>
          <a:lstStyle>
            <a:lvl1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3pPr>
            <a:lvl4pPr marL="254604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09208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763813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018417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273019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1527625" indent="-254604" algn="l" defTabSz="913923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3923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lang="en-AU" dirty="0">
                <a:solidFill>
                  <a:schemeClr val="tx1"/>
                </a:solidFill>
              </a:rPr>
              <a:t>Since Medium Value segment (ARPU 30 – 125) has highest value loss % we will be building a DOLA prediction model for medium value Subscriber base.</a:t>
            </a:r>
          </a:p>
        </p:txBody>
      </p:sp>
      <p:graphicFrame>
        <p:nvGraphicFramePr>
          <p:cNvPr id="41" name="Chart 40">
            <a:extLst>
              <a:ext uri="{FF2B5EF4-FFF2-40B4-BE49-F238E27FC236}">
                <a16:creationId xmlns:a16="http://schemas.microsoft.com/office/drawing/2014/main" id="{8D24BAB8-E37F-4AB0-9548-AEC121F834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427767"/>
              </p:ext>
            </p:extLst>
          </p:nvPr>
        </p:nvGraphicFramePr>
        <p:xfrm>
          <a:off x="5417564" y="1814316"/>
          <a:ext cx="3568058" cy="3851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A6DF5BA0-D0B3-4493-88BE-57D8CE2A5FA1}"/>
              </a:ext>
            </a:extLst>
          </p:cNvPr>
          <p:cNvSpPr/>
          <p:nvPr/>
        </p:nvSpPr>
        <p:spPr bwMode="auto">
          <a:xfrm>
            <a:off x="6391560" y="1654641"/>
            <a:ext cx="2286000" cy="365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bg1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Arial Unicode MS" pitchFamily="34" charset="-128"/>
                <a:sym typeface="Arial" charset="0"/>
              </a:rPr>
              <a:t>Churn %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F123F1B-91F0-4C0A-86EE-859C204173F7}"/>
              </a:ext>
            </a:extLst>
          </p:cNvPr>
          <p:cNvGrpSpPr/>
          <p:nvPr/>
        </p:nvGrpSpPr>
        <p:grpSpPr>
          <a:xfrm>
            <a:off x="106018" y="1886295"/>
            <a:ext cx="11492693" cy="1054835"/>
            <a:chOff x="-682681" y="1866987"/>
            <a:chExt cx="11568753" cy="2498675"/>
          </a:xfrm>
        </p:grpSpPr>
        <p:graphicFrame>
          <p:nvGraphicFramePr>
            <p:cNvPr id="46" name="Chart 45">
              <a:extLst>
                <a:ext uri="{FF2B5EF4-FFF2-40B4-BE49-F238E27FC236}">
                  <a16:creationId xmlns:a16="http://schemas.microsoft.com/office/drawing/2014/main" id="{40FCF4F3-FE62-4538-9BFB-A82F76EFA15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16120158"/>
                </p:ext>
              </p:extLst>
            </p:nvPr>
          </p:nvGraphicFramePr>
          <p:xfrm>
            <a:off x="-682681" y="1938967"/>
            <a:ext cx="3902947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2"/>
            </a:graphicData>
          </a:graphic>
        </p:graphicFrame>
        <p:graphicFrame>
          <p:nvGraphicFramePr>
            <p:cNvPr id="47" name="Chart 46">
              <a:extLst>
                <a:ext uri="{FF2B5EF4-FFF2-40B4-BE49-F238E27FC236}">
                  <a16:creationId xmlns:a16="http://schemas.microsoft.com/office/drawing/2014/main" id="{A02DBE5F-41C2-44DB-86C5-BCA0B211D67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15111759"/>
                </p:ext>
              </p:extLst>
            </p:nvPr>
          </p:nvGraphicFramePr>
          <p:xfrm>
            <a:off x="2680014" y="1866987"/>
            <a:ext cx="3568058" cy="242669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3"/>
            </a:graphicData>
          </a:graphic>
        </p:graphicFrame>
        <p:graphicFrame>
          <p:nvGraphicFramePr>
            <p:cNvPr id="48" name="Chart 47">
              <a:extLst>
                <a:ext uri="{FF2B5EF4-FFF2-40B4-BE49-F238E27FC236}">
                  <a16:creationId xmlns:a16="http://schemas.microsoft.com/office/drawing/2014/main" id="{7E75AA3A-3CF5-4EF2-A1C4-7E6D08ABFF2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296522591"/>
                </p:ext>
              </p:extLst>
            </p:nvPr>
          </p:nvGraphicFramePr>
          <p:xfrm>
            <a:off x="7505236" y="1875098"/>
            <a:ext cx="3380836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4"/>
            </a:graphicData>
          </a:graphic>
        </p:graphicFrame>
        <p:graphicFrame>
          <p:nvGraphicFramePr>
            <p:cNvPr id="49" name="Chart 48">
              <a:extLst>
                <a:ext uri="{FF2B5EF4-FFF2-40B4-BE49-F238E27FC236}">
                  <a16:creationId xmlns:a16="http://schemas.microsoft.com/office/drawing/2014/main" id="{659E769D-0F2B-4F14-8B31-2A3758C9E32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01953622"/>
                </p:ext>
              </p:extLst>
            </p:nvPr>
          </p:nvGraphicFramePr>
          <p:xfrm>
            <a:off x="4793101" y="1917977"/>
            <a:ext cx="3060742" cy="2426695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5"/>
            </a:graphicData>
          </a:graphic>
        </p:graphicFrame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F68B3253-D45C-4A51-90DC-10E3EFC2167A}"/>
              </a:ext>
            </a:extLst>
          </p:cNvPr>
          <p:cNvSpPr/>
          <p:nvPr/>
        </p:nvSpPr>
        <p:spPr>
          <a:xfrm>
            <a:off x="106018" y="3524562"/>
            <a:ext cx="11882315" cy="589248"/>
          </a:xfrm>
          <a:prstGeom prst="rect">
            <a:avLst/>
          </a:prstGeom>
          <a:noFill/>
          <a:ln w="31750">
            <a:solidFill>
              <a:schemeClr val="accent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CF81A9C-2433-4A62-8E9B-06BD423523CC}"/>
              </a:ext>
            </a:extLst>
          </p:cNvPr>
          <p:cNvGrpSpPr/>
          <p:nvPr/>
        </p:nvGrpSpPr>
        <p:grpSpPr>
          <a:xfrm>
            <a:off x="10013093" y="6500977"/>
            <a:ext cx="1745541" cy="266802"/>
            <a:chOff x="1315" y="900011"/>
            <a:chExt cx="4941336" cy="580897"/>
          </a:xfrm>
          <a:noFill/>
        </p:grpSpPr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A130D6D2-3232-400A-91B9-4CEF9F70DF2A}"/>
                </a:ext>
              </a:extLst>
            </p:cNvPr>
            <p:cNvSpPr/>
            <p:nvPr/>
          </p:nvSpPr>
          <p:spPr>
            <a:xfrm>
              <a:off x="1315" y="900011"/>
              <a:ext cx="4941336" cy="580897"/>
            </a:xfrm>
            <a:prstGeom prst="roundRect">
              <a:avLst>
                <a:gd name="adj" fmla="val 10000"/>
              </a:avLst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FD2155C0-5362-4914-8EA4-BEB58C2B5525}"/>
                </a:ext>
              </a:extLst>
            </p:cNvPr>
            <p:cNvSpPr txBox="1"/>
            <p:nvPr/>
          </p:nvSpPr>
          <p:spPr>
            <a:xfrm>
              <a:off x="18329" y="917025"/>
              <a:ext cx="4907306" cy="54687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6670" tIns="17780" rIns="26670" bIns="1778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kern="1200" dirty="0">
                  <a:solidFill>
                    <a:schemeClr val="tx1"/>
                  </a:solidFill>
                </a:rPr>
                <a:t>Tenure </a:t>
              </a:r>
              <a:r>
                <a:rPr lang="en-US" b="1" dirty="0">
                  <a:solidFill>
                    <a:schemeClr val="tx1"/>
                  </a:solidFill>
                </a:rPr>
                <a:t>90 to</a:t>
              </a:r>
              <a:r>
                <a:rPr lang="en-US" b="1" kern="1200" dirty="0">
                  <a:solidFill>
                    <a:schemeClr val="tx1"/>
                  </a:solidFill>
                </a:rPr>
                <a:t> 120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17213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17620F41-2790-4645-80FF-42BA7B68429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2"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17620F41-2790-4645-80FF-42BA7B6842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50AA7EF-C520-4048-8B88-BFF0606EC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algn="ctr"/>
            <a:endParaRPr lang="en-ZA" sz="2800" b="1">
              <a:latin typeface="MTN Brighter Sans Bold" panose="00000800000000000000"/>
              <a:ea typeface="+mj-ea"/>
              <a:cs typeface="+mj-cs"/>
              <a:sym typeface="MTN Brighter Sans Bold" panose="00000800000000000000"/>
            </a:endParaRPr>
          </a:p>
        </p:txBody>
      </p:sp>
      <p:pic>
        <p:nvPicPr>
          <p:cNvPr id="20" name="Picture Placeholder 19"/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2" b="3526"/>
          <a:stretch/>
        </p:blipFill>
        <p:spPr>
          <a:xfrm>
            <a:off x="0" y="3098"/>
            <a:ext cx="12192000" cy="6858000"/>
          </a:xfrm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29015" y="2980014"/>
            <a:ext cx="6830321" cy="1110338"/>
          </a:xfrm>
        </p:spPr>
        <p:txBody>
          <a:bodyPr vert="horz"/>
          <a:lstStyle/>
          <a:p>
            <a:r>
              <a:rPr lang="en-ZA" sz="3200" dirty="0"/>
              <a:t>Thank you !!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21008016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0822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 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 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APsXEmS6KmC1wlHSkHe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APsXEmS6KmC1wlHSkHe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VaNioeQEy1srSxzx_jY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4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Shape"/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Shape"/>
  <p:tag name="ANGL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SeSGdhSeGPqLw0ybhOI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zXbZR8TBKvtKHP7SpVr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bDuR1a3RlOqfvBntKcLR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IsAmgSugbROKyrckhSE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SOaYtARa2OB_z2DMF7q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IsAmgSugbROKyrckhSEw"/>
</p:tagLst>
</file>

<file path=ppt/theme/theme1.xml><?xml version="1.0" encoding="utf-8"?>
<a:theme xmlns:a="http://schemas.openxmlformats.org/drawingml/2006/main" name="Titles">
  <a:themeElements>
    <a:clrScheme name="MTN">
      <a:dk1>
        <a:sysClr val="windowText" lastClr="000000"/>
      </a:dk1>
      <a:lt1>
        <a:srgbClr val="FFFFFF"/>
      </a:lt1>
      <a:dk2>
        <a:srgbClr val="323232"/>
      </a:dk2>
      <a:lt2>
        <a:srgbClr val="FFFFFF"/>
      </a:lt2>
      <a:accent1>
        <a:srgbClr val="FFCB05"/>
      </a:accent1>
      <a:accent2>
        <a:srgbClr val="F5821E"/>
      </a:accent2>
      <a:accent3>
        <a:srgbClr val="E12D6E"/>
      </a:accent3>
      <a:accent4>
        <a:srgbClr val="5A1E5A"/>
      </a:accent4>
      <a:accent5>
        <a:srgbClr val="0F6987"/>
      </a:accent5>
      <a:accent6>
        <a:srgbClr val="0FAF4B"/>
      </a:accent6>
      <a:hlink>
        <a:srgbClr val="323232"/>
      </a:hlink>
      <a:folHlink>
        <a:srgbClr val="7F7F7F"/>
      </a:folHlink>
    </a:clrScheme>
    <a:fontScheme name="MTN Custom">
      <a:majorFont>
        <a:latin typeface="MTN Brighter Sans Bold"/>
        <a:ea typeface=""/>
        <a:cs typeface=""/>
      </a:majorFont>
      <a:minorFont>
        <a:latin typeface="MTN Brighte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TN_PPT Template_20171219.potx" id="{E26B7FF7-5368-4540-9A30-626267CBC85F}" vid="{CC676F21-11D3-49AA-8177-81646B6E136B}"/>
    </a:ext>
  </a:extLst>
</a:theme>
</file>

<file path=ppt/theme/theme2.xml><?xml version="1.0" encoding="utf-8"?>
<a:theme xmlns:a="http://schemas.openxmlformats.org/drawingml/2006/main" name="1_Titles">
  <a:themeElements>
    <a:clrScheme name="MTN">
      <a:dk1>
        <a:sysClr val="windowText" lastClr="000000"/>
      </a:dk1>
      <a:lt1>
        <a:srgbClr val="FFFFFF"/>
      </a:lt1>
      <a:dk2>
        <a:srgbClr val="323232"/>
      </a:dk2>
      <a:lt2>
        <a:srgbClr val="FFFFFF"/>
      </a:lt2>
      <a:accent1>
        <a:srgbClr val="FFCB05"/>
      </a:accent1>
      <a:accent2>
        <a:srgbClr val="F5821E"/>
      </a:accent2>
      <a:accent3>
        <a:srgbClr val="E12D6E"/>
      </a:accent3>
      <a:accent4>
        <a:srgbClr val="5A1E5A"/>
      </a:accent4>
      <a:accent5>
        <a:srgbClr val="0F6987"/>
      </a:accent5>
      <a:accent6>
        <a:srgbClr val="0FAF4B"/>
      </a:accent6>
      <a:hlink>
        <a:srgbClr val="323232"/>
      </a:hlink>
      <a:folHlink>
        <a:srgbClr val="7F7F7F"/>
      </a:folHlink>
    </a:clrScheme>
    <a:fontScheme name="MTN Custom">
      <a:majorFont>
        <a:latin typeface="MTN Brighter Sans Bold"/>
        <a:ea typeface=""/>
        <a:cs typeface=""/>
      </a:majorFont>
      <a:minorFont>
        <a:latin typeface="MTN Brighter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TN_PPT Template_20171219.potx" id="{E26B7FF7-5368-4540-9A30-626267CBC85F}" vid="{CC676F21-11D3-49AA-8177-81646B6E136B}"/>
    </a:ext>
  </a:extLst>
</a:theme>
</file>

<file path=ppt/theme/theme3.xml><?xml version="1.0" encoding="utf-8"?>
<a:theme xmlns:a="http://schemas.openxmlformats.org/drawingml/2006/main" name="3_MTN_CF_MZO078">
  <a:themeElements>
    <a:clrScheme name="Current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B05"/>
      </a:accent1>
      <a:accent2>
        <a:srgbClr val="666666"/>
      </a:accent2>
      <a:accent3>
        <a:srgbClr val="00678F"/>
      </a:accent3>
      <a:accent4>
        <a:srgbClr val="000000"/>
      </a:accent4>
      <a:accent5>
        <a:srgbClr val="999999"/>
      </a:accent5>
      <a:accent6>
        <a:srgbClr val="808080"/>
      </a:accent6>
      <a:hlink>
        <a:srgbClr val="00678F"/>
      </a:hlink>
      <a:folHlink>
        <a:srgbClr val="000000"/>
      </a:folHlink>
    </a:clrScheme>
    <a:fontScheme name="Custom 16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urrent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B05"/>
        </a:accent1>
        <a:accent2>
          <a:srgbClr val="666666"/>
        </a:accent2>
        <a:accent3>
          <a:srgbClr val="00678F"/>
        </a:accent3>
        <a:accent4>
          <a:srgbClr val="000000"/>
        </a:accent4>
        <a:accent5>
          <a:srgbClr val="999999"/>
        </a:accent5>
        <a:accent6>
          <a:srgbClr val="808080"/>
        </a:accent6>
        <a:hlink>
          <a:srgbClr val="00678F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F_MZO079.potx" id="{C2A54293-A959-4651-B999-86CCC3E556CD}" vid="{054E4E7E-F0A9-4C93-A080-A1C92FD4865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0,"isValidatorEnabled":false,"isLocked":false,"elementsMetadata":[],"slideId":"637279039750162170","enableDocumentContentUpdater":false,"version":"1.12"}]]></TemplafySlideTemplateConfigur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ECCB6858DAA3468997010D2A09577A" ma:contentTypeVersion="12" ma:contentTypeDescription="Create a new document." ma:contentTypeScope="" ma:versionID="20885cb331485a01342f30fb92677634">
  <xsd:schema xmlns:xsd="http://www.w3.org/2001/XMLSchema" xmlns:xs="http://www.w3.org/2001/XMLSchema" xmlns:p="http://schemas.microsoft.com/office/2006/metadata/properties" xmlns:ns2="e26280d0-62a9-445e-ae02-32b459ec631c" xmlns:ns3="b59232cb-fa94-405c-a7e8-1f4abe906690" targetNamespace="http://schemas.microsoft.com/office/2006/metadata/properties" ma:root="true" ma:fieldsID="d046e74818743a7f0cbae64e88013474" ns2:_="" ns3:_="">
    <xsd:import namespace="e26280d0-62a9-445e-ae02-32b459ec631c"/>
    <xsd:import namespace="b59232cb-fa94-405c-a7e8-1f4abe906690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6280d0-62a9-445e-ae02-32b459ec631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9232cb-fa94-405c-a7e8-1f4abe9066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9C5B8C3-3C2A-448E-A68C-296877FD764B}">
  <ds:schemaRefs/>
</ds:datastoreItem>
</file>

<file path=customXml/itemProps2.xml><?xml version="1.0" encoding="utf-8"?>
<ds:datastoreItem xmlns:ds="http://schemas.openxmlformats.org/officeDocument/2006/customXml" ds:itemID="{0A1F795A-EE61-4335-897A-6DB702AF3B98}">
  <ds:schemaRefs/>
</ds:datastoreItem>
</file>

<file path=customXml/itemProps3.xml><?xml version="1.0" encoding="utf-8"?>
<ds:datastoreItem xmlns:ds="http://schemas.openxmlformats.org/officeDocument/2006/customXml" ds:itemID="{675BB607-8BF5-4798-A140-A41044D1BFF8}">
  <ds:schemaRefs>
    <ds:schemaRef ds:uri="b59232cb-fa94-405c-a7e8-1f4abe906690"/>
    <ds:schemaRef ds:uri="e26280d0-62a9-445e-ae02-32b459ec631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46D83F4A-550E-459F-8B04-EECC2BF8C729}">
  <ds:schemaRefs>
    <ds:schemaRef ds:uri="b59232cb-fa94-405c-a7e8-1f4abe906690"/>
    <ds:schemaRef ds:uri="e26280d0-62a9-445e-ae02-32b459ec63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5.xml><?xml version="1.0" encoding="utf-8"?>
<ds:datastoreItem xmlns:ds="http://schemas.openxmlformats.org/officeDocument/2006/customXml" ds:itemID="{B57A37F6-C07B-4521-8B51-3ABD6B1265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65839</TotalTime>
  <Words>938</Words>
  <Application>Microsoft Office PowerPoint</Application>
  <PresentationFormat>Widescreen</PresentationFormat>
  <Paragraphs>261</Paragraphs>
  <Slides>10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Century Gothic</vt:lpstr>
      <vt:lpstr>MTN Brighter Sans Bold</vt:lpstr>
      <vt:lpstr>MTN Brighter Sans Light</vt:lpstr>
      <vt:lpstr>Open Sans</vt:lpstr>
      <vt:lpstr>Verdana</vt:lpstr>
      <vt:lpstr>Wingdings 2</vt:lpstr>
      <vt:lpstr>Titles</vt:lpstr>
      <vt:lpstr>1_Titles</vt:lpstr>
      <vt:lpstr>3_MTN_CF_MZO078</vt:lpstr>
      <vt:lpstr>think-cell Slide</vt:lpstr>
      <vt:lpstr>MTN : ADAM Churn model Approach Additional Analysis requested which is executed on static base of 1 APR 2021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!!</vt:lpstr>
    </vt:vector>
  </TitlesOfParts>
  <Company>Deloitte Touche Tohmatsu Services,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Sharma, Yatin</dc:creator>
  <cp:lastModifiedBy>K, Naveen</cp:lastModifiedBy>
  <cp:revision>1102</cp:revision>
  <dcterms:created xsi:type="dcterms:W3CDTF">2020-12-04T09:30:50Z</dcterms:created>
  <dcterms:modified xsi:type="dcterms:W3CDTF">2021-09-03T08:46:22Z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0x010100CDECCB6858DAA3468997010D2A09577A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2021-04-15T08:41:49Z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9760465e-bd62-4e6f-b7c2-6f1badfe437e</vt:lpwstr>
  </property>
  <property fmtid="{D5CDD505-2E9C-101B-9397-08002B2CF9AE}" pid="9" name="MSIP_Label_ea60d57e-af5b-4752-ac57-3e4f28ca11dc_ContentBits">
    <vt:lpwstr>0</vt:lpwstr>
  </property>
</Properties>
</file>