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2.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97" r:id="rId2"/>
  </p:sldMasterIdLst>
  <p:notesMasterIdLst>
    <p:notesMasterId r:id="rId14"/>
  </p:notesMasterIdLst>
  <p:sldIdLst>
    <p:sldId id="863" r:id="rId3"/>
    <p:sldId id="910" r:id="rId4"/>
    <p:sldId id="911" r:id="rId5"/>
    <p:sldId id="912" r:id="rId6"/>
    <p:sldId id="918" r:id="rId7"/>
    <p:sldId id="919" r:id="rId8"/>
    <p:sldId id="922" r:id="rId9"/>
    <p:sldId id="926" r:id="rId10"/>
    <p:sldId id="925" r:id="rId11"/>
    <p:sldId id="927" r:id="rId12"/>
    <p:sldId id="905"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D015396-2944-493A-A618-7D52B17D4995}">
          <p14:sldIdLst>
            <p14:sldId id="863"/>
            <p14:sldId id="910"/>
            <p14:sldId id="911"/>
            <p14:sldId id="912"/>
            <p14:sldId id="918"/>
            <p14:sldId id="919"/>
            <p14:sldId id="922"/>
            <p14:sldId id="926"/>
            <p14:sldId id="925"/>
            <p14:sldId id="927"/>
            <p14:sldId id="90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 K, Lakshmisha" initials="SKL" lastIdx="17" clrIdx="0">
    <p:extLst>
      <p:ext uri="{19B8F6BF-5375-455C-9EA6-DF929625EA0E}">
        <p15:presenceInfo xmlns:p15="http://schemas.microsoft.com/office/powerpoint/2012/main" userId="S-1-5-21-776561741-1482476501-682003330-592963" providerId="AD"/>
      </p:ext>
    </p:extLst>
  </p:cmAuthor>
  <p:cmAuthor id="2" name="Reddy, C K" initials="RCK" lastIdx="4" clrIdx="1">
    <p:extLst>
      <p:ext uri="{19B8F6BF-5375-455C-9EA6-DF929625EA0E}">
        <p15:presenceInfo xmlns:p15="http://schemas.microsoft.com/office/powerpoint/2012/main" userId="S-1-5-21-776561741-1482476501-682003330-7094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DEA1"/>
    <a:srgbClr val="000000"/>
    <a:srgbClr val="86BC25"/>
    <a:srgbClr val="98D52B"/>
    <a:srgbClr val="ACDD55"/>
    <a:srgbClr val="2088C2"/>
    <a:srgbClr val="1B74A5"/>
    <a:srgbClr val="D8EFAF"/>
    <a:srgbClr val="C9E98F"/>
    <a:srgbClr val="B3E0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20" autoAdjust="0"/>
    <p:restoredTop sz="93372" autoAdjust="0"/>
  </p:normalViewPr>
  <p:slideViewPr>
    <p:cSldViewPr snapToGrid="0">
      <p:cViewPr varScale="1">
        <p:scale>
          <a:sx n="62" d="100"/>
          <a:sy n="62" d="100"/>
        </p:scale>
        <p:origin x="9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NULL"/></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2.vml.rels><?xml version="1.0" encoding="UTF-8" standalone="yes"?>
<Relationships xmlns="http://schemas.openxmlformats.org/package/2006/relationships"><Relationship Id="rId1" Type="http://schemas.openxmlformats.org/officeDocument/2006/relationships/image" Target="NULL"/></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51309D-3C72-4349-852B-E67EDBAA30AD}" type="datetimeFigureOut">
              <a:rPr lang="en-IN" smtClean="0"/>
              <a:t>21-12-2021</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519781-7481-4F43-9606-6227D6BAF01D}" type="slidenum">
              <a:rPr lang="en-IN" smtClean="0"/>
              <a:t>‹#›</a:t>
            </a:fld>
            <a:endParaRPr lang="en-IN" dirty="0"/>
          </a:p>
        </p:txBody>
      </p:sp>
    </p:spTree>
    <p:extLst>
      <p:ext uri="{BB962C8B-B14F-4D97-AF65-F5344CB8AC3E}">
        <p14:creationId xmlns:p14="http://schemas.microsoft.com/office/powerpoint/2010/main" val="3394617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7519781-7481-4F43-9606-6227D6BAF01D}" type="slidenum">
              <a:rPr lang="en-IN" smtClean="0"/>
              <a:t>2</a:t>
            </a:fld>
            <a:endParaRPr lang="en-IN" dirty="0"/>
          </a:p>
        </p:txBody>
      </p:sp>
    </p:spTree>
    <p:extLst>
      <p:ext uri="{BB962C8B-B14F-4D97-AF65-F5344CB8AC3E}">
        <p14:creationId xmlns:p14="http://schemas.microsoft.com/office/powerpoint/2010/main" val="1780228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When we look at how the current literature describes a model lifecycle, we often see a picture like this</a:t>
            </a:r>
          </a:p>
          <a:p>
            <a:pPr marL="171450" indent="-171450">
              <a:buFont typeface="Arial" panose="020B0604020202020204" pitchFamily="34" charset="0"/>
              <a:buChar char="•"/>
            </a:pPr>
            <a:r>
              <a:rPr lang="en-US" dirty="0"/>
              <a:t>However, in reality, most organizations today still operate in a cycle where hand-overs between model development and operations are – simply put – messy and manual.</a:t>
            </a:r>
          </a:p>
          <a:p>
            <a:pPr marL="171450" indent="-171450">
              <a:buFont typeface="Arial" panose="020B0604020202020204" pitchFamily="34" charset="0"/>
              <a:buChar char="•"/>
            </a:pPr>
            <a:endParaRPr lang="en-IN" dirty="0"/>
          </a:p>
        </p:txBody>
      </p:sp>
      <p:sp>
        <p:nvSpPr>
          <p:cNvPr id="4" name="Slide Number Placeholder 3"/>
          <p:cNvSpPr>
            <a:spLocks noGrp="1"/>
          </p:cNvSpPr>
          <p:nvPr>
            <p:ph type="sldNum" sz="quarter" idx="10"/>
          </p:nvPr>
        </p:nvSpPr>
        <p:spPr/>
        <p:txBody>
          <a:bodyPr/>
          <a:lstStyle/>
          <a:p>
            <a:fld id="{47519781-7481-4F43-9606-6227D6BAF01D}" type="slidenum">
              <a:rPr lang="en-IN" smtClean="0"/>
              <a:t>3</a:t>
            </a:fld>
            <a:endParaRPr lang="en-IN" dirty="0"/>
          </a:p>
        </p:txBody>
      </p:sp>
    </p:spTree>
    <p:extLst>
      <p:ext uri="{BB962C8B-B14F-4D97-AF65-F5344CB8AC3E}">
        <p14:creationId xmlns:p14="http://schemas.microsoft.com/office/powerpoint/2010/main" val="41837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goal of </a:t>
            </a:r>
            <a:r>
              <a:rPr lang="en-US" dirty="0" err="1"/>
              <a:t>MLOps</a:t>
            </a:r>
            <a:r>
              <a:rPr lang="en-US" dirty="0"/>
              <a:t> is to reduce technical friction to get the model from an idea into production in the shortest possible time to market with as little risk as possible.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For traditional software development, reproducibility is mostly taken care of by proven version control tools like Git.</a:t>
            </a:r>
          </a:p>
          <a:p>
            <a:pPr marL="171450" indent="-171450">
              <a:buFont typeface="Arial" panose="020B0604020202020204" pitchFamily="34" charset="0"/>
              <a:buChar char="•"/>
            </a:pPr>
            <a:r>
              <a:rPr lang="en-US" dirty="0"/>
              <a:t>In ML, a model is a combination of code, data, parameters, and the training environment. To pick up where someone else (or yourself six months ago) left off with a model, you’ll need much more than just a Git repository.</a:t>
            </a:r>
          </a:p>
          <a:p>
            <a:pPr marL="171450" indent="-171450">
              <a:buFont typeface="Arial" panose="020B0604020202020204" pitchFamily="34" charset="0"/>
              <a:buChar char="•"/>
            </a:pPr>
            <a:r>
              <a:rPr lang="en-US" dirty="0"/>
              <a:t>we recommend a version control system that can track your whole pipeline from raw data to the model, including your code, environment, configurations, and parameters.</a:t>
            </a:r>
          </a:p>
          <a:p>
            <a:pPr marL="171450" indent="-171450">
              <a:buFont typeface="Arial" panose="020B0604020202020204" pitchFamily="34" charset="0"/>
              <a:buChar char="•"/>
            </a:pPr>
            <a:r>
              <a:rPr lang="en-US" dirty="0"/>
              <a:t>your model needs to be updated all the time to keep up with the pace at which the underlying data is changing.</a:t>
            </a:r>
            <a:endParaRPr lang="en-IN" dirty="0"/>
          </a:p>
        </p:txBody>
      </p:sp>
      <p:sp>
        <p:nvSpPr>
          <p:cNvPr id="4" name="Slide Number Placeholder 3"/>
          <p:cNvSpPr>
            <a:spLocks noGrp="1"/>
          </p:cNvSpPr>
          <p:nvPr>
            <p:ph type="sldNum" sz="quarter" idx="10"/>
          </p:nvPr>
        </p:nvSpPr>
        <p:spPr/>
        <p:txBody>
          <a:bodyPr/>
          <a:lstStyle/>
          <a:p>
            <a:fld id="{47519781-7481-4F43-9606-6227D6BAF01D}" type="slidenum">
              <a:rPr lang="en-IN" smtClean="0"/>
              <a:t>4</a:t>
            </a:fld>
            <a:endParaRPr lang="en-IN" dirty="0"/>
          </a:p>
        </p:txBody>
      </p:sp>
    </p:spTree>
    <p:extLst>
      <p:ext uri="{BB962C8B-B14F-4D97-AF65-F5344CB8AC3E}">
        <p14:creationId xmlns:p14="http://schemas.microsoft.com/office/powerpoint/2010/main" val="25126027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7519781-7481-4F43-9606-6227D6BAF01D}" type="slidenum">
              <a:rPr lang="en-IN" smtClean="0"/>
              <a:t>5</a:t>
            </a:fld>
            <a:endParaRPr lang="en-IN" dirty="0"/>
          </a:p>
        </p:txBody>
      </p:sp>
    </p:spTree>
    <p:extLst>
      <p:ext uri="{BB962C8B-B14F-4D97-AF65-F5344CB8AC3E}">
        <p14:creationId xmlns:p14="http://schemas.microsoft.com/office/powerpoint/2010/main" val="1964544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7519781-7481-4F43-9606-6227D6BAF01D}" type="slidenum">
              <a:rPr lang="en-IN" smtClean="0"/>
              <a:t>6</a:t>
            </a:fld>
            <a:endParaRPr lang="en-IN" dirty="0"/>
          </a:p>
        </p:txBody>
      </p:sp>
    </p:spTree>
    <p:extLst>
      <p:ext uri="{BB962C8B-B14F-4D97-AF65-F5344CB8AC3E}">
        <p14:creationId xmlns:p14="http://schemas.microsoft.com/office/powerpoint/2010/main" val="548433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7519781-7481-4F43-9606-6227D6BAF01D}" type="slidenum">
              <a:rPr lang="en-IN" smtClean="0"/>
              <a:t>7</a:t>
            </a:fld>
            <a:endParaRPr lang="en-IN" dirty="0"/>
          </a:p>
        </p:txBody>
      </p:sp>
    </p:spTree>
    <p:extLst>
      <p:ext uri="{BB962C8B-B14F-4D97-AF65-F5344CB8AC3E}">
        <p14:creationId xmlns:p14="http://schemas.microsoft.com/office/powerpoint/2010/main" val="1054305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7519781-7481-4F43-9606-6227D6BAF01D}" type="slidenum">
              <a:rPr lang="en-IN" smtClean="0"/>
              <a:t>8</a:t>
            </a:fld>
            <a:endParaRPr lang="en-IN" dirty="0"/>
          </a:p>
        </p:txBody>
      </p:sp>
    </p:spTree>
    <p:extLst>
      <p:ext uri="{BB962C8B-B14F-4D97-AF65-F5344CB8AC3E}">
        <p14:creationId xmlns:p14="http://schemas.microsoft.com/office/powerpoint/2010/main" val="2630497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7519781-7481-4F43-9606-6227D6BAF01D}" type="slidenum">
              <a:rPr lang="en-IN" smtClean="0"/>
              <a:t>9</a:t>
            </a:fld>
            <a:endParaRPr lang="en-IN" dirty="0"/>
          </a:p>
        </p:txBody>
      </p:sp>
    </p:spTree>
    <p:extLst>
      <p:ext uri="{BB962C8B-B14F-4D97-AF65-F5344CB8AC3E}">
        <p14:creationId xmlns:p14="http://schemas.microsoft.com/office/powerpoint/2010/main" val="3293861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7519781-7481-4F43-9606-6227D6BAF01D}" type="slidenum">
              <a:rPr lang="en-IN" smtClean="0"/>
              <a:t>10</a:t>
            </a:fld>
            <a:endParaRPr lang="en-IN" dirty="0"/>
          </a:p>
        </p:txBody>
      </p:sp>
    </p:spTree>
    <p:extLst>
      <p:ext uri="{BB962C8B-B14F-4D97-AF65-F5344CB8AC3E}">
        <p14:creationId xmlns:p14="http://schemas.microsoft.com/office/powerpoint/2010/main" val="6195770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3.jpe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3.v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vmlDrawing" Target="../drawings/vmlDrawing4.v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5.vml"/><Relationship Id="rId5" Type="http://schemas.openxmlformats.org/officeDocument/2006/relationships/image" Target="../media/image6.emf"/><Relationship Id="rId4" Type="http://schemas.openxmlformats.org/officeDocument/2006/relationships/oleObject" Target="../embeddings/oleObject5.bin"/></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6.vml"/><Relationship Id="rId5" Type="http://schemas.openxmlformats.org/officeDocument/2006/relationships/image" Target="../media/image7.emf"/><Relationship Id="rId4" Type="http://schemas.openxmlformats.org/officeDocument/2006/relationships/oleObject" Target="../embeddings/oleObject6.bin"/></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7.vml"/><Relationship Id="rId5" Type="http://schemas.openxmlformats.org/officeDocument/2006/relationships/image" Target="../media/image7.emf"/><Relationship Id="rId4" Type="http://schemas.openxmlformats.org/officeDocument/2006/relationships/oleObject" Target="../embeddings/oleObject7.bin"/></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8.vml"/><Relationship Id="rId5" Type="http://schemas.openxmlformats.org/officeDocument/2006/relationships/image" Target="../media/image6.emf"/><Relationship Id="rId4" Type="http://schemas.openxmlformats.org/officeDocument/2006/relationships/oleObject" Target="../embeddings/oleObject8.bin"/></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vmlDrawing" Target="../drawings/vmlDrawing9.vml"/><Relationship Id="rId6" Type="http://schemas.openxmlformats.org/officeDocument/2006/relationships/image" Target="../media/image8.emf"/><Relationship Id="rId5" Type="http://schemas.openxmlformats.org/officeDocument/2006/relationships/oleObject" Target="../embeddings/oleObject9.bin"/><Relationship Id="rId4"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10.v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1.vml"/><Relationship Id="rId5" Type="http://schemas.openxmlformats.org/officeDocument/2006/relationships/image" Target="../media/image6.emf"/><Relationship Id="rId4" Type="http://schemas.openxmlformats.org/officeDocument/2006/relationships/oleObject" Target="../embeddings/oleObject11.bin"/></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3.vml"/><Relationship Id="rId6" Type="http://schemas.openxmlformats.org/officeDocument/2006/relationships/image" Target="../media/image3.jpeg"/><Relationship Id="rId5" Type="http://schemas.openxmlformats.org/officeDocument/2006/relationships/image" Target="../media/image2.emf"/><Relationship Id="rId4" Type="http://schemas.openxmlformats.org/officeDocument/2006/relationships/oleObject" Target="../embeddings/oleObject13.bin"/></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5.vml"/><Relationship Id="rId5" Type="http://schemas.openxmlformats.org/officeDocument/2006/relationships/image" Target="../media/image2.emf"/><Relationship Id="rId4" Type="http://schemas.openxmlformats.org/officeDocument/2006/relationships/oleObject" Target="../embeddings/oleObject15.bin"/></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6.vml"/><Relationship Id="rId5" Type="http://schemas.openxmlformats.org/officeDocument/2006/relationships/image" Target="../media/image6.emf"/><Relationship Id="rId4" Type="http://schemas.openxmlformats.org/officeDocument/2006/relationships/oleObject" Target="../embeddings/oleObject16.bin"/></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17.vml"/><Relationship Id="rId5" Type="http://schemas.openxmlformats.org/officeDocument/2006/relationships/image" Target="../media/image7.emf"/><Relationship Id="rId4" Type="http://schemas.openxmlformats.org/officeDocument/2006/relationships/oleObject" Target="../embeddings/oleObject17.bin"/></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18.vml"/><Relationship Id="rId5" Type="http://schemas.openxmlformats.org/officeDocument/2006/relationships/image" Target="../media/image7.emf"/><Relationship Id="rId4" Type="http://schemas.openxmlformats.org/officeDocument/2006/relationships/oleObject" Target="../embeddings/oleObject18.bin"/></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19.vml"/><Relationship Id="rId5" Type="http://schemas.openxmlformats.org/officeDocument/2006/relationships/image" Target="../media/image6.emf"/><Relationship Id="rId4" Type="http://schemas.openxmlformats.org/officeDocument/2006/relationships/oleObject" Target="../embeddings/oleObject19.bin"/></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vmlDrawing" Target="../drawings/vmlDrawing20.vml"/><Relationship Id="rId6" Type="http://schemas.openxmlformats.org/officeDocument/2006/relationships/image" Target="../media/image8.emf"/><Relationship Id="rId5" Type="http://schemas.openxmlformats.org/officeDocument/2006/relationships/oleObject" Target="../embeddings/oleObject20.bin"/><Relationship Id="rId4"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1.vml"/><Relationship Id="rId5" Type="http://schemas.openxmlformats.org/officeDocument/2006/relationships/image" Target="../media/image6.emf"/><Relationship Id="rId4" Type="http://schemas.openxmlformats.org/officeDocument/2006/relationships/oleObject" Target="../embeddings/oleObject21.bin"/></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2.vml"/><Relationship Id="rId5" Type="http://schemas.openxmlformats.org/officeDocument/2006/relationships/image" Target="../media/image6.emf"/><Relationship Id="rId4" Type="http://schemas.openxmlformats.org/officeDocument/2006/relationships/oleObject" Target="../embeddings/oleObject22.bin"/></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3.vml"/><Relationship Id="rId5" Type="http://schemas.openxmlformats.org/officeDocument/2006/relationships/image" Target="../media/image6.emf"/><Relationship Id="rId4" Type="http://schemas.openxmlformats.org/officeDocument/2006/relationships/oleObject" Target="../embeddings/oleObject23.bin"/></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2"/>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055848"/>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3" name="Picture Placeholder 8"/>
          <p:cNvSpPr>
            <a:spLocks noGrp="1"/>
          </p:cNvSpPr>
          <p:nvPr>
            <p:ph type="pic" sz="quarter" idx="11"/>
          </p:nvPr>
        </p:nvSpPr>
        <p:spPr>
          <a:xfrm>
            <a:off x="3639171" y="1196190"/>
            <a:ext cx="4462272" cy="4462810"/>
          </a:xfrm>
          <a:prstGeom prst="rect">
            <a:avLst/>
          </a:prstGeom>
        </p:spPr>
        <p:txBody>
          <a:bodyPr/>
          <a:lstStyle/>
          <a:p>
            <a:r>
              <a:rPr lang="en-US" noProof="0" dirty="0"/>
              <a:t>Click icon to add picture</a:t>
            </a:r>
          </a:p>
        </p:txBody>
      </p:sp>
      <p:grpSp>
        <p:nvGrpSpPr>
          <p:cNvPr id="22" name="Group 21"/>
          <p:cNvGrpSpPr>
            <a:grpSpLocks noChangeAspect="1"/>
          </p:cNvGrpSpPr>
          <p:nvPr userDrawn="1"/>
        </p:nvGrpSpPr>
        <p:grpSpPr>
          <a:xfrm>
            <a:off x="376900" y="358775"/>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58072600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14" name="Rectangle 13"/>
          <p:cNvSpPr/>
          <p:nvPr userDrawn="1"/>
        </p:nvSpPr>
        <p:spPr bwMode="gray">
          <a:xfrm>
            <a:off x="0" y="0"/>
            <a:ext cx="12192000" cy="6858000"/>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13" name="Group 12"/>
          <p:cNvGrpSpPr/>
          <p:nvPr userDrawn="1"/>
        </p:nvGrpSpPr>
        <p:grpSpPr>
          <a:xfrm>
            <a:off x="376900" y="358775"/>
            <a:ext cx="1998000" cy="374400"/>
            <a:chOff x="376900" y="358775"/>
            <a:chExt cx="1998000" cy="374400"/>
          </a:xfrm>
        </p:grpSpPr>
        <p:sp>
          <p:nvSpPr>
            <p:cNvPr id="3" name="Oval 5"/>
            <p:cNvSpPr>
              <a:spLocks noChangeArrowheads="1"/>
            </p:cNvSpPr>
            <p:nvPr userDrawn="1"/>
          </p:nvSpPr>
          <p:spPr bwMode="auto">
            <a:xfrm>
              <a:off x="2267691" y="627030"/>
              <a:ext cx="107209" cy="10614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 name="Freeform 6"/>
            <p:cNvSpPr>
              <a:spLocks noEditPoints="1"/>
            </p:cNvSpPr>
            <p:nvPr userDrawn="1"/>
          </p:nvSpPr>
          <p:spPr bwMode="auto">
            <a:xfrm>
              <a:off x="376900" y="360705"/>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5" name="Rectangle 7"/>
            <p:cNvSpPr>
              <a:spLocks noChangeArrowheads="1"/>
            </p:cNvSpPr>
            <p:nvPr userDrawn="1"/>
          </p:nvSpPr>
          <p:spPr bwMode="auto">
            <a:xfrm>
              <a:off x="1000666" y="358775"/>
              <a:ext cx="91615" cy="36861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6" name="Freeform 8"/>
            <p:cNvSpPr>
              <a:spLocks noEditPoints="1"/>
            </p:cNvSpPr>
            <p:nvPr userDrawn="1"/>
          </p:nvSpPr>
          <p:spPr bwMode="auto">
            <a:xfrm>
              <a:off x="1129318" y="449480"/>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7" name="Rectangle 9"/>
            <p:cNvSpPr>
              <a:spLocks noChangeArrowheads="1"/>
            </p:cNvSpPr>
            <p:nvPr userDrawn="1"/>
          </p:nvSpPr>
          <p:spPr bwMode="auto">
            <a:xfrm>
              <a:off x="1431454" y="453340"/>
              <a:ext cx="91615" cy="27404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8" name="Rectangle 10"/>
            <p:cNvSpPr>
              <a:spLocks noChangeArrowheads="1"/>
            </p:cNvSpPr>
            <p:nvPr userDrawn="1"/>
          </p:nvSpPr>
          <p:spPr bwMode="auto">
            <a:xfrm>
              <a:off x="1431454" y="358775"/>
              <a:ext cx="91615" cy="6175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9" name="Freeform 11"/>
            <p:cNvSpPr>
              <a:spLocks/>
            </p:cNvSpPr>
            <p:nvPr userDrawn="1"/>
          </p:nvSpPr>
          <p:spPr bwMode="auto">
            <a:xfrm>
              <a:off x="1560106" y="366495"/>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0" name="Freeform 12"/>
            <p:cNvSpPr>
              <a:spLocks/>
            </p:cNvSpPr>
            <p:nvPr userDrawn="1"/>
          </p:nvSpPr>
          <p:spPr bwMode="auto">
            <a:xfrm>
              <a:off x="1772577" y="366495"/>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1" name="Freeform 13"/>
            <p:cNvSpPr>
              <a:spLocks noEditPoints="1"/>
            </p:cNvSpPr>
            <p:nvPr userDrawn="1"/>
          </p:nvSpPr>
          <p:spPr bwMode="auto">
            <a:xfrm>
              <a:off x="1986996" y="449480"/>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2" name="Freeform 14"/>
            <p:cNvSpPr>
              <a:spLocks noEditPoints="1"/>
            </p:cNvSpPr>
            <p:nvPr userDrawn="1"/>
          </p:nvSpPr>
          <p:spPr bwMode="auto">
            <a:xfrm>
              <a:off x="708276" y="449480"/>
              <a:ext cx="257303"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008102887"/>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Bulle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spid="_x0000_s415141" name="think-cell Slide" r:id="rId4" imgW="421" imgH="423" progId="TCLayout.ActiveDocument.1">
                  <p:embed/>
                </p:oleObj>
              </mc:Choice>
              <mc:Fallback>
                <p:oleObj name="think-cell Slide" r:id="rId4" imgW="421" imgH="423" progId="TCLayout.ActiveDocument.1">
                  <p:embed/>
                  <p:pic>
                    <p:nvPicPr>
                      <p:cNvPr id="3" name="Object 2" hidden="1"/>
                      <p:cNvPicPr/>
                      <p:nvPr/>
                    </p:nvPicPr>
                    <p:blipFill>
                      <a:blip r:embed="rId5"/>
                      <a:stretch>
                        <a:fillRect/>
                      </a:stretch>
                    </p:blipFill>
                    <p:spPr>
                      <a:xfrm>
                        <a:off x="2119" y="1591"/>
                        <a:ext cx="2116" cy="1587"/>
                      </a:xfrm>
                      <a:prstGeom prst="rect">
                        <a:avLst/>
                      </a:prstGeom>
                    </p:spPr>
                  </p:pic>
                </p:oleObj>
              </mc:Fallback>
            </mc:AlternateContent>
          </a:graphicData>
        </a:graphic>
      </p:graphicFrame>
      <p:pic>
        <p:nvPicPr>
          <p:cNvPr id="3076" name="Picture 4" descr="https://brandspace.deloitte.com/downloads/58ac6a2dc6bc0/lg_B72JG3.jpg.jpg"/>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12192001" cy="713232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userDrawn="1"/>
        </p:nvSpPr>
        <p:spPr bwMode="gray">
          <a:xfrm>
            <a:off x="-1" y="0"/>
            <a:ext cx="12192000" cy="7132320"/>
          </a:xfrm>
          <a:prstGeom prst="rect">
            <a:avLst/>
          </a:prstGeom>
          <a:solidFill>
            <a:schemeClr val="tx1">
              <a:alpha val="78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Tree>
    <p:extLst>
      <p:ext uri="{BB962C8B-B14F-4D97-AF65-F5344CB8AC3E}">
        <p14:creationId xmlns:p14="http://schemas.microsoft.com/office/powerpoint/2010/main" val="353425142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0" y="0"/>
            <a:ext cx="6096000" cy="6858000"/>
          </a:xfrm>
          <a:prstGeom prst="rect">
            <a:avLst/>
          </a:prstGeom>
        </p:spPr>
      </p:pic>
      <p:sp>
        <p:nvSpPr>
          <p:cNvPr id="4" name="Rectangle 3"/>
          <p:cNvSpPr/>
          <p:nvPr userDrawn="1"/>
        </p:nvSpPr>
        <p:spPr bwMode="gray">
          <a:xfrm>
            <a:off x="3352800" y="0"/>
            <a:ext cx="8839200" cy="6858000"/>
          </a:xfrm>
          <a:prstGeom prst="rect">
            <a:avLst/>
          </a:prstGeom>
          <a:gradFill>
            <a:gsLst>
              <a:gs pos="0">
                <a:schemeClr val="tx1">
                  <a:alpha val="60000"/>
                </a:schemeClr>
              </a:gs>
              <a:gs pos="82000">
                <a:schemeClr val="tx1"/>
              </a:gs>
            </a:gsLst>
            <a:lin ang="10800000" scaled="1"/>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8" name="Title 1"/>
          <p:cNvSpPr>
            <a:spLocks noGrp="1"/>
          </p:cNvSpPr>
          <p:nvPr>
            <p:ph type="title"/>
          </p:nvPr>
        </p:nvSpPr>
        <p:spPr bwMode="gray">
          <a:xfrm>
            <a:off x="358774" y="2632799"/>
            <a:ext cx="7154545" cy="1592403"/>
          </a:xfrm>
        </p:spPr>
        <p:txBody>
          <a:bodyPr anchor="ctr"/>
          <a:lstStyle>
            <a:lvl1pPr algn="l">
              <a:lnSpc>
                <a:spcPct val="95000"/>
              </a:lnSpc>
              <a:defRPr sz="3600" b="0">
                <a:solidFill>
                  <a:srgbClr val="C4D600"/>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Tree>
    <p:extLst>
      <p:ext uri="{BB962C8B-B14F-4D97-AF65-F5344CB8AC3E}">
        <p14:creationId xmlns:p14="http://schemas.microsoft.com/office/powerpoint/2010/main" val="304199576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5"/>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0" y="-3810"/>
            <a:ext cx="12192000" cy="6865620"/>
          </a:xfrm>
          <a:prstGeom prst="rect">
            <a:avLst/>
          </a:prstGeom>
        </p:spPr>
      </p:pic>
      <p:sp>
        <p:nvSpPr>
          <p:cNvPr id="5" name="Rectangle 4"/>
          <p:cNvSpPr/>
          <p:nvPr userDrawn="1"/>
        </p:nvSpPr>
        <p:spPr bwMode="gray">
          <a:xfrm>
            <a:off x="0" y="0"/>
            <a:ext cx="12192000" cy="6861810"/>
          </a:xfrm>
          <a:prstGeom prst="rect">
            <a:avLst/>
          </a:prstGeom>
          <a:gradFill flip="none" rotWithShape="1">
            <a:gsLst>
              <a:gs pos="7000">
                <a:srgbClr val="041E42">
                  <a:alpha val="82000"/>
                </a:srgbClr>
              </a:gs>
              <a:gs pos="51000">
                <a:srgbClr val="C4D600">
                  <a:alpha val="55000"/>
                </a:srgbClr>
              </a:gs>
              <a:gs pos="88000">
                <a:schemeClr val="accent5">
                  <a:lumMod val="50000"/>
                </a:schemeClr>
              </a:gs>
            </a:gsLst>
            <a:lin ang="135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8" name="Title 1"/>
          <p:cNvSpPr>
            <a:spLocks noGrp="1"/>
          </p:cNvSpPr>
          <p:nvPr>
            <p:ph type="title"/>
          </p:nvPr>
        </p:nvSpPr>
        <p:spPr bwMode="gray">
          <a:xfrm>
            <a:off x="1" y="2632799"/>
            <a:ext cx="12192000" cy="1592403"/>
          </a:xfrm>
        </p:spPr>
        <p:txBody>
          <a:bodyPr anchor="ctr"/>
          <a:lstStyle>
            <a:lvl1pPr algn="ctr">
              <a:lnSpc>
                <a:spcPct val="95000"/>
              </a:lnSpc>
              <a:defRPr sz="3600" b="0">
                <a:solidFill>
                  <a:schemeClr val="bg1"/>
                </a:solidFill>
                <a:effectLst>
                  <a:outerShdw blurRad="38100" dist="38100" dir="2700000" algn="tl">
                    <a:srgbClr val="000000">
                      <a:alpha val="43137"/>
                    </a:srgbClr>
                  </a:outerShdw>
                </a:effectLst>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grpSp>
        <p:nvGrpSpPr>
          <p:cNvPr id="8" name="Group 7"/>
          <p:cNvGrpSpPr/>
          <p:nvPr userDrawn="1"/>
        </p:nvGrpSpPr>
        <p:grpSpPr>
          <a:xfrm>
            <a:off x="2331721" y="1812086"/>
            <a:ext cx="7528560" cy="820713"/>
            <a:chOff x="2331720" y="1847088"/>
            <a:chExt cx="7528560" cy="820713"/>
          </a:xfrm>
        </p:grpSpPr>
        <p:sp>
          <p:nvSpPr>
            <p:cNvPr id="6" name="Rounded Rectangle 5"/>
            <p:cNvSpPr/>
            <p:nvPr userDrawn="1"/>
          </p:nvSpPr>
          <p:spPr bwMode="gray">
            <a:xfrm>
              <a:off x="2331720" y="2422360"/>
              <a:ext cx="7528560" cy="245441"/>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1" name="Rounded Rectangle 10"/>
            <p:cNvSpPr/>
            <p:nvPr userDrawn="1"/>
          </p:nvSpPr>
          <p:spPr bwMode="gray">
            <a:xfrm>
              <a:off x="3524947" y="2237232"/>
              <a:ext cx="5142107" cy="430569"/>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2" name="Rounded Rectangle 11"/>
            <p:cNvSpPr/>
            <p:nvPr userDrawn="1"/>
          </p:nvSpPr>
          <p:spPr bwMode="gray">
            <a:xfrm>
              <a:off x="4499578" y="2042160"/>
              <a:ext cx="3192844" cy="625641"/>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3" name="Rounded Rectangle 12"/>
            <p:cNvSpPr/>
            <p:nvPr userDrawn="1"/>
          </p:nvSpPr>
          <p:spPr bwMode="gray">
            <a:xfrm>
              <a:off x="5276783" y="1847088"/>
              <a:ext cx="1638434" cy="820713"/>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grpSp>
        <p:nvGrpSpPr>
          <p:cNvPr id="22" name="Group 21"/>
          <p:cNvGrpSpPr/>
          <p:nvPr userDrawn="1"/>
        </p:nvGrpSpPr>
        <p:grpSpPr>
          <a:xfrm flipV="1">
            <a:off x="2331721" y="4229600"/>
            <a:ext cx="7528560" cy="820713"/>
            <a:chOff x="2331720" y="1847088"/>
            <a:chExt cx="7528560" cy="820713"/>
          </a:xfrm>
        </p:grpSpPr>
        <p:sp>
          <p:nvSpPr>
            <p:cNvPr id="23" name="Rounded Rectangle 22"/>
            <p:cNvSpPr/>
            <p:nvPr userDrawn="1"/>
          </p:nvSpPr>
          <p:spPr bwMode="gray">
            <a:xfrm>
              <a:off x="2331720" y="2422360"/>
              <a:ext cx="7528560" cy="245441"/>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4" name="Rounded Rectangle 23"/>
            <p:cNvSpPr/>
            <p:nvPr userDrawn="1"/>
          </p:nvSpPr>
          <p:spPr bwMode="gray">
            <a:xfrm>
              <a:off x="3524947" y="2237232"/>
              <a:ext cx="5142107" cy="430569"/>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5" name="Rounded Rectangle 24"/>
            <p:cNvSpPr/>
            <p:nvPr userDrawn="1"/>
          </p:nvSpPr>
          <p:spPr bwMode="gray">
            <a:xfrm>
              <a:off x="4499578" y="2042160"/>
              <a:ext cx="3192844" cy="625641"/>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6" name="Rounded Rectangle 25"/>
            <p:cNvSpPr/>
            <p:nvPr userDrawn="1"/>
          </p:nvSpPr>
          <p:spPr bwMode="gray">
            <a:xfrm>
              <a:off x="5276783" y="1847088"/>
              <a:ext cx="1638434" cy="820713"/>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cxnSp>
        <p:nvCxnSpPr>
          <p:cNvPr id="27" name="Straight Connector 26"/>
          <p:cNvCxnSpPr/>
          <p:nvPr userDrawn="1"/>
        </p:nvCxnSpPr>
        <p:spPr>
          <a:xfrm>
            <a:off x="-1" y="2632799"/>
            <a:ext cx="12192001"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a:off x="-1" y="4225202"/>
            <a:ext cx="12192001"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028123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358775" y="4211955"/>
            <a:ext cx="9459913"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©2016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36" name="Group 35"/>
          <p:cNvGrpSpPr/>
          <p:nvPr userDrawn="1"/>
        </p:nvGrpSpPr>
        <p:grpSpPr>
          <a:xfrm>
            <a:off x="376900" y="358775"/>
            <a:ext cx="1998000" cy="374400"/>
            <a:chOff x="376900" y="358775"/>
            <a:chExt cx="1998000" cy="374400"/>
          </a:xfrm>
        </p:grpSpPr>
        <p:sp>
          <p:nvSpPr>
            <p:cNvPr id="37" name="Oval 5"/>
            <p:cNvSpPr>
              <a:spLocks noChangeArrowheads="1"/>
            </p:cNvSpPr>
            <p:nvPr userDrawn="1"/>
          </p:nvSpPr>
          <p:spPr bwMode="auto">
            <a:xfrm>
              <a:off x="2267691" y="627030"/>
              <a:ext cx="107209" cy="10614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6"/>
            <p:cNvSpPr>
              <a:spLocks noEditPoints="1"/>
            </p:cNvSpPr>
            <p:nvPr userDrawn="1"/>
          </p:nvSpPr>
          <p:spPr bwMode="auto">
            <a:xfrm>
              <a:off x="376900" y="360705"/>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Rectangle 7"/>
            <p:cNvSpPr>
              <a:spLocks noChangeArrowheads="1"/>
            </p:cNvSpPr>
            <p:nvPr userDrawn="1"/>
          </p:nvSpPr>
          <p:spPr bwMode="auto">
            <a:xfrm>
              <a:off x="1000666" y="358775"/>
              <a:ext cx="91615" cy="36861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8"/>
            <p:cNvSpPr>
              <a:spLocks noEditPoints="1"/>
            </p:cNvSpPr>
            <p:nvPr userDrawn="1"/>
          </p:nvSpPr>
          <p:spPr bwMode="auto">
            <a:xfrm>
              <a:off x="1129318" y="449480"/>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1" name="Rectangle 9"/>
            <p:cNvSpPr>
              <a:spLocks noChangeArrowheads="1"/>
            </p:cNvSpPr>
            <p:nvPr userDrawn="1"/>
          </p:nvSpPr>
          <p:spPr bwMode="auto">
            <a:xfrm>
              <a:off x="1431454" y="453340"/>
              <a:ext cx="91615" cy="27404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2" name="Rectangle 10"/>
            <p:cNvSpPr>
              <a:spLocks noChangeArrowheads="1"/>
            </p:cNvSpPr>
            <p:nvPr userDrawn="1"/>
          </p:nvSpPr>
          <p:spPr bwMode="auto">
            <a:xfrm>
              <a:off x="1431454" y="358775"/>
              <a:ext cx="91615" cy="6175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3" name="Freeform 11"/>
            <p:cNvSpPr>
              <a:spLocks/>
            </p:cNvSpPr>
            <p:nvPr userDrawn="1"/>
          </p:nvSpPr>
          <p:spPr bwMode="auto">
            <a:xfrm>
              <a:off x="1560106" y="366495"/>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4" name="Freeform 12"/>
            <p:cNvSpPr>
              <a:spLocks/>
            </p:cNvSpPr>
            <p:nvPr userDrawn="1"/>
          </p:nvSpPr>
          <p:spPr bwMode="auto">
            <a:xfrm>
              <a:off x="1772577" y="366495"/>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5" name="Freeform 13"/>
            <p:cNvSpPr>
              <a:spLocks noEditPoints="1"/>
            </p:cNvSpPr>
            <p:nvPr userDrawn="1"/>
          </p:nvSpPr>
          <p:spPr bwMode="auto">
            <a:xfrm>
              <a:off x="1986996" y="449480"/>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6" name="Freeform 14"/>
            <p:cNvSpPr>
              <a:spLocks noEditPoints="1"/>
            </p:cNvSpPr>
            <p:nvPr userDrawn="1"/>
          </p:nvSpPr>
          <p:spPr bwMode="auto">
            <a:xfrm>
              <a:off x="708276" y="449480"/>
              <a:ext cx="257303"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859568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Bulle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spid="_x0000_s416165" name="think-cell Slide" r:id="rId4" imgW="421" imgH="423" progId="TCLayout.ActiveDocument.1">
                  <p:embed/>
                </p:oleObj>
              </mc:Choice>
              <mc:Fallback>
                <p:oleObj name="think-cell Slide" r:id="rId4" imgW="421" imgH="423" progId="TCLayout.ActiveDocument.1">
                  <p:embed/>
                  <p:pic>
                    <p:nvPicPr>
                      <p:cNvPr id="3" name="Object 2" hidden="1"/>
                      <p:cNvPicPr/>
                      <p:nvPr/>
                    </p:nvPicPr>
                    <p:blipFill>
                      <a:blip r:embed="rId5"/>
                      <a:stretch>
                        <a:fillRect/>
                      </a:stretch>
                    </p:blipFill>
                    <p:spPr>
                      <a:xfrm>
                        <a:off x="2119" y="1591"/>
                        <a:ext cx="2116" cy="1587"/>
                      </a:xfrm>
                      <a:prstGeom prst="rect">
                        <a:avLst/>
                      </a:prstGeom>
                    </p:spPr>
                  </p:pic>
                </p:oleObj>
              </mc:Fallback>
            </mc:AlternateContent>
          </a:graphicData>
        </a:graphic>
      </p:graphicFrame>
      <p:sp>
        <p:nvSpPr>
          <p:cNvPr id="2" name="Title 1"/>
          <p:cNvSpPr>
            <a:spLocks noGrp="1"/>
          </p:cNvSpPr>
          <p:nvPr>
            <p:ph type="title"/>
          </p:nvPr>
        </p:nvSpPr>
        <p:spPr>
          <a:xfrm>
            <a:off x="454215" y="-3707"/>
            <a:ext cx="11190316" cy="777240"/>
          </a:xfrm>
        </p:spPr>
        <p:txBody>
          <a:bodyPr/>
          <a:lstStyle>
            <a:lvl1pPr>
              <a:defRPr/>
            </a:lvl1pPr>
          </a:lstStyle>
          <a:p>
            <a:r>
              <a:rPr lang="en-US"/>
              <a:t>Click to edit Master title style</a:t>
            </a:r>
          </a:p>
        </p:txBody>
      </p:sp>
      <p:sp>
        <p:nvSpPr>
          <p:cNvPr id="4" name="Text Placeholder 3"/>
          <p:cNvSpPr>
            <a:spLocks noGrp="1"/>
          </p:cNvSpPr>
          <p:nvPr>
            <p:ph type="body" sz="quarter" idx="10"/>
          </p:nvPr>
        </p:nvSpPr>
        <p:spPr>
          <a:xfrm>
            <a:off x="454215" y="1261875"/>
            <a:ext cx="11190316" cy="5184647"/>
          </a:xfrm>
        </p:spPr>
        <p:txBody>
          <a:bodyPr/>
          <a:lstStyle>
            <a:lvl1pPr marL="0" inden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4526530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spid="_x0000_s417189" name="think-cell Slide" r:id="rId4" imgW="421" imgH="423" progId="TCLayout.ActiveDocument.1">
                  <p:embed/>
                </p:oleObj>
              </mc:Choice>
              <mc:Fallback>
                <p:oleObj name="think-cell Slide" r:id="rId4" imgW="421" imgH="423" progId="TCLayout.ActiveDocument.1">
                  <p:embed/>
                  <p:pic>
                    <p:nvPicPr>
                      <p:cNvPr id="3" name="Object 2" hidden="1"/>
                      <p:cNvPicPr/>
                      <p:nvPr/>
                    </p:nvPicPr>
                    <p:blipFill>
                      <a:blip r:embed="rId5"/>
                      <a:stretch>
                        <a:fillRect/>
                      </a:stretch>
                    </p:blipFill>
                    <p:spPr>
                      <a:xfrm>
                        <a:off x="2119" y="1591"/>
                        <a:ext cx="2116" cy="1587"/>
                      </a:xfrm>
                      <a:prstGeom prst="rect">
                        <a:avLst/>
                      </a:prstGeom>
                    </p:spPr>
                  </p:pic>
                </p:oleObj>
              </mc:Fallback>
            </mc:AlternateContent>
          </a:graphicData>
        </a:graphic>
      </p:graphicFrame>
      <p:sp>
        <p:nvSpPr>
          <p:cNvPr id="2" name="Title 1"/>
          <p:cNvSpPr>
            <a:spLocks noGrp="1"/>
          </p:cNvSpPr>
          <p:nvPr>
            <p:ph type="title"/>
          </p:nvPr>
        </p:nvSpPr>
        <p:spPr/>
        <p:txBody>
          <a:bodyPr/>
          <a:lstStyle>
            <a:lvl1pPr>
              <a:defRPr/>
            </a:lvl1pPr>
          </a:lstStyle>
          <a:p>
            <a:r>
              <a:rPr lang="en-US" dirty="0"/>
              <a:t>Click to edit Master title style</a:t>
            </a:r>
          </a:p>
        </p:txBody>
      </p:sp>
    </p:spTree>
    <p:extLst>
      <p:ext uri="{BB962C8B-B14F-4D97-AF65-F5344CB8AC3E}">
        <p14:creationId xmlns:p14="http://schemas.microsoft.com/office/powerpoint/2010/main" val="2367384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IN LAOUT TO US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358775" y="812800"/>
            <a:ext cx="11490325" cy="681145"/>
          </a:xfrm>
          <a:prstGeom prst="rect">
            <a:avLst/>
          </a:prstGeom>
        </p:spPr>
        <p:txBody>
          <a:bodyPr lIns="0" tIns="0" rIns="0" bIns="0">
            <a:noAutofit/>
          </a:bodyPr>
          <a:lstStyle>
            <a:lvl1pPr marL="0" indent="0">
              <a:spcAft>
                <a:spcPts val="1200"/>
              </a:spcAft>
              <a:buNone/>
              <a:defRPr sz="18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358775" y="358775"/>
            <a:ext cx="11490325" cy="377914"/>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8" name="Text Placeholder 18"/>
          <p:cNvSpPr>
            <a:spLocks noGrp="1"/>
          </p:cNvSpPr>
          <p:nvPr>
            <p:ph idx="1"/>
          </p:nvPr>
        </p:nvSpPr>
        <p:spPr>
          <a:xfrm>
            <a:off x="358775" y="1665818"/>
            <a:ext cx="11490325" cy="4773082"/>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105046622"/>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DTTILLP TEMPLAT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3"/>
            <a:ext cx="11162351" cy="757255"/>
          </a:xfrm>
          <a:prstGeom prst="rect">
            <a:avLst/>
          </a:prstGeom>
        </p:spPr>
        <p:txBody>
          <a:bodyPr lIns="0" tIns="0" rIns="0" bIns="0">
            <a:noAutofit/>
          </a:bodyPr>
          <a:lstStyle>
            <a:lvl1pPr marL="0" indent="0">
              <a:buNone/>
              <a:defRPr sz="1632" b="0">
                <a:solidFill>
                  <a:schemeClr val="tx2"/>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2"/>
            <a:ext cx="11162351" cy="334101"/>
          </a:xfrm>
          <a:prstGeom prst="rect">
            <a:avLst/>
          </a:prstGeom>
        </p:spPr>
        <p:txBody>
          <a:bodyPr vert="horz" lIns="0" tIns="0" rIns="0" bIns="0" rtlCol="0" anchor="t" anchorCtr="0">
            <a:noAutofit/>
          </a:bodyPr>
          <a:lstStyle>
            <a:lvl1pPr>
              <a:defRPr>
                <a:latin typeface="+mj-lt"/>
              </a:defRPr>
            </a:lvl1pPr>
          </a:lstStyle>
          <a:p>
            <a:r>
              <a:rPr lang="en-US" noProof="0" dirty="0"/>
              <a:t>Click to edit Master title style</a:t>
            </a:r>
          </a:p>
        </p:txBody>
      </p:sp>
      <p:sp>
        <p:nvSpPr>
          <p:cNvPr id="8" name="Text Placeholder 18"/>
          <p:cNvSpPr>
            <a:spLocks noGrp="1"/>
          </p:cNvSpPr>
          <p:nvPr>
            <p:ph idx="1"/>
          </p:nvPr>
        </p:nvSpPr>
        <p:spPr>
          <a:xfrm>
            <a:off x="501651" y="1528800"/>
            <a:ext cx="11165416" cy="4850401"/>
          </a:xfrm>
          <a:prstGeom prst="rect">
            <a:avLst/>
          </a:prstGeom>
        </p:spPr>
        <p:txBody>
          <a:bodyPr vert="horz" lIns="0" tIns="0" rIns="0" bIns="0" rtlCol="0">
            <a:noAutofit/>
          </a:bodyPr>
          <a:lstStyle>
            <a:lvl1pPr>
              <a:spcAft>
                <a:spcPts val="907"/>
              </a:spcAft>
              <a:defRPr sz="997"/>
            </a:lvl1pPr>
            <a:lvl2pPr>
              <a:spcAft>
                <a:spcPts val="907"/>
              </a:spcAft>
              <a:defRPr sz="997"/>
            </a:lvl2pPr>
            <a:lvl3pPr>
              <a:spcAft>
                <a:spcPts val="907"/>
              </a:spcAft>
              <a:defRPr sz="997"/>
            </a:lvl3pPr>
            <a:lvl4pPr>
              <a:spcAft>
                <a:spcPts val="907"/>
              </a:spcAft>
              <a:defRPr sz="997"/>
            </a:lvl4pPr>
            <a:lvl5pPr>
              <a:spcAft>
                <a:spcPts val="907"/>
              </a:spcAft>
              <a:defRPr sz="997"/>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224538391"/>
      </p:ext>
    </p:extLst>
  </p:cSld>
  <p:clrMapOvr>
    <a:masterClrMapping/>
  </p:clrMapOvr>
  <p:transition>
    <p:fade/>
  </p:transition>
  <p:extLst>
    <p:ext uri="{DCECCB84-F9BA-43D5-87BE-67443E8EF086}">
      <p15:sldGuideLst xmlns:p15="http://schemas.microsoft.com/office/powerpoint/2012/main">
        <p15:guide id="1" orient="horz" pos="9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spid="_x0000_s418213" name="think-cell Slide" r:id="rId4" imgW="442" imgH="442" progId="TCLayout.ActiveDocument.1">
                  <p:embed/>
                </p:oleObj>
              </mc:Choice>
              <mc:Fallback>
                <p:oleObj name="think-cell Slide" r:id="rId4" imgW="442" imgH="442" progId="TCLayout.ActiveDocument.1">
                  <p:embed/>
                  <p:pic>
                    <p:nvPicPr>
                      <p:cNvPr id="2" name="Object 1" hidden="1"/>
                      <p:cNvPicPr/>
                      <p:nvPr/>
                    </p:nvPicPr>
                    <p:blipFill>
                      <a:blip r:embed="rId5"/>
                      <a:stretch>
                        <a:fillRect/>
                      </a:stretch>
                    </p:blipFill>
                    <p:spPr>
                      <a:xfrm>
                        <a:off x="1589" y="1590"/>
                        <a:ext cx="1587" cy="1587"/>
                      </a:xfrm>
                      <a:prstGeom prst="rect">
                        <a:avLst/>
                      </a:prstGeom>
                    </p:spPr>
                  </p:pic>
                </p:oleObj>
              </mc:Fallback>
            </mc:AlternateContent>
          </a:graphicData>
        </a:graphic>
      </p:graphicFrame>
      <p:sp>
        <p:nvSpPr>
          <p:cNvPr id="3" name="Content Placeholder 2"/>
          <p:cNvSpPr>
            <a:spLocks noGrp="1"/>
          </p:cNvSpPr>
          <p:nvPr>
            <p:ph idx="1"/>
          </p:nvPr>
        </p:nvSpPr>
        <p:spPr>
          <a:xfrm>
            <a:off x="493487" y="1828801"/>
            <a:ext cx="7793283" cy="4451121"/>
          </a:xfrm>
        </p:spPr>
        <p:txBody>
          <a:bodyPr>
            <a:noAutofit/>
          </a:bodyPr>
          <a:lstStyle>
            <a:lvl1pPr marL="0" indent="0">
              <a:lnSpc>
                <a:spcPct val="110000"/>
              </a:lnSpc>
              <a:spcBef>
                <a:spcPts val="0"/>
              </a:spcBef>
              <a:buNone/>
              <a:defRPr sz="1089" b="0">
                <a:solidFill>
                  <a:schemeClr val="tx2"/>
                </a:solidFill>
              </a:defRPr>
            </a:lvl1pPr>
            <a:lvl2pPr marL="0" indent="0">
              <a:lnSpc>
                <a:spcPct val="110000"/>
              </a:lnSpc>
              <a:spcBef>
                <a:spcPts val="0"/>
              </a:spcBef>
              <a:buFont typeface="Arial" pitchFamily="34" charset="0"/>
              <a:buNone/>
              <a:tabLst/>
              <a:defRPr sz="1089" b="1">
                <a:solidFill>
                  <a:schemeClr val="accent2"/>
                </a:solidFill>
              </a:defRPr>
            </a:lvl2pPr>
            <a:lvl3pPr marL="0" indent="0">
              <a:lnSpc>
                <a:spcPct val="110000"/>
              </a:lnSpc>
              <a:spcBef>
                <a:spcPts val="0"/>
              </a:spcBef>
              <a:buFont typeface="Arial" pitchFamily="34" charset="0"/>
              <a:buNone/>
              <a:defRPr sz="1089" b="0">
                <a:solidFill>
                  <a:schemeClr val="tx2"/>
                </a:solidFill>
              </a:defRPr>
            </a:lvl3pPr>
            <a:lvl4pPr marL="146508" indent="-146508">
              <a:lnSpc>
                <a:spcPct val="110000"/>
              </a:lnSpc>
              <a:spcBef>
                <a:spcPts val="0"/>
              </a:spcBef>
              <a:buFont typeface="Arial" pitchFamily="34" charset="0"/>
              <a:buChar char="•"/>
              <a:defRPr sz="1089"/>
            </a:lvl4pPr>
            <a:lvl5pPr marL="338485" indent="-181872">
              <a:lnSpc>
                <a:spcPct val="110000"/>
              </a:lnSpc>
              <a:spcBef>
                <a:spcPts val="0"/>
              </a:spcBef>
              <a:defRPr sz="108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itle Placeholder 1"/>
          <p:cNvSpPr>
            <a:spLocks noGrp="1"/>
          </p:cNvSpPr>
          <p:nvPr>
            <p:ph type="title"/>
          </p:nvPr>
        </p:nvSpPr>
        <p:spPr>
          <a:xfrm>
            <a:off x="493487" y="332059"/>
            <a:ext cx="7793283" cy="1086194"/>
          </a:xfrm>
          <a:prstGeom prst="rect">
            <a:avLst/>
          </a:prstGeom>
        </p:spPr>
        <p:txBody>
          <a:bodyPr vert="horz" lIns="0" tIns="0" rIns="0" bIns="0" rtlCol="0" anchor="t" anchorCtr="0">
            <a:noAutofit/>
          </a:bodyPr>
          <a:lstStyle/>
          <a:p>
            <a:r>
              <a:rPr lang="en-US"/>
              <a:t>Click to edit Master title style</a:t>
            </a:r>
            <a:endParaRPr lang="en-GB" dirty="0"/>
          </a:p>
        </p:txBody>
      </p:sp>
      <p:sp>
        <p:nvSpPr>
          <p:cNvPr id="19" name="Slide Number Placeholder 7"/>
          <p:cNvSpPr>
            <a:spLocks noGrp="1"/>
          </p:cNvSpPr>
          <p:nvPr>
            <p:ph type="sldNum" sz="quarter" idx="4"/>
          </p:nvPr>
        </p:nvSpPr>
        <p:spPr>
          <a:xfrm>
            <a:off x="10629330" y="6408004"/>
            <a:ext cx="1056119" cy="252001"/>
          </a:xfrm>
          <a:prstGeom prst="rect">
            <a:avLst/>
          </a:prstGeom>
        </p:spPr>
        <p:txBody>
          <a:bodyPr vert="horz" lIns="0" tIns="0" rIns="0" bIns="0" rtlCol="0" anchor="ctr" anchorCtr="0"/>
          <a:lstStyle>
            <a:lvl1pPr algn="r">
              <a:defRPr sz="726" b="0">
                <a:solidFill>
                  <a:schemeClr val="tx2"/>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93488" y="6408004"/>
            <a:ext cx="10079297" cy="252001"/>
          </a:xfrm>
          <a:prstGeom prst="rect">
            <a:avLst/>
          </a:prstGeom>
        </p:spPr>
        <p:txBody>
          <a:bodyPr vert="horz" lIns="0" tIns="0" rIns="0" bIns="0" rtlCol="0" anchor="ctr" anchorCtr="0"/>
          <a:lstStyle>
            <a:lvl1pPr algn="l">
              <a:defRPr sz="726" b="0">
                <a:solidFill>
                  <a:schemeClr val="tx2"/>
                </a:solidFill>
              </a:defRPr>
            </a:lvl1pPr>
          </a:lstStyle>
          <a:p>
            <a:r>
              <a:rPr lang="en-GB" dirty="0"/>
              <a:t>Member Firms and DTTL: Insert appropriate copyright (Go Header &amp; Footer to edit this text)</a:t>
            </a:r>
          </a:p>
        </p:txBody>
      </p:sp>
      <p:sp>
        <p:nvSpPr>
          <p:cNvPr id="10" name="Text Placeholder 9"/>
          <p:cNvSpPr>
            <a:spLocks noGrp="1"/>
          </p:cNvSpPr>
          <p:nvPr>
            <p:ph type="body" sz="quarter" idx="10"/>
          </p:nvPr>
        </p:nvSpPr>
        <p:spPr>
          <a:xfrm>
            <a:off x="9001604" y="1828802"/>
            <a:ext cx="2673769" cy="4450400"/>
          </a:xfrm>
        </p:spPr>
        <p:txBody>
          <a:bodyPr>
            <a:noAutofit/>
          </a:bodyPr>
          <a:lstStyle>
            <a:lvl1pPr marL="0" indent="0">
              <a:lnSpc>
                <a:spcPct val="110000"/>
              </a:lnSpc>
              <a:spcBef>
                <a:spcPts val="0"/>
              </a:spcBef>
              <a:buNone/>
              <a:defRPr sz="1542">
                <a:solidFill>
                  <a:schemeClr val="accent3"/>
                </a:solidFill>
              </a:defRPr>
            </a:lvl1pPr>
            <a:lvl2pPr marL="0" indent="0">
              <a:lnSpc>
                <a:spcPct val="110000"/>
              </a:lnSpc>
              <a:spcBef>
                <a:spcPts val="0"/>
              </a:spcBef>
              <a:buNone/>
              <a:defRPr sz="1089">
                <a:solidFill>
                  <a:schemeClr val="tx2"/>
                </a:solidFill>
              </a:defRPr>
            </a:lvl2pPr>
            <a:lvl3pPr marL="0" indent="0">
              <a:lnSpc>
                <a:spcPct val="110000"/>
              </a:lnSpc>
              <a:spcBef>
                <a:spcPts val="0"/>
              </a:spcBef>
              <a:buNone/>
              <a:defRPr sz="1089">
                <a:solidFill>
                  <a:schemeClr val="tx2"/>
                </a:solidFill>
              </a:defRPr>
            </a:lvl3pPr>
            <a:lvl4pPr marL="0" indent="0">
              <a:lnSpc>
                <a:spcPct val="110000"/>
              </a:lnSpc>
              <a:spcBef>
                <a:spcPts val="0"/>
              </a:spcBef>
              <a:buNone/>
              <a:defRPr sz="1089">
                <a:solidFill>
                  <a:schemeClr val="tx2"/>
                </a:solidFill>
              </a:defRPr>
            </a:lvl4pPr>
            <a:lvl5pPr marL="0" indent="0">
              <a:lnSpc>
                <a:spcPct val="110000"/>
              </a:lnSpc>
              <a:spcBef>
                <a:spcPts val="0"/>
              </a:spcBef>
              <a:buNone/>
              <a:defRPr sz="1089">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5807213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
        <p:nvSpPr>
          <p:cNvPr id="4" name="Text Placeholder 8"/>
          <p:cNvSpPr>
            <a:spLocks noGrp="1"/>
          </p:cNvSpPr>
          <p:nvPr>
            <p:ph type="body" sz="quarter" idx="14"/>
          </p:nvPr>
        </p:nvSpPr>
        <p:spPr>
          <a:xfrm>
            <a:off x="511177" y="1279083"/>
            <a:ext cx="11071225" cy="647700"/>
          </a:xfrm>
        </p:spPr>
        <p:txBody>
          <a:bodyPr>
            <a:noAutofit/>
          </a:bodyPr>
          <a:lstStyle>
            <a:lvl1pPr marL="0" indent="0">
              <a:buNone/>
              <a:defRPr sz="2000">
                <a:solidFill>
                  <a:schemeClr val="bg1">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6" name="Text Placeholder 5"/>
          <p:cNvSpPr>
            <a:spLocks noGrp="1"/>
          </p:cNvSpPr>
          <p:nvPr>
            <p:ph type="body" sz="quarter" idx="15"/>
          </p:nvPr>
        </p:nvSpPr>
        <p:spPr>
          <a:xfrm>
            <a:off x="510493" y="2212900"/>
            <a:ext cx="11071907" cy="2576512"/>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087991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5"/>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1"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58210341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subtitle &amp; 1 column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spid="_x0000_s419237" name="think-cell Slide" r:id="rId4" imgW="416" imgH="416" progId="TCLayout.ActiveDocument.1">
                  <p:embed/>
                </p:oleObj>
              </mc:Choice>
              <mc:Fallback>
                <p:oleObj name="think-cell Slide" r:id="rId4" imgW="416" imgH="416" progId="TCLayout.ActiveDocument.1">
                  <p:embed/>
                  <p:pic>
                    <p:nvPicPr>
                      <p:cNvPr id="3" name="Object 2" hidden="1"/>
                      <p:cNvPicPr/>
                      <p:nvPr/>
                    </p:nvPicPr>
                    <p:blipFill>
                      <a:blip r:embed="rId5"/>
                      <a:stretch>
                        <a:fillRect/>
                      </a:stretch>
                    </p:blipFill>
                    <p:spPr>
                      <a:xfrm>
                        <a:off x="1589" y="1590"/>
                        <a:ext cx="1587" cy="1587"/>
                      </a:xfrm>
                      <a:prstGeom prst="rect">
                        <a:avLst/>
                      </a:prstGeom>
                    </p:spPr>
                  </p:pic>
                </p:oleObj>
              </mc:Fallback>
            </mc:AlternateContent>
          </a:graphicData>
        </a:graphic>
      </p:graphicFrame>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703414729"/>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129465"/>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21" y="1626104"/>
            <a:ext cx="4266983" cy="4673101"/>
          </a:xfrm>
          <a:prstGeom prst="rect">
            <a:avLst/>
          </a:prstGeom>
        </p:spPr>
        <p:txBody>
          <a:bodyPr>
            <a:noAutofit/>
          </a:bodyPr>
          <a:lstStyle>
            <a:lvl1pPr>
              <a:tabLst>
                <a:tab pos="6705264" algn="r"/>
              </a:tabLst>
              <a:defRPr sz="2400">
                <a:solidFill>
                  <a:schemeClr val="accent3"/>
                </a:solidFill>
              </a:defRPr>
            </a:lvl1pPr>
            <a:lvl2pPr>
              <a:tabLst>
                <a:tab pos="6705264" algn="r"/>
              </a:tabLst>
              <a:defRPr/>
            </a:lvl2pPr>
            <a:lvl3pPr>
              <a:tabLst>
                <a:tab pos="6705264" algn="r"/>
              </a:tabLst>
              <a:defRPr/>
            </a:lvl3pPr>
            <a:lvl4pPr>
              <a:tabLst>
                <a:tab pos="6705264" algn="r"/>
              </a:tabLst>
              <a:defRPr/>
            </a:lvl4pPr>
            <a:lvl5pPr>
              <a:tabLst>
                <a:tab pos="6705264"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1" y="1665288"/>
            <a:ext cx="6660867" cy="4633913"/>
          </a:xfrm>
          <a:prstGeom prst="rect">
            <a:avLst/>
          </a:prstGeom>
        </p:spPr>
        <p:txBody>
          <a:bodyPr>
            <a:noAutofit/>
          </a:bodyPr>
          <a:lstStyle>
            <a:lvl1pPr>
              <a:tabLst>
                <a:tab pos="6705264" algn="r"/>
              </a:tabLst>
              <a:defRPr/>
            </a:lvl1pPr>
            <a:lvl2pPr>
              <a:tabLst>
                <a:tab pos="6705264" algn="r"/>
              </a:tabLst>
              <a:defRPr/>
            </a:lvl2pPr>
            <a:lvl3pPr>
              <a:tabLst>
                <a:tab pos="6705264" algn="r"/>
              </a:tabLst>
              <a:defRPr/>
            </a:lvl3pPr>
            <a:lvl4pPr>
              <a:tabLst>
                <a:tab pos="6705264" algn="r"/>
              </a:tabLst>
              <a:defRPr/>
            </a:lvl4pPr>
            <a:lvl5pPr>
              <a:tabLst>
                <a:tab pos="6705264"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94"/>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33955075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USI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93"/>
            <a:ext cx="11252200" cy="757255"/>
          </a:xfrm>
          <a:prstGeom prst="rect">
            <a:avLst/>
          </a:prstGeom>
        </p:spPr>
        <p:txBody>
          <a:bodyPr lIns="0" tIns="0" rIns="0" bIns="0">
            <a:noAutofit/>
          </a:bodyPr>
          <a:lstStyle>
            <a:lvl1pPr marL="0" indent="0">
              <a:buNone/>
              <a:defRPr sz="132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1697"/>
            </a:lvl1pPr>
          </a:lstStyle>
          <a:p>
            <a:r>
              <a:rPr lang="en-US" noProof="0" dirty="0"/>
              <a:t>Click to edit Master title style</a:t>
            </a:r>
          </a:p>
        </p:txBody>
      </p:sp>
      <p:sp>
        <p:nvSpPr>
          <p:cNvPr id="8" name="Text Placeholder 18"/>
          <p:cNvSpPr>
            <a:spLocks noGrp="1"/>
          </p:cNvSpPr>
          <p:nvPr>
            <p:ph idx="1"/>
          </p:nvPr>
        </p:nvSpPr>
        <p:spPr>
          <a:xfrm>
            <a:off x="469900" y="1665819"/>
            <a:ext cx="11252200" cy="4633383"/>
          </a:xfrm>
          <a:prstGeom prst="rect">
            <a:avLst/>
          </a:prstGeom>
        </p:spPr>
        <p:txBody>
          <a:bodyPr vert="horz" lIns="0" tIns="0" rIns="0" bIns="0" rtlCol="0">
            <a:noAutofit/>
          </a:bodyPr>
          <a:lstStyle>
            <a:lvl1pPr marL="0" indent="0" algn="l">
              <a:buFontTx/>
              <a:buNone/>
              <a:defRPr/>
            </a:lvl1pPr>
            <a:lvl2pPr marL="89791" indent="-89791" algn="l">
              <a:buClrTx/>
              <a:buSzPct val="100000"/>
              <a:buFont typeface="Arial" panose="020B0604020202020204" pitchFamily="34" charset="0"/>
              <a:buChar char="•"/>
              <a:defRPr/>
            </a:lvl2pPr>
            <a:lvl3pPr marL="197540" indent="-89791" algn="l">
              <a:buClrTx/>
              <a:buSzPct val="100000"/>
              <a:buFont typeface="Arial" panose="020B0604020202020204" pitchFamily="34" charset="0"/>
              <a:buChar char="−"/>
              <a:defRPr/>
            </a:lvl3pPr>
            <a:lvl4pPr marL="305289" indent="-89791" algn="l">
              <a:buClrTx/>
              <a:buSzPct val="100000"/>
              <a:buFont typeface="Arial" panose="020B0604020202020204" pitchFamily="34" charset="0"/>
              <a:buChar char="◦"/>
              <a:defRPr/>
            </a:lvl4pPr>
            <a:lvl5pPr marL="413039" indent="-89791" algn="l">
              <a:buClrTx/>
              <a:buSzPct val="100000"/>
              <a:buFont typeface="Arial" panose="020B0604020202020204" pitchFamily="34" charset="0"/>
              <a:buChar cha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30473978"/>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spid="_x0000_s420261" name="think-cell Slide" r:id="rId4" imgW="416" imgH="416" progId="TCLayout.ActiveDocument.1">
                  <p:embed/>
                </p:oleObj>
              </mc:Choice>
              <mc:Fallback>
                <p:oleObj name="think-cell Slide" r:id="rId4" imgW="416" imgH="416" progId="TCLayout.ActiveDocument.1">
                  <p:embed/>
                  <p:pic>
                    <p:nvPicPr>
                      <p:cNvPr id="3" name="Object 2" hidden="1"/>
                      <p:cNvPicPr/>
                      <p:nvPr/>
                    </p:nvPicPr>
                    <p:blipFill>
                      <a:blip r:embed="rId5"/>
                      <a:stretch>
                        <a:fillRect/>
                      </a:stretch>
                    </p:blipFill>
                    <p:spPr>
                      <a:xfrm>
                        <a:off x="1589" y="1590"/>
                        <a:ext cx="1587" cy="1587"/>
                      </a:xfrm>
                      <a:prstGeom prst="rect">
                        <a:avLst/>
                      </a:prstGeom>
                    </p:spPr>
                  </p:pic>
                </p:oleObj>
              </mc:Fallback>
            </mc:AlternateContent>
          </a:graphicData>
        </a:graphic>
      </p:graphicFrame>
      <p:sp>
        <p:nvSpPr>
          <p:cNvPr id="8" name="Text Placeholder 18"/>
          <p:cNvSpPr>
            <a:spLocks noGrp="1"/>
          </p:cNvSpPr>
          <p:nvPr>
            <p:ph idx="1"/>
          </p:nvPr>
        </p:nvSpPr>
        <p:spPr>
          <a:xfrm>
            <a:off x="469900"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5304574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Holder 3"/>
          <p:cNvSpPr>
            <a:spLocks noGrp="1"/>
          </p:cNvSpPr>
          <p:nvPr>
            <p:ph type="body" idx="1"/>
          </p:nvPr>
        </p:nvSpPr>
        <p:spPr>
          <a:xfrm>
            <a:off x="469900" y="1665290"/>
            <a:ext cx="11252200" cy="4633911"/>
          </a:xfrm>
        </p:spPr>
        <p:txBody>
          <a:bodyPr lIns="0" tIns="0" rIns="0" bIns="0"/>
          <a:lstStyle>
            <a:lvl1pPr>
              <a:defRPr b="0" i="0">
                <a:solidFill>
                  <a:schemeClr val="tx1"/>
                </a:solidFill>
              </a:defRPr>
            </a:lvl1pPr>
          </a:lstStyle>
          <a:p>
            <a:endParaRPr/>
          </a:p>
        </p:txBody>
      </p:sp>
    </p:spTree>
    <p:extLst>
      <p:ext uri="{BB962C8B-B14F-4D97-AF65-F5344CB8AC3E}">
        <p14:creationId xmlns:p14="http://schemas.microsoft.com/office/powerpoint/2010/main" val="297099716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4223324190"/>
              </p:ext>
            </p:ext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spid="_x0000_s414121"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589" y="1590"/>
                        <a:ext cx="1587" cy="1587"/>
                      </a:xfrm>
                      <a:prstGeom prst="rect">
                        <a:avLst/>
                      </a:prstGeom>
                    </p:spPr>
                  </p:pic>
                </p:oleObj>
              </mc:Fallback>
            </mc:AlternateContent>
          </a:graphicData>
        </a:graphic>
      </p:graphicFrame>
      <p:sp>
        <p:nvSpPr>
          <p:cNvPr id="4" name="Text Placeholder 8"/>
          <p:cNvSpPr>
            <a:spLocks noGrp="1"/>
          </p:cNvSpPr>
          <p:nvPr>
            <p:ph type="body" sz="quarter" idx="13" hasCustomPrompt="1"/>
          </p:nvPr>
        </p:nvSpPr>
        <p:spPr>
          <a:xfrm>
            <a:off x="469900" y="808408"/>
            <a:ext cx="11252200" cy="252000"/>
          </a:xfrm>
          <a:prstGeom prst="rect">
            <a:avLst/>
          </a:prstGeom>
        </p:spPr>
        <p:txBody>
          <a:bodyPr lIns="0" tIns="0" rIns="0" bIns="0" anchor="ctr">
            <a:noAutofit/>
          </a:bodyPr>
          <a:lstStyle>
            <a:lvl1pPr marL="0" indent="0">
              <a:buNone/>
              <a:defRPr sz="1600" b="0">
                <a:solidFill>
                  <a:schemeClr val="bg2">
                    <a:lumMod val="50000"/>
                  </a:schemeClr>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b="1"/>
            </a:lvl1pPr>
          </a:lstStyle>
          <a:p>
            <a:r>
              <a:rPr lang="en-US" noProof="0"/>
              <a:t>Click to edit Master title style</a:t>
            </a:r>
            <a:endParaRPr lang="en-US" noProof="0" dirty="0"/>
          </a:p>
        </p:txBody>
      </p:sp>
    </p:spTree>
    <p:extLst>
      <p:ext uri="{BB962C8B-B14F-4D97-AF65-F5344CB8AC3E}">
        <p14:creationId xmlns:p14="http://schemas.microsoft.com/office/powerpoint/2010/main" val="120843544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MAIN DTTILLP TEMPLATE">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501651" y="317502"/>
            <a:ext cx="11162351" cy="334101"/>
          </a:xfrm>
          <a:prstGeom prst="rect">
            <a:avLst/>
          </a:prstGeom>
        </p:spPr>
        <p:txBody>
          <a:bodyPr vert="horz" lIns="0" tIns="0" rIns="0" bIns="0" rtlCol="0" anchor="t" anchorCtr="0">
            <a:noAutofit/>
          </a:bodyPr>
          <a:lstStyle>
            <a:lvl1pPr>
              <a:defRPr>
                <a:latin typeface="+mj-lt"/>
              </a:defRPr>
            </a:lvl1pPr>
          </a:lstStyle>
          <a:p>
            <a:r>
              <a:rPr lang="en-US" noProof="0" dirty="0"/>
              <a:t>Click to edit Master title style</a:t>
            </a:r>
          </a:p>
        </p:txBody>
      </p:sp>
    </p:spTree>
    <p:extLst>
      <p:ext uri="{BB962C8B-B14F-4D97-AF65-F5344CB8AC3E}">
        <p14:creationId xmlns:p14="http://schemas.microsoft.com/office/powerpoint/2010/main" val="2875936935"/>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1" y="1665293"/>
            <a:ext cx="9348787" cy="4633911"/>
          </a:xfrm>
          <a:prstGeom prst="rect">
            <a:avLst/>
          </a:prstGeom>
        </p:spPr>
        <p:txBody>
          <a:bodyPr/>
          <a:lstStyle>
            <a:lvl1pPr>
              <a:tabLst>
                <a:tab pos="8971887" algn="r"/>
              </a:tabLst>
              <a:defRPr/>
            </a:lvl1pPr>
            <a:lvl2pPr>
              <a:tabLst>
                <a:tab pos="8971887" algn="r"/>
              </a:tabLst>
              <a:defRPr/>
            </a:lvl2pPr>
            <a:lvl3pPr>
              <a:tabLst>
                <a:tab pos="8971887" algn="r"/>
              </a:tabLst>
              <a:defRPr/>
            </a:lvl3pPr>
            <a:lvl4pPr>
              <a:tabLst>
                <a:tab pos="8971887" algn="r"/>
              </a:tabLst>
              <a:defRPr/>
            </a:lvl4pPr>
            <a:lvl5pPr>
              <a:tabLst>
                <a:tab pos="6705104" algn="r"/>
              </a:tabLst>
              <a:defRPr baseline="0"/>
            </a:lvl5pPr>
            <a:lvl6pPr>
              <a:tabLst>
                <a:tab pos="8971887" algn="r"/>
              </a:tabLst>
              <a:defRPr/>
            </a:lvl6pPr>
            <a:lvl7pPr>
              <a:tabLst>
                <a:tab pos="8971887" algn="r"/>
              </a:tabLst>
              <a:defRPr/>
            </a:lvl7pPr>
            <a:lvl8pPr>
              <a:tabLst>
                <a:tab pos="8971887" algn="r"/>
              </a:tabLst>
              <a:defRPr/>
            </a:lvl8pPr>
            <a:lvl9pPr>
              <a:tabLst>
                <a:tab pos="8971887"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9"/>
            <a:ext cx="11252200" cy="334103"/>
          </a:xfrm>
          <a:prstGeom prst="rect">
            <a:avLst/>
          </a:prstGeom>
        </p:spPr>
        <p:txBody>
          <a:bodyPr vert="horz" lIns="0" tIns="0" rIns="0" bIns="0" rtlCol="0" anchor="t" anchorCtr="0">
            <a:noAutofit/>
          </a:bodyPr>
          <a:lstStyle>
            <a:lvl1pPr>
              <a:defRPr sz="1999"/>
            </a:lvl1pPr>
          </a:lstStyle>
          <a:p>
            <a:r>
              <a:rPr lang="en-US" noProof="0"/>
              <a:t>Click to edit Master title style</a:t>
            </a:r>
            <a:endParaRPr lang="en-US" noProof="0" dirty="0"/>
          </a:p>
        </p:txBody>
      </p:sp>
    </p:spTree>
    <p:extLst>
      <p:ext uri="{BB962C8B-B14F-4D97-AF65-F5344CB8AC3E}">
        <p14:creationId xmlns:p14="http://schemas.microsoft.com/office/powerpoint/2010/main" val="284080618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1"/>
            <a:ext cx="11188699"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2" y="1665293"/>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9763708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MAIN DTTILLP TEMPLAT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3"/>
            <a:ext cx="11162351" cy="757255"/>
          </a:xfrm>
          <a:prstGeom prst="rect">
            <a:avLst/>
          </a:prstGeom>
        </p:spPr>
        <p:txBody>
          <a:bodyPr lIns="0" tIns="0" rIns="0" bIns="0">
            <a:noAutofit/>
          </a:bodyPr>
          <a:lstStyle>
            <a:lvl1pPr marL="0" indent="0">
              <a:buNone/>
              <a:defRPr sz="1814" b="0">
                <a:solidFill>
                  <a:schemeClr val="tx2"/>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2"/>
            <a:ext cx="11162351" cy="334101"/>
          </a:xfrm>
          <a:prstGeom prst="rect">
            <a:avLst/>
          </a:prstGeom>
        </p:spPr>
        <p:txBody>
          <a:bodyPr vert="horz" lIns="0" tIns="0" rIns="0" bIns="0" rtlCol="0" anchor="t" anchorCtr="0">
            <a:noAutofit/>
          </a:bodyPr>
          <a:lstStyle>
            <a:lvl1pPr>
              <a:defRPr>
                <a:latin typeface="+mj-lt"/>
              </a:defRPr>
            </a:lvl1pPr>
          </a:lstStyle>
          <a:p>
            <a:r>
              <a:rPr lang="en-US" noProof="0" dirty="0"/>
              <a:t>Click to edit Master title style</a:t>
            </a:r>
          </a:p>
        </p:txBody>
      </p:sp>
    </p:spTree>
    <p:extLst>
      <p:ext uri="{BB962C8B-B14F-4D97-AF65-F5344CB8AC3E}">
        <p14:creationId xmlns:p14="http://schemas.microsoft.com/office/powerpoint/2010/main" val="1711857682"/>
      </p:ext>
    </p:extLst>
  </p:cSld>
  <p:clrMapOvr>
    <a:masterClrMapping/>
  </p:clrMapOvr>
  <p:transition>
    <p:fade/>
  </p:transition>
  <p:extLst>
    <p:ext uri="{DCECCB84-F9BA-43D5-87BE-67443E8EF086}">
      <p15:sldGuideLst xmlns:p15="http://schemas.microsoft.com/office/powerpoint/2012/main">
        <p15:guide id="1" orient="horz" pos="9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Generic tabl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886149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aglin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888" y="1518"/>
          <a:ext cx="1885" cy="1511"/>
        </p:xfrm>
        <a:graphic>
          <a:graphicData uri="http://schemas.openxmlformats.org/presentationml/2006/ole">
            <mc:AlternateContent xmlns:mc="http://schemas.openxmlformats.org/markup-compatibility/2006">
              <mc:Choice xmlns:v="urn:schemas-microsoft-com:vml" Requires="v">
                <p:oleObj spid="_x0000_s421285" name="think-cell Slide" r:id="rId5" imgW="396" imgH="396" progId="TCLayout.ActiveDocument.1">
                  <p:embed/>
                </p:oleObj>
              </mc:Choice>
              <mc:Fallback>
                <p:oleObj name="think-cell Slide" r:id="rId5" imgW="396" imgH="396" progId="TCLayout.ActiveDocument.1">
                  <p:embed/>
                  <p:pic>
                    <p:nvPicPr>
                      <p:cNvPr id="4" name="Object 3" hidden="1"/>
                      <p:cNvPicPr/>
                      <p:nvPr/>
                    </p:nvPicPr>
                    <p:blipFill>
                      <a:blip r:embed="rId6"/>
                      <a:stretch>
                        <a:fillRect/>
                      </a:stretch>
                    </p:blipFill>
                    <p:spPr>
                      <a:xfrm>
                        <a:off x="1888" y="1518"/>
                        <a:ext cx="1885" cy="1511"/>
                      </a:xfrm>
                      <a:prstGeom prst="rect">
                        <a:avLst/>
                      </a:prstGeom>
                    </p:spPr>
                  </p:pic>
                </p:oleObj>
              </mc:Fallback>
            </mc:AlternateContent>
          </a:graphicData>
        </a:graphic>
      </p:graphicFrame>
      <p:sp>
        <p:nvSpPr>
          <p:cNvPr id="6" name="Rectangle 5" hidden="1"/>
          <p:cNvSpPr/>
          <p:nvPr userDrawn="1">
            <p:custDataLst>
              <p:tags r:id="rId3"/>
            </p:custDataLst>
          </p:nvPr>
        </p:nvSpPr>
        <p:spPr>
          <a:xfrm>
            <a:off x="1" y="0"/>
            <a:ext cx="158751" cy="158750"/>
          </a:xfrm>
          <a:prstGeom prst="rect">
            <a:avLst/>
          </a:prstGeom>
          <a:ln w="3175">
            <a:solidFill>
              <a:schemeClr val="tx1"/>
            </a:solidFill>
          </a:ln>
        </p:spPr>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ZA" sz="2000" b="1" i="0" baseline="0" dirty="0">
              <a:solidFill>
                <a:schemeClr val="tx1"/>
              </a:solidFill>
              <a:latin typeface="Century Gothic" panose="020B0502020202020204" pitchFamily="34" charset="0"/>
              <a:ea typeface="+mj-ea"/>
              <a:cs typeface="+mj-cs"/>
              <a:sym typeface="Century Gothic" panose="020B0502020202020204" pitchFamily="34" charset="0"/>
            </a:endParaRPr>
          </a:p>
        </p:txBody>
      </p:sp>
      <p:sp>
        <p:nvSpPr>
          <p:cNvPr id="2" name="Title 1"/>
          <p:cNvSpPr>
            <a:spLocks noGrp="1"/>
          </p:cNvSpPr>
          <p:nvPr>
            <p:ph type="title" hasCustomPrompt="1"/>
          </p:nvPr>
        </p:nvSpPr>
        <p:spPr/>
        <p:txBody>
          <a:bodyPr/>
          <a:lstStyle>
            <a:lvl1pPr>
              <a:defRPr sz="2000">
                <a:solidFill>
                  <a:schemeClr val="accent1"/>
                </a:solidFill>
              </a:defRPr>
            </a:lvl1pPr>
          </a:lstStyle>
          <a:p>
            <a:r>
              <a:rPr lang="en-ZA" dirty="0"/>
              <a:t>Title (1 line, only capitalise first letter and nouns)</a:t>
            </a:r>
          </a:p>
        </p:txBody>
      </p:sp>
      <p:sp>
        <p:nvSpPr>
          <p:cNvPr id="9" name="Text Placeholder 8"/>
          <p:cNvSpPr>
            <a:spLocks noGrp="1"/>
          </p:cNvSpPr>
          <p:nvPr>
            <p:ph type="body" sz="quarter" idx="11" hasCustomPrompt="1"/>
          </p:nvPr>
        </p:nvSpPr>
        <p:spPr>
          <a:xfrm>
            <a:off x="341524" y="782640"/>
            <a:ext cx="10311787" cy="484187"/>
          </a:xfrm>
          <a:prstGeom prst="rect">
            <a:avLst/>
          </a:prstGeom>
          <a:noFill/>
          <a:ln w="9525">
            <a:noFill/>
            <a:miter lim="800000"/>
            <a:headEnd/>
            <a:tailEnd/>
          </a:ln>
        </p:spPr>
        <p:txBody>
          <a:bodyPr vert="horz" wrap="square" lIns="94798" tIns="46569" rIns="94798" bIns="46569" numCol="1" anchor="ctr" anchorCtr="0" compatLnSpc="1">
            <a:prstTxWarp prst="textNoShape">
              <a:avLst/>
            </a:prstTxWarp>
            <a:noAutofit/>
          </a:bodyPr>
          <a:lstStyle>
            <a:lvl1pPr marL="0" indent="0" algn="l">
              <a:defRPr lang="en-US" sz="1600" b="0" i="0" smtClean="0">
                <a:solidFill>
                  <a:schemeClr val="accent1"/>
                </a:solidFill>
                <a:latin typeface="Century Gothic"/>
                <a:ea typeface="+mj-ea"/>
                <a:cs typeface="+mj-cs"/>
                <a:sym typeface="Century Gothic"/>
              </a:defRPr>
            </a:lvl1pPr>
            <a:lvl2pPr>
              <a:defRPr lang="en-US" sz="1136" b="1" smtClean="0">
                <a:solidFill>
                  <a:schemeClr val="tx2"/>
                </a:solidFill>
                <a:latin typeface="Century Gothic" pitchFamily="34" charset="0"/>
              </a:defRPr>
            </a:lvl2pPr>
            <a:lvl3pPr>
              <a:defRPr lang="en-US" sz="1136" b="1" smtClean="0">
                <a:solidFill>
                  <a:schemeClr val="tx2"/>
                </a:solidFill>
                <a:latin typeface="Century Gothic" pitchFamily="34" charset="0"/>
              </a:defRPr>
            </a:lvl3pPr>
            <a:lvl4pPr>
              <a:defRPr lang="en-US" sz="1136" b="1" smtClean="0">
                <a:solidFill>
                  <a:schemeClr val="tx2"/>
                </a:solidFill>
                <a:latin typeface="Century Gothic" pitchFamily="34" charset="0"/>
              </a:defRPr>
            </a:lvl4pPr>
            <a:lvl5pPr>
              <a:defRPr lang="en-ZA" sz="1136" b="1">
                <a:solidFill>
                  <a:schemeClr val="tx2"/>
                </a:solidFill>
                <a:latin typeface="Century Gothic" pitchFamily="34" charset="0"/>
              </a:defRPr>
            </a:lvl5pPr>
          </a:lstStyle>
          <a:p>
            <a:pPr marL="0" lvl="0" indent="0" algn="l">
              <a:lnSpc>
                <a:spcPct val="100000"/>
              </a:lnSpc>
              <a:buFontTx/>
              <a:buNone/>
            </a:pPr>
            <a:r>
              <a:rPr lang="en-ZA" dirty="0"/>
              <a:t>Tagline (1 or 2 lines, only capitalise first letters and nouns). Only full stops between sentences, not at end of last sentence</a:t>
            </a:r>
          </a:p>
        </p:txBody>
      </p:sp>
      <p:sp>
        <p:nvSpPr>
          <p:cNvPr id="7" name="Text Placeholder 6"/>
          <p:cNvSpPr>
            <a:spLocks noGrp="1"/>
          </p:cNvSpPr>
          <p:nvPr>
            <p:ph type="body" sz="quarter" idx="13" hasCustomPrompt="1"/>
          </p:nvPr>
        </p:nvSpPr>
        <p:spPr>
          <a:xfrm>
            <a:off x="2743201" y="6377940"/>
            <a:ext cx="8388351" cy="414822"/>
          </a:xfrm>
          <a:prstGeom prst="rect">
            <a:avLst/>
          </a:prstGeom>
        </p:spPr>
        <p:txBody>
          <a:bodyPr tIns="0" bIns="36000" anchor="b"/>
          <a:lstStyle>
            <a:lvl1pPr marL="0" marR="0" indent="0" algn="l" defTabSz="914400" rtl="0" eaLnBrk="1" fontAlgn="base" latinLnBrk="0" hangingPunct="1">
              <a:lnSpc>
                <a:spcPct val="90000"/>
              </a:lnSpc>
              <a:spcBef>
                <a:spcPct val="0"/>
              </a:spcBef>
              <a:spcAft>
                <a:spcPct val="0"/>
              </a:spcAft>
              <a:buClrTx/>
              <a:buSzTx/>
              <a:buFontTx/>
              <a:buNone/>
              <a:tabLst/>
              <a:defRPr lang="en-US" sz="1000" b="0" kern="1200" baseline="0" dirty="0" smtClean="0">
                <a:solidFill>
                  <a:schemeClr val="tx2"/>
                </a:solidFill>
                <a:latin typeface="+mn-lt"/>
                <a:ea typeface="+mn-ea"/>
                <a:cs typeface="Calibri" pitchFamily="34" charset="0"/>
              </a:defRPr>
            </a:lvl1pPr>
            <a:lvl2pPr marL="536575" indent="-536575" algn="l" defTabSz="914400" rtl="0" eaLnBrk="1" latinLnBrk="0" hangingPunct="1">
              <a:defRPr lang="en-US" sz="1000" kern="1200" dirty="0" smtClean="0">
                <a:solidFill>
                  <a:srgbClr val="262626"/>
                </a:solidFill>
                <a:latin typeface="+mn-lt"/>
                <a:ea typeface="+mn-ea"/>
                <a:cs typeface="Calibri" pitchFamily="34" charset="0"/>
              </a:defRPr>
            </a:lvl2pPr>
            <a:lvl3pPr marL="536575" indent="-536575" algn="l" defTabSz="914400" rtl="0" eaLnBrk="1" latinLnBrk="0" hangingPunct="1">
              <a:defRPr lang="en-US" sz="1000" kern="1200" dirty="0" smtClean="0">
                <a:solidFill>
                  <a:srgbClr val="262626"/>
                </a:solidFill>
                <a:latin typeface="+mn-lt"/>
                <a:ea typeface="+mn-ea"/>
                <a:cs typeface="Calibri" pitchFamily="34" charset="0"/>
              </a:defRPr>
            </a:lvl3pPr>
            <a:lvl4pPr marL="536575" indent="-536575" algn="l" defTabSz="914400" rtl="0" eaLnBrk="1" latinLnBrk="0" hangingPunct="1">
              <a:defRPr lang="en-US" sz="1000" kern="1200" dirty="0" smtClean="0">
                <a:solidFill>
                  <a:srgbClr val="262626"/>
                </a:solidFill>
                <a:latin typeface="+mn-lt"/>
                <a:ea typeface="+mn-ea"/>
                <a:cs typeface="Calibri" pitchFamily="34" charset="0"/>
              </a:defRPr>
            </a:lvl4pPr>
            <a:lvl5pPr marL="536575" indent="-536575" algn="l" defTabSz="914400" rtl="0" eaLnBrk="1" latinLnBrk="0" hangingPunct="1">
              <a:defRPr lang="en-ZA" sz="1000" kern="1200" dirty="0">
                <a:solidFill>
                  <a:srgbClr val="262626"/>
                </a:solidFill>
                <a:latin typeface="+mn-lt"/>
                <a:ea typeface="+mn-ea"/>
                <a:cs typeface="Calibri" pitchFamily="34" charset="0"/>
              </a:defRPr>
            </a:lvl5pPr>
          </a:lstStyle>
          <a:p>
            <a:pPr marL="536575" marR="0" lvl="0" indent="-536575" algn="l" defTabSz="914400" rtl="0" eaLnBrk="1" fontAlgn="base" latinLnBrk="0" hangingPunct="1">
              <a:lnSpc>
                <a:spcPct val="90000"/>
              </a:lnSpc>
              <a:spcBef>
                <a:spcPct val="0"/>
              </a:spcBef>
              <a:spcAft>
                <a:spcPct val="0"/>
              </a:spcAft>
              <a:buClrTx/>
              <a:buSzTx/>
              <a:buFontTx/>
              <a:buNone/>
              <a:tabLst/>
              <a:defRPr/>
            </a:pPr>
            <a:r>
              <a:rPr lang="en-ZA" dirty="0"/>
              <a:t>[Notes/Source:]</a:t>
            </a:r>
          </a:p>
        </p:txBody>
      </p:sp>
      <p:sp>
        <p:nvSpPr>
          <p:cNvPr id="8" name="Slide Number Placeholder 4"/>
          <p:cNvSpPr txBox="1">
            <a:spLocks/>
          </p:cNvSpPr>
          <p:nvPr userDrawn="1"/>
        </p:nvSpPr>
        <p:spPr>
          <a:xfrm>
            <a:off x="11220225" y="6465703"/>
            <a:ext cx="527275"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lumMod val="50000"/>
                  </a:schemeClr>
                </a:solidFill>
                <a:latin typeface="Century Gothic" panose="020B0502020202020204" pitchFamily="34" charset="0"/>
                <a:ea typeface="Century Gothic" panose="020B0502020202020204" pitchFamily="34" charset="0"/>
                <a:cs typeface="Century Gothic" panose="020B0502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EC1376E-E09F-4137-ABE2-5F47D624406C}" type="slidenum">
              <a:rPr kumimoji="0" lang="en-ZA" sz="1200" b="0" i="0" u="none" strike="noStrike" kern="1200" cap="none" spc="0" normalizeH="0" baseline="0" noProof="0" smtClean="0">
                <a:ln>
                  <a:noFill/>
                </a:ln>
                <a:solidFill>
                  <a:prstClr val="white">
                    <a:lumMod val="50000"/>
                  </a:prstClr>
                </a:solidFill>
                <a:effectLst/>
                <a:uLnTx/>
                <a:uFillTx/>
                <a:latin typeface="Century Gothic" panose="020B0502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ZA" sz="1200" b="0" i="0" u="none" strike="noStrike" kern="1200" cap="none" spc="0" normalizeH="0" baseline="0" noProof="0" dirty="0">
              <a:ln>
                <a:noFill/>
              </a:ln>
              <a:solidFill>
                <a:prstClr val="white">
                  <a:lumMod val="50000"/>
                </a:prstClr>
              </a:solidFill>
              <a:effectLst/>
              <a:uLnTx/>
              <a:uFillTx/>
              <a:latin typeface="Century Gothic" panose="020B0502020202020204" pitchFamily="34" charset="0"/>
            </a:endParaRPr>
          </a:p>
        </p:txBody>
      </p:sp>
    </p:spTree>
    <p:extLst>
      <p:ext uri="{BB962C8B-B14F-4D97-AF65-F5344CB8AC3E}">
        <p14:creationId xmlns:p14="http://schemas.microsoft.com/office/powerpoint/2010/main" val="3658148454"/>
      </p:ext>
    </p:extLst>
  </p:cSld>
  <p:clrMapOvr>
    <a:masterClrMapping/>
  </p:clrMapOvr>
  <p:extLst>
    <p:ext uri="{DCECCB84-F9BA-43D5-87BE-67443E8EF086}">
      <p15:sldGuideLst xmlns:p15="http://schemas.microsoft.com/office/powerpoint/2012/main">
        <p15:guide id="1" orient="horz" pos="51">
          <p15:clr>
            <a:srgbClr val="FBAE40"/>
          </p15:clr>
        </p15:guide>
        <p15:guide id="2" orient="horz" pos="346">
          <p15:clr>
            <a:srgbClr val="FBAE40"/>
          </p15:clr>
        </p15:guide>
        <p15:guide id="3" orient="horz" pos="482">
          <p15:clr>
            <a:srgbClr val="FBAE40"/>
          </p15:clr>
        </p15:guide>
        <p15:guide id="4" orient="horz" pos="799">
          <p15:clr>
            <a:srgbClr val="FBAE40"/>
          </p15:clr>
        </p15:guide>
        <p15:guide id="5" orient="horz" pos="845">
          <p15:clr>
            <a:srgbClr val="FBAE40"/>
          </p15:clr>
        </p15:guide>
        <p15:guide id="6" orient="horz" pos="3974">
          <p15:clr>
            <a:srgbClr val="FBAE40"/>
          </p15:clr>
        </p15:guide>
        <p15:guide id="7" orient="horz" pos="4292">
          <p15:clr>
            <a:srgbClr val="FBAE40"/>
          </p15:clr>
        </p15:guide>
        <p15:guide id="8" orient="horz" pos="4020">
          <p15:clr>
            <a:srgbClr val="FBAE40"/>
          </p15:clr>
        </p15:guide>
        <p15:guide id="9" pos="211">
          <p15:clr>
            <a:srgbClr val="FBAE40"/>
          </p15:clr>
        </p15:guide>
        <p15:guide id="10" pos="7469">
          <p15:clr>
            <a:srgbClr val="FBAE40"/>
          </p15:clr>
        </p15:guide>
        <p15:guide id="11" pos="3840">
          <p15:clr>
            <a:srgbClr val="FBAE40"/>
          </p15:clr>
        </p15:guide>
        <p15:guide id="12" pos="3908">
          <p15:clr>
            <a:srgbClr val="FBAE40"/>
          </p15:clr>
        </p15:guide>
        <p15:guide id="13" pos="3772">
          <p15:clr>
            <a:srgbClr val="FBAE40"/>
          </p15:clr>
        </p15:guide>
        <p15:guide id="14" orient="horz" pos="240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 name="Textplatzhalter 2"/>
          <p:cNvSpPr>
            <a:spLocks noGrp="1"/>
          </p:cNvSpPr>
          <p:nvPr>
            <p:ph type="body" idx="1" hasCustomPrompt="1"/>
          </p:nvPr>
        </p:nvSpPr>
        <p:spPr>
          <a:xfrm>
            <a:off x="511911" y="728666"/>
            <a:ext cx="11168183" cy="601013"/>
          </a:xfrm>
          <a:prstGeom prst="rect">
            <a:avLst/>
          </a:prstGeom>
          <a:noFill/>
        </p:spPr>
        <p:txBody>
          <a:bodyPr anchor="t"/>
          <a:lstStyle>
            <a:lvl1pPr marL="0" marR="0" indent="0" algn="l" defTabSz="1005083" rtl="0" eaLnBrk="1" fontAlgn="auto" latinLnBrk="0" hangingPunct="1">
              <a:lnSpc>
                <a:spcPct val="100000"/>
              </a:lnSpc>
              <a:spcBef>
                <a:spcPts val="0"/>
              </a:spcBef>
              <a:spcAft>
                <a:spcPts val="0"/>
              </a:spcAft>
              <a:buClr>
                <a:schemeClr val="tx2"/>
              </a:buClr>
              <a:buSzTx/>
              <a:buFontTx/>
              <a:buNone/>
              <a:tabLst/>
              <a:defRPr lang="en-GB" sz="2000" b="0" kern="1200" dirty="0" smtClean="0">
                <a:solidFill>
                  <a:srgbClr val="575757"/>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1005083" rtl="0" eaLnBrk="1" latinLnBrk="0" hangingPunct="1">
              <a:lnSpc>
                <a:spcPct val="100000"/>
              </a:lnSpc>
              <a:spcBef>
                <a:spcPts val="0"/>
              </a:spcBef>
              <a:buClr>
                <a:schemeClr val="tx2"/>
              </a:buClr>
              <a:buFontTx/>
              <a:buNone/>
            </a:pPr>
            <a:r>
              <a:rPr lang="en-GB" dirty="0"/>
              <a:t>Click here to enter slide message</a:t>
            </a:r>
          </a:p>
        </p:txBody>
      </p:sp>
      <p:sp>
        <p:nvSpPr>
          <p:cNvPr id="18" name="Content Placeholder 17"/>
          <p:cNvSpPr>
            <a:spLocks noGrp="1"/>
          </p:cNvSpPr>
          <p:nvPr>
            <p:ph sz="quarter" idx="15" hasCustomPrompt="1"/>
          </p:nvPr>
        </p:nvSpPr>
        <p:spPr>
          <a:xfrm>
            <a:off x="511909" y="1484316"/>
            <a:ext cx="11168183" cy="4824413"/>
          </a:xfrm>
        </p:spPr>
        <p:txBody>
          <a:bodyPr/>
          <a:lstStyle>
            <a:lvl1pPr>
              <a:defRPr/>
            </a:lvl1pPr>
          </a:lstStyle>
          <a:p>
            <a:pPr lvl="0"/>
            <a:r>
              <a:rPr lang="en-GB" dirty="0"/>
              <a:t>Click here to enter text</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 level</a:t>
            </a:r>
          </a:p>
          <a:p>
            <a:pPr lvl="6"/>
            <a:r>
              <a:rPr lang="en-GB" noProof="0" dirty="0"/>
              <a:t>Seventh</a:t>
            </a:r>
            <a:r>
              <a:rPr lang="en-GB" dirty="0"/>
              <a:t> level</a:t>
            </a:r>
          </a:p>
          <a:p>
            <a:pPr lvl="7"/>
            <a:r>
              <a:rPr lang="en-GB" dirty="0"/>
              <a:t>Eight level</a:t>
            </a:r>
          </a:p>
          <a:p>
            <a:pPr lvl="8"/>
            <a:r>
              <a:rPr lang="en-GB" dirty="0"/>
              <a:t>Ninth level</a:t>
            </a:r>
          </a:p>
        </p:txBody>
      </p:sp>
      <p:sp>
        <p:nvSpPr>
          <p:cNvPr id="4" name="Title 3"/>
          <p:cNvSpPr>
            <a:spLocks noGrp="1"/>
          </p:cNvSpPr>
          <p:nvPr>
            <p:ph type="title"/>
          </p:nvPr>
        </p:nvSpPr>
        <p:spPr/>
        <p:txBody>
          <a:bodyPr/>
          <a:lstStyle/>
          <a:p>
            <a:r>
              <a:rPr lang="en-GB" dirty="0"/>
              <a:t>Click to edit Master title style</a:t>
            </a:r>
          </a:p>
        </p:txBody>
      </p:sp>
      <p:sp>
        <p:nvSpPr>
          <p:cNvPr id="12" name="Slide Number Placeholder 26"/>
          <p:cNvSpPr>
            <a:spLocks noGrp="1"/>
          </p:cNvSpPr>
          <p:nvPr>
            <p:ph type="sldNum" sz="quarter" idx="4"/>
          </p:nvPr>
        </p:nvSpPr>
        <p:spPr>
          <a:xfrm>
            <a:off x="11889243" y="5717544"/>
            <a:ext cx="176331" cy="123111"/>
          </a:xfrm>
          <a:prstGeom prst="rect">
            <a:avLst/>
          </a:prstGeom>
        </p:spPr>
        <p:txBody>
          <a:bodyPr vert="horz" wrap="square" lIns="0" tIns="0" rIns="0" bIns="0" rtlCol="0" anchor="ctr">
            <a:spAutoFit/>
          </a:bodyPr>
          <a:lstStyle>
            <a:lvl1pPr algn="r">
              <a:defRPr sz="800">
                <a:solidFill>
                  <a:schemeClr val="tx1"/>
                </a:solidFill>
              </a:defRPr>
            </a:lvl1pPr>
          </a:lstStyle>
          <a:p>
            <a:fld id="{E7E69083-84D8-4E59-86E6-37E14A15C756}" type="slidenum">
              <a:rPr lang="en-GB" smtClean="0"/>
              <a:pPr/>
              <a:t>‹#›</a:t>
            </a:fld>
            <a:endParaRPr lang="en-GB" dirty="0"/>
          </a:p>
        </p:txBody>
      </p:sp>
      <p:sp>
        <p:nvSpPr>
          <p:cNvPr id="13" name="Footer Placeholder 2"/>
          <p:cNvSpPr>
            <a:spLocks noGrp="1"/>
          </p:cNvSpPr>
          <p:nvPr>
            <p:ph type="ftr" sz="quarter" idx="3"/>
          </p:nvPr>
        </p:nvSpPr>
        <p:spPr>
          <a:xfrm>
            <a:off x="6716378" y="6515402"/>
            <a:ext cx="4346300" cy="123111"/>
          </a:xfrm>
          <a:prstGeom prst="rect">
            <a:avLst/>
          </a:prstGeom>
        </p:spPr>
        <p:txBody>
          <a:bodyPr vert="horz" wrap="square" lIns="0" tIns="0" rIns="0" bIns="0" rtlCol="0" anchor="ctr">
            <a:spAutoFit/>
          </a:bodyPr>
          <a:lstStyle>
            <a:lvl1pPr algn="r">
              <a:defRPr sz="800">
                <a:solidFill>
                  <a:schemeClr val="tx1"/>
                </a:solidFill>
              </a:defRPr>
            </a:lvl1pPr>
          </a:lstStyle>
          <a:p>
            <a:r>
              <a:rPr lang="en-GB" dirty="0"/>
              <a:t>Agile transformation</a:t>
            </a:r>
          </a:p>
        </p:txBody>
      </p:sp>
    </p:spTree>
    <p:extLst>
      <p:ext uri="{BB962C8B-B14F-4D97-AF65-F5344CB8AC3E}">
        <p14:creationId xmlns:p14="http://schemas.microsoft.com/office/powerpoint/2010/main" val="320595706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22309" name="think-cell Slide" r:id="rId4" imgW="442" imgH="442" progId="TCLayout.ActiveDocument.1">
                  <p:embed/>
                </p:oleObj>
              </mc:Choice>
              <mc:Fallback>
                <p:oleObj name="think-cell Slide" r:id="rId4" imgW="442" imgH="442"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4" name="Title Placeholder 1"/>
          <p:cNvSpPr>
            <a:spLocks noGrp="1"/>
          </p:cNvSpPr>
          <p:nvPr>
            <p:ph type="title"/>
          </p:nvPr>
        </p:nvSpPr>
        <p:spPr>
          <a:xfrm>
            <a:off x="225878" y="165101"/>
            <a:ext cx="11441191" cy="762272"/>
          </a:xfrm>
          <a:prstGeom prst="rect">
            <a:avLst/>
          </a:prstGeom>
        </p:spPr>
        <p:txBody>
          <a:bodyPr vert="horz" lIns="0" tIns="0" rIns="0" bIns="0" rtlCol="0" anchor="b"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1" y="1117601"/>
            <a:ext cx="11165416" cy="52616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529551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81455757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610489126"/>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dirty="0"/>
              <a:t>Click icon to add chart</a:t>
            </a:r>
            <a:endParaRPr lang="en-GB" dirty="0"/>
          </a:p>
        </p:txBody>
      </p:sp>
      <p:sp>
        <p:nvSpPr>
          <p:cNvPr id="18" name="Text Placeholder 8"/>
          <p:cNvSpPr>
            <a:spLocks noGrp="1"/>
          </p:cNvSpPr>
          <p:nvPr>
            <p:ph type="body" sz="quarter" idx="18"/>
          </p:nvPr>
        </p:nvSpPr>
        <p:spPr>
          <a:xfrm>
            <a:off x="501652" y="1700214"/>
            <a:ext cx="11188699" cy="357187"/>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1335673292"/>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99524958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548639" y="1154113"/>
            <a:ext cx="11106912" cy="4887468"/>
          </a:xfrm>
          <a:prstGeom prst="rect">
            <a:avLst/>
          </a:prstGeom>
        </p:spPr>
        <p:txBody>
          <a:bodyPr vert="horz" lIns="0" tIns="0" rIns="0" bIns="0" rtlCol="0">
            <a:noAutofit/>
          </a:bodyPr>
          <a:lstStyle>
            <a:lvl1pPr marL="0" marR="0" indent="0" algn="l" defTabSz="891112" rtl="0" eaLnBrk="1" fontAlgn="base" latinLnBrk="0" hangingPunct="1">
              <a:lnSpc>
                <a:spcPct val="100000"/>
              </a:lnSpc>
              <a:spcBef>
                <a:spcPts val="2145"/>
              </a:spcBef>
              <a:spcAft>
                <a:spcPct val="0"/>
              </a:spcAft>
              <a:buClrTx/>
              <a:buSzTx/>
              <a:buFont typeface="Arial" pitchFamily="34" charset="0"/>
              <a:buNone/>
              <a:tabLst/>
              <a:defRPr kumimoji="0" lang="en-US" sz="1755" b="0" i="0" u="none" strike="noStrike" kern="1200" cap="none" normalizeH="0" baseline="0" dirty="0" smtClean="0">
                <a:ln>
                  <a:noFill/>
                </a:ln>
                <a:solidFill>
                  <a:schemeClr val="tx2"/>
                </a:solidFill>
                <a:effectLst/>
                <a:latin typeface="+mn-lt"/>
                <a:ea typeface="+mn-ea"/>
                <a:cs typeface="Arial" pitchFamily="34" charset="0"/>
              </a:defRPr>
            </a:lvl1pPr>
            <a:lvl2pPr marL="170177" marR="0" indent="-168631" algn="l" defTabSz="891112" rtl="0" eaLnBrk="1" fontAlgn="base" latinLnBrk="0" hangingPunct="1">
              <a:lnSpc>
                <a:spcPct val="100000"/>
              </a:lnSpc>
              <a:spcAft>
                <a:spcPct val="0"/>
              </a:spcAft>
              <a:buFont typeface="Arial" pitchFamily="34" charset="0"/>
              <a:tabLst/>
              <a:defRPr kumimoji="0" lang="en-US" sz="1755" b="0" i="0" u="none" strike="noStrike" kern="1200" cap="none" normalizeH="0" baseline="0" dirty="0" smtClean="0">
                <a:ln>
                  <a:noFill/>
                </a:ln>
                <a:solidFill>
                  <a:schemeClr val="tx2"/>
                </a:solidFill>
                <a:effectLst/>
                <a:latin typeface="+mn-lt"/>
                <a:ea typeface="+mn-ea"/>
                <a:cs typeface="Arial" pitchFamily="34" charset="0"/>
              </a:defRPr>
            </a:lvl2pPr>
            <a:lvl3pPr marR="0" algn="l" defTabSz="891112" rtl="0" eaLnBrk="1" fontAlgn="base" latinLnBrk="0" hangingPunct="1">
              <a:lnSpc>
                <a:spcPct val="100000"/>
              </a:lnSpc>
              <a:spcAft>
                <a:spcPct val="0"/>
              </a:spcAft>
              <a:buFont typeface="Arial" pitchFamily="34" charset="0"/>
              <a:tabLst/>
              <a:defRPr kumimoji="0" lang="en-US" sz="156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891112" rtl="0" eaLnBrk="1" fontAlgn="base" latinLnBrk="0" hangingPunct="1">
              <a:lnSpc>
                <a:spcPct val="100000"/>
              </a:lnSpc>
              <a:spcAft>
                <a:spcPct val="0"/>
              </a:spcAft>
              <a:buFont typeface="Arial" pitchFamily="34" charset="0"/>
              <a:tabLst/>
              <a:defRPr kumimoji="0" lang="en-US" sz="1560" b="0" i="0" u="none" strike="noStrike" kern="1200" cap="none" normalizeH="0" baseline="0" dirty="0" smtClean="0">
                <a:ln>
                  <a:noFill/>
                </a:ln>
                <a:solidFill>
                  <a:schemeClr val="tx2"/>
                </a:solidFill>
                <a:effectLst/>
                <a:latin typeface="+mn-lt"/>
                <a:ea typeface="+mn-ea"/>
                <a:cs typeface="Arial" pitchFamily="34" charset="0"/>
              </a:defRPr>
            </a:lvl4pPr>
            <a:lvl5pPr marR="0" algn="l" defTabSz="891112" rtl="0" eaLnBrk="1" fontAlgn="base" latinLnBrk="0" hangingPunct="1">
              <a:lnSpc>
                <a:spcPct val="100000"/>
              </a:lnSpc>
              <a:spcAft>
                <a:spcPct val="0"/>
              </a:spcAft>
              <a:buFont typeface="Arial" pitchFamily="34" charset="0"/>
              <a:tabLst/>
              <a:defRPr kumimoji="0" lang="en-US" sz="1560" b="0" i="0" u="none" strike="noStrike" kern="1200" cap="none" normalizeH="0" baseline="0" dirty="0" smtClean="0">
                <a:ln>
                  <a:noFill/>
                </a:ln>
                <a:solidFill>
                  <a:schemeClr val="tx2"/>
                </a:solidFill>
                <a:effectLst/>
                <a:latin typeface="+mn-lt"/>
                <a:ea typeface="+mn-ea"/>
                <a:cs typeface="Arial" pitchFamily="34" charset="0"/>
              </a:defRPr>
            </a:lvl5pPr>
            <a:lvl6pPr marR="0" algn="l" defTabSz="891112" rtl="0" eaLnBrk="1" fontAlgn="base" latinLnBrk="0" hangingPunct="1">
              <a:lnSpc>
                <a:spcPct val="100000"/>
              </a:lnSpc>
              <a:spcAft>
                <a:spcPct val="0"/>
              </a:spcAft>
              <a:buFont typeface="Arial" pitchFamily="34" charset="0"/>
              <a:tabLst/>
              <a:defRPr kumimoji="0" lang="en-US" sz="1755"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8"/>
          <p:cNvSpPr>
            <a:spLocks noGrp="1"/>
          </p:cNvSpPr>
          <p:nvPr>
            <p:ph type="body" sz="quarter" idx="13"/>
          </p:nvPr>
        </p:nvSpPr>
        <p:spPr bwMode="gray">
          <a:xfrm>
            <a:off x="552454" y="779469"/>
            <a:ext cx="11106912"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195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891112"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5" name="Title Placeholder 10"/>
          <p:cNvSpPr>
            <a:spLocks noGrp="1"/>
          </p:cNvSpPr>
          <p:nvPr>
            <p:ph type="title"/>
          </p:nvPr>
        </p:nvSpPr>
        <p:spPr bwMode="gray">
          <a:xfrm>
            <a:off x="552454" y="502467"/>
            <a:ext cx="11106912" cy="276999"/>
          </a:xfrm>
          <a:prstGeom prst="rect">
            <a:avLst/>
          </a:prstGeom>
        </p:spPr>
        <p:txBody>
          <a:bodyPr lIns="0" tIns="0" rIns="0" bIns="0" anchor="b" anchorCtr="0">
            <a:spAutoFit/>
          </a:bodyPr>
          <a:lstStyle/>
          <a:p>
            <a:pPr marL="0" marR="0" lvl="0" indent="0" algn="l" defTabSz="891112"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extLst>
      <p:ext uri="{BB962C8B-B14F-4D97-AF65-F5344CB8AC3E}">
        <p14:creationId xmlns:p14="http://schemas.microsoft.com/office/powerpoint/2010/main" val="19858086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CA"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CA" noProof="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7" name="TextBox 6">
            <a:extLst>
              <a:ext uri="{FF2B5EF4-FFF2-40B4-BE49-F238E27FC236}">
                <a16:creationId xmlns:a16="http://schemas.microsoft.com/office/drawing/2014/main" id="{D3CB48DF-ADD9-4591-9853-C05E7F9635B2}"/>
              </a:ext>
            </a:extLst>
          </p:cNvPr>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CA" sz="650" noProof="0" dirty="0">
                <a:solidFill>
                  <a:schemeClr val="bg1"/>
                </a:solidFill>
              </a:rPr>
              <a:t>© Deloitte LLP and affiliated entities.</a:t>
            </a:r>
          </a:p>
        </p:txBody>
      </p:sp>
      <p:sp>
        <p:nvSpPr>
          <p:cNvPr id="10" name="Slide Number Placeholder 5">
            <a:extLst>
              <a:ext uri="{FF2B5EF4-FFF2-40B4-BE49-F238E27FC236}">
                <a16:creationId xmlns:a16="http://schemas.microsoft.com/office/drawing/2014/main" id="{164CC7ED-0C1E-4E35-B4AA-400ECAD176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F695FC-AA4F-4E34-8BBF-6E548B3698A7}" type="slidenum">
              <a:rPr lang="en-US" smtClean="0"/>
              <a:t>‹#›</a:t>
            </a:fld>
            <a:endParaRPr lang="en-US" dirty="0"/>
          </a:p>
        </p:txBody>
      </p:sp>
    </p:spTree>
    <p:extLst>
      <p:ext uri="{BB962C8B-B14F-4D97-AF65-F5344CB8AC3E}">
        <p14:creationId xmlns:p14="http://schemas.microsoft.com/office/powerpoint/2010/main" val="2939905014"/>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Left,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347390" cy="1995802"/>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en-US" dirty="0"/>
              <a:t>Click to edit Master title style</a:t>
            </a:r>
          </a:p>
        </p:txBody>
      </p:sp>
      <p:sp>
        <p:nvSpPr>
          <p:cNvPr id="4" name="Text Placeholder 4"/>
          <p:cNvSpPr>
            <a:spLocks noGrp="1"/>
          </p:cNvSpPr>
          <p:nvPr>
            <p:ph type="body" sz="quarter" idx="16" hasCustomPrompt="1"/>
          </p:nvPr>
        </p:nvSpPr>
        <p:spPr>
          <a:xfrm>
            <a:off x="914400" y="2743200"/>
            <a:ext cx="3355975" cy="1169988"/>
          </a:xfrm>
        </p:spPr>
        <p:txBody>
          <a:bodyPr/>
          <a:lstStyle>
            <a:lvl1pPr marL="0" indent="0">
              <a:lnSpc>
                <a:spcPct val="130000"/>
              </a:lnSpc>
              <a:buNone/>
              <a:defRPr sz="1200" baseline="0"/>
            </a:lvl1pPr>
          </a:lstStyle>
          <a:p>
            <a:pPr lvl="0"/>
            <a:r>
              <a:rPr lang="en-US" dirty="0"/>
              <a:t>Click to edit Master text styles</a:t>
            </a:r>
          </a:p>
        </p:txBody>
      </p:sp>
    </p:spTree>
    <p:extLst>
      <p:ext uri="{BB962C8B-B14F-4D97-AF65-F5344CB8AC3E}">
        <p14:creationId xmlns:p14="http://schemas.microsoft.com/office/powerpoint/2010/main" val="9976718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dirty="0"/>
              <a:t>BREADCRUMBS</a:t>
            </a:r>
          </a:p>
        </p:txBody>
      </p:sp>
    </p:spTree>
    <p:extLst>
      <p:ext uri="{BB962C8B-B14F-4D97-AF65-F5344CB8AC3E}">
        <p14:creationId xmlns:p14="http://schemas.microsoft.com/office/powerpoint/2010/main" val="22609972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ubtitle &amp; 1 column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spid="_x0000_s423333"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589" y="1589"/>
                        <a:ext cx="1587" cy="1587"/>
                      </a:xfrm>
                      <a:prstGeom prst="rect">
                        <a:avLst/>
                      </a:prstGeom>
                    </p:spPr>
                  </p:pic>
                </p:oleObj>
              </mc:Fallback>
            </mc:AlternateContent>
          </a:graphicData>
        </a:graphic>
      </p:graphicFrame>
      <p:sp>
        <p:nvSpPr>
          <p:cNvPr id="9" name="Text Placeholder 8"/>
          <p:cNvSpPr>
            <a:spLocks noGrp="1"/>
          </p:cNvSpPr>
          <p:nvPr>
            <p:ph type="body" sz="quarter" idx="13" hasCustomPrompt="1"/>
          </p:nvPr>
        </p:nvSpPr>
        <p:spPr>
          <a:xfrm>
            <a:off x="501652" y="651604"/>
            <a:ext cx="11162349" cy="307621"/>
          </a:xfrm>
          <a:prstGeom prst="rect">
            <a:avLst/>
          </a:prstGeom>
        </p:spPr>
        <p:txBody>
          <a:bodyPr lIns="0" tIns="0" rIns="0" bIns="0">
            <a:noAutofit/>
          </a:bodyPr>
          <a:lstStyle>
            <a:lvl1pPr marL="0" indent="0">
              <a:buNone/>
              <a:defRPr sz="1600" b="0">
                <a:solidFill>
                  <a:srgbClr val="86BC25"/>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49" cy="334101"/>
          </a:xfrm>
          <a:prstGeom prst="rect">
            <a:avLst/>
          </a:prstGeom>
        </p:spPr>
        <p:txBody>
          <a:bodyPr vert="horz" lIns="0" tIns="0" rIns="0" bIns="0" rtlCol="0" anchor="t" anchorCtr="0">
            <a:noAutofit/>
          </a:bodyPr>
          <a:lstStyle>
            <a:lvl1pPr>
              <a:defRPr b="1"/>
            </a:lvl1pPr>
          </a:lstStyle>
          <a:p>
            <a:r>
              <a:rPr lang="en-US" noProof="0"/>
              <a:t>Click to edit Master title style</a:t>
            </a:r>
            <a:endParaRPr lang="en-US" noProof="0" dirty="0"/>
          </a:p>
        </p:txBody>
      </p:sp>
      <p:sp>
        <p:nvSpPr>
          <p:cNvPr id="10" name="Footer Placeholder 2"/>
          <p:cNvSpPr>
            <a:spLocks noGrp="1"/>
          </p:cNvSpPr>
          <p:nvPr>
            <p:ph type="ftr" sz="quarter" idx="3"/>
          </p:nvPr>
        </p:nvSpPr>
        <p:spPr>
          <a:xfrm>
            <a:off x="501649" y="6477000"/>
            <a:ext cx="5355168" cy="100156"/>
          </a:xfrm>
          <a:prstGeom prst="rect">
            <a:avLst/>
          </a:prstGeom>
          <a:noFill/>
        </p:spPr>
        <p:txBody>
          <a:bodyPr wrap="square" lIns="0" tIns="0" rIns="0" bIns="0" rtlCol="0">
            <a:spAutoFit/>
          </a:bodyPr>
          <a:lstStyle>
            <a:lvl1pPr>
              <a:defRPr lang="fr-FR" sz="651" dirty="0"/>
            </a:lvl1pPr>
          </a:lstStyle>
          <a:p>
            <a:pPr>
              <a:spcBef>
                <a:spcPts val="600"/>
              </a:spcBef>
              <a:buSzPct val="100000"/>
            </a:pPr>
            <a:endParaRPr lang="en-IN" dirty="0"/>
          </a:p>
        </p:txBody>
      </p:sp>
      <p:sp>
        <p:nvSpPr>
          <p:cNvPr id="12" name="Date Placeholder 8"/>
          <p:cNvSpPr>
            <a:spLocks noGrp="1"/>
          </p:cNvSpPr>
          <p:nvPr>
            <p:ph type="dt" sz="half" idx="2"/>
          </p:nvPr>
        </p:nvSpPr>
        <p:spPr>
          <a:xfrm>
            <a:off x="6335185" y="6477000"/>
            <a:ext cx="4896560" cy="100156"/>
          </a:xfrm>
          <a:prstGeom prst="rect">
            <a:avLst/>
          </a:prstGeom>
          <a:noFill/>
        </p:spPr>
        <p:txBody>
          <a:bodyPr wrap="square" lIns="0" tIns="0" rIns="0" bIns="0" rtlCol="0">
            <a:spAutoFit/>
          </a:bodyPr>
          <a:lstStyle>
            <a:lvl1pPr>
              <a:defRPr lang="fr-FR" sz="651" smtClean="0"/>
            </a:lvl1pPr>
          </a:lstStyle>
          <a:p>
            <a:pPr algn="r">
              <a:buSzPct val="100000"/>
              <a:buFont typeface="Arial"/>
              <a:buNone/>
            </a:pPr>
            <a:endParaRPr lang="fr-FR" dirty="0"/>
          </a:p>
        </p:txBody>
      </p:sp>
    </p:spTree>
    <p:extLst>
      <p:ext uri="{BB962C8B-B14F-4D97-AF65-F5344CB8AC3E}">
        <p14:creationId xmlns:p14="http://schemas.microsoft.com/office/powerpoint/2010/main" val="207387677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FD5EB77-A56C-4971-9867-0C14B26A0981}" type="datetimeFigureOut">
              <a:rPr lang="en-IN" smtClean="0"/>
              <a:t>21-12-2021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8DC42DF-7D46-4938-911D-E2FBBEC1B3E7}" type="slidenum">
              <a:rPr lang="en-IN" smtClean="0"/>
              <a:t>‹#›</a:t>
            </a:fld>
            <a:endParaRPr lang="en-IN" dirty="0"/>
          </a:p>
        </p:txBody>
      </p:sp>
    </p:spTree>
    <p:extLst>
      <p:ext uri="{BB962C8B-B14F-4D97-AF65-F5344CB8AC3E}">
        <p14:creationId xmlns:p14="http://schemas.microsoft.com/office/powerpoint/2010/main" val="33935041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solidFill>
          <a:schemeClr val="tx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0587" y="727200"/>
            <a:ext cx="7200000" cy="5400000"/>
          </a:xfrm>
          <a:prstGeom prst="rect">
            <a:avLst/>
          </a:prstGeom>
        </p:spPr>
        <p:txBody>
          <a:bodyPr/>
          <a:lstStyle/>
          <a:p>
            <a:r>
              <a:rPr lang="en-US" dirty="0"/>
              <a:t>Click icon to add picture</a:t>
            </a:r>
            <a:endParaRPr lang="en-GB" dirty="0"/>
          </a:p>
        </p:txBody>
      </p:sp>
      <p:sp>
        <p:nvSpPr>
          <p:cNvPr id="2" name="Title 1"/>
          <p:cNvSpPr>
            <a:spLocks noGrp="1"/>
          </p:cNvSpPr>
          <p:nvPr>
            <p:ph type="ctrTitle"/>
          </p:nvPr>
        </p:nvSpPr>
        <p:spPr bwMode="gray">
          <a:xfrm>
            <a:off x="527051" y="5549440"/>
            <a:ext cx="5568949" cy="324000"/>
          </a:xfrm>
        </p:spPr>
        <p:txBody>
          <a:bodyPr anchor="t" anchorCtr="0">
            <a:noAutofit/>
          </a:bodyPr>
          <a:lstStyle>
            <a:lvl1pPr algn="l">
              <a:lnSpc>
                <a:spcPct val="100000"/>
              </a:lnSpc>
              <a:defRPr sz="180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Subtitle 2"/>
          <p:cNvSpPr>
            <a:spLocks noGrp="1"/>
          </p:cNvSpPr>
          <p:nvPr>
            <p:ph type="subTitle" idx="1"/>
          </p:nvPr>
        </p:nvSpPr>
        <p:spPr bwMode="gray">
          <a:xfrm>
            <a:off x="527051" y="5864230"/>
            <a:ext cx="5568948" cy="505645"/>
          </a:xfrm>
          <a:prstGeom prst="rect">
            <a:avLst/>
          </a:prstGeom>
        </p:spPr>
        <p:txBody>
          <a:bodyPr lIns="0" tIns="0" rIns="0" bIns="0">
            <a:noAutofit/>
          </a:bodyPr>
          <a:lstStyle>
            <a:lvl1pPr marL="0" indent="0" algn="l">
              <a:lnSpc>
                <a:spcPct val="11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Text Placeholder 4"/>
          <p:cNvSpPr>
            <a:spLocks noGrp="1"/>
          </p:cNvSpPr>
          <p:nvPr>
            <p:ph type="body" sz="quarter" idx="10"/>
          </p:nvPr>
        </p:nvSpPr>
        <p:spPr>
          <a:xfrm>
            <a:off x="527051" y="6399564"/>
            <a:ext cx="55689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051" y="404814"/>
            <a:ext cx="2178308" cy="307849"/>
          </a:xfrm>
          <a:prstGeom prst="rect">
            <a:avLst/>
          </a:prstGeom>
        </p:spPr>
      </p:pic>
    </p:spTree>
    <p:extLst>
      <p:ext uri="{BB962C8B-B14F-4D97-AF65-F5344CB8AC3E}">
        <p14:creationId xmlns:p14="http://schemas.microsoft.com/office/powerpoint/2010/main" val="112040941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2"/>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3" name="Picture Placeholder 8"/>
          <p:cNvSpPr>
            <a:spLocks noGrp="1"/>
          </p:cNvSpPr>
          <p:nvPr>
            <p:ph type="pic" sz="quarter" idx="11"/>
          </p:nvPr>
        </p:nvSpPr>
        <p:spPr>
          <a:xfrm>
            <a:off x="3639171" y="1196190"/>
            <a:ext cx="4462272" cy="4462810"/>
          </a:xfrm>
          <a:prstGeom prst="rect">
            <a:avLst/>
          </a:prstGeom>
        </p:spPr>
        <p:txBody>
          <a:bodyPr/>
          <a:lstStyle/>
          <a:p>
            <a:r>
              <a:rPr lang="en-US" noProof="0" dirty="0"/>
              <a:t>Click icon to add picture</a:t>
            </a:r>
          </a:p>
        </p:txBody>
      </p:sp>
      <p:grpSp>
        <p:nvGrpSpPr>
          <p:cNvPr id="22" name="Group 21"/>
          <p:cNvGrpSpPr>
            <a:grpSpLocks noChangeAspect="1"/>
          </p:cNvGrpSpPr>
          <p:nvPr userDrawn="1"/>
        </p:nvGrpSpPr>
        <p:grpSpPr>
          <a:xfrm>
            <a:off x="376900" y="358775"/>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78485" y="6281165"/>
            <a:ext cx="1438659" cy="252985"/>
          </a:xfrm>
          <a:prstGeom prst="rect">
            <a:avLst/>
          </a:prstGeom>
        </p:spPr>
      </p:pic>
    </p:spTree>
    <p:extLst>
      <p:ext uri="{BB962C8B-B14F-4D97-AF65-F5344CB8AC3E}">
        <p14:creationId xmlns:p14="http://schemas.microsoft.com/office/powerpoint/2010/main" val="2635108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14" name="Rectangle 13"/>
          <p:cNvSpPr/>
          <p:nvPr userDrawn="1"/>
        </p:nvSpPr>
        <p:spPr bwMode="gray">
          <a:xfrm>
            <a:off x="0" y="0"/>
            <a:ext cx="12192000" cy="6858000"/>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13" name="Group 12"/>
          <p:cNvGrpSpPr/>
          <p:nvPr userDrawn="1"/>
        </p:nvGrpSpPr>
        <p:grpSpPr>
          <a:xfrm>
            <a:off x="376900" y="358775"/>
            <a:ext cx="1998000" cy="374400"/>
            <a:chOff x="376900" y="358775"/>
            <a:chExt cx="1998000" cy="374400"/>
          </a:xfrm>
        </p:grpSpPr>
        <p:sp>
          <p:nvSpPr>
            <p:cNvPr id="3" name="Oval 5"/>
            <p:cNvSpPr>
              <a:spLocks noChangeArrowheads="1"/>
            </p:cNvSpPr>
            <p:nvPr userDrawn="1"/>
          </p:nvSpPr>
          <p:spPr bwMode="auto">
            <a:xfrm>
              <a:off x="2267691" y="627030"/>
              <a:ext cx="107209" cy="10614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 name="Freeform 6"/>
            <p:cNvSpPr>
              <a:spLocks noEditPoints="1"/>
            </p:cNvSpPr>
            <p:nvPr userDrawn="1"/>
          </p:nvSpPr>
          <p:spPr bwMode="auto">
            <a:xfrm>
              <a:off x="376900" y="360705"/>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5" name="Rectangle 7"/>
            <p:cNvSpPr>
              <a:spLocks noChangeArrowheads="1"/>
            </p:cNvSpPr>
            <p:nvPr userDrawn="1"/>
          </p:nvSpPr>
          <p:spPr bwMode="auto">
            <a:xfrm>
              <a:off x="1000666" y="358775"/>
              <a:ext cx="91615" cy="36861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6" name="Freeform 8"/>
            <p:cNvSpPr>
              <a:spLocks noEditPoints="1"/>
            </p:cNvSpPr>
            <p:nvPr userDrawn="1"/>
          </p:nvSpPr>
          <p:spPr bwMode="auto">
            <a:xfrm>
              <a:off x="1129318" y="449480"/>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7" name="Rectangle 9"/>
            <p:cNvSpPr>
              <a:spLocks noChangeArrowheads="1"/>
            </p:cNvSpPr>
            <p:nvPr userDrawn="1"/>
          </p:nvSpPr>
          <p:spPr bwMode="auto">
            <a:xfrm>
              <a:off x="1431454" y="453340"/>
              <a:ext cx="91615" cy="27404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8" name="Rectangle 10"/>
            <p:cNvSpPr>
              <a:spLocks noChangeArrowheads="1"/>
            </p:cNvSpPr>
            <p:nvPr userDrawn="1"/>
          </p:nvSpPr>
          <p:spPr bwMode="auto">
            <a:xfrm>
              <a:off x="1431454" y="358775"/>
              <a:ext cx="91615" cy="6175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9" name="Freeform 11"/>
            <p:cNvSpPr>
              <a:spLocks/>
            </p:cNvSpPr>
            <p:nvPr userDrawn="1"/>
          </p:nvSpPr>
          <p:spPr bwMode="auto">
            <a:xfrm>
              <a:off x="1560106" y="366495"/>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0" name="Freeform 12"/>
            <p:cNvSpPr>
              <a:spLocks/>
            </p:cNvSpPr>
            <p:nvPr userDrawn="1"/>
          </p:nvSpPr>
          <p:spPr bwMode="auto">
            <a:xfrm>
              <a:off x="1772577" y="366495"/>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1" name="Freeform 13"/>
            <p:cNvSpPr>
              <a:spLocks noEditPoints="1"/>
            </p:cNvSpPr>
            <p:nvPr userDrawn="1"/>
          </p:nvSpPr>
          <p:spPr bwMode="auto">
            <a:xfrm>
              <a:off x="1986996" y="449480"/>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2" name="Freeform 14"/>
            <p:cNvSpPr>
              <a:spLocks noEditPoints="1"/>
            </p:cNvSpPr>
            <p:nvPr userDrawn="1"/>
          </p:nvSpPr>
          <p:spPr bwMode="auto">
            <a:xfrm>
              <a:off x="708276" y="449480"/>
              <a:ext cx="257303"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066467642"/>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Bulle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spid="_x0000_s425375" name="think-cell Slide" r:id="rId4" imgW="421" imgH="423" progId="TCLayout.ActiveDocument.1">
                  <p:embed/>
                </p:oleObj>
              </mc:Choice>
              <mc:Fallback>
                <p:oleObj name="think-cell Slide" r:id="rId4" imgW="421" imgH="423" progId="TCLayout.ActiveDocument.1">
                  <p:embed/>
                  <p:pic>
                    <p:nvPicPr>
                      <p:cNvPr id="3" name="Object 2" hidden="1"/>
                      <p:cNvPicPr/>
                      <p:nvPr/>
                    </p:nvPicPr>
                    <p:blipFill>
                      <a:blip r:embed="rId5"/>
                      <a:stretch>
                        <a:fillRect/>
                      </a:stretch>
                    </p:blipFill>
                    <p:spPr>
                      <a:xfrm>
                        <a:off x="2119" y="1591"/>
                        <a:ext cx="2116" cy="1587"/>
                      </a:xfrm>
                      <a:prstGeom prst="rect">
                        <a:avLst/>
                      </a:prstGeom>
                    </p:spPr>
                  </p:pic>
                </p:oleObj>
              </mc:Fallback>
            </mc:AlternateContent>
          </a:graphicData>
        </a:graphic>
      </p:graphicFrame>
      <p:pic>
        <p:nvPicPr>
          <p:cNvPr id="3076" name="Picture 4" descr="https://brandspace.deloitte.com/downloads/58ac6a2dc6bc0/lg_B72JG3.jpg.jpg"/>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12192001" cy="713232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userDrawn="1"/>
        </p:nvSpPr>
        <p:spPr bwMode="gray">
          <a:xfrm>
            <a:off x="-1" y="0"/>
            <a:ext cx="12192000" cy="7132320"/>
          </a:xfrm>
          <a:prstGeom prst="rect">
            <a:avLst/>
          </a:prstGeom>
          <a:solidFill>
            <a:schemeClr val="tx1">
              <a:alpha val="78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Tree>
    <p:extLst>
      <p:ext uri="{BB962C8B-B14F-4D97-AF65-F5344CB8AC3E}">
        <p14:creationId xmlns:p14="http://schemas.microsoft.com/office/powerpoint/2010/main" val="4166003974"/>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0" y="0"/>
            <a:ext cx="6096000" cy="6858000"/>
          </a:xfrm>
          <a:prstGeom prst="rect">
            <a:avLst/>
          </a:prstGeom>
        </p:spPr>
      </p:pic>
      <p:sp>
        <p:nvSpPr>
          <p:cNvPr id="4" name="Rectangle 3"/>
          <p:cNvSpPr/>
          <p:nvPr userDrawn="1"/>
        </p:nvSpPr>
        <p:spPr bwMode="gray">
          <a:xfrm>
            <a:off x="3352800" y="0"/>
            <a:ext cx="8839200" cy="6858000"/>
          </a:xfrm>
          <a:prstGeom prst="rect">
            <a:avLst/>
          </a:prstGeom>
          <a:gradFill>
            <a:gsLst>
              <a:gs pos="0">
                <a:schemeClr val="tx1">
                  <a:alpha val="60000"/>
                </a:schemeClr>
              </a:gs>
              <a:gs pos="82000">
                <a:schemeClr val="tx1"/>
              </a:gs>
            </a:gsLst>
            <a:lin ang="10800000" scaled="1"/>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8" name="Title 1"/>
          <p:cNvSpPr>
            <a:spLocks noGrp="1"/>
          </p:cNvSpPr>
          <p:nvPr>
            <p:ph type="title"/>
          </p:nvPr>
        </p:nvSpPr>
        <p:spPr bwMode="gray">
          <a:xfrm>
            <a:off x="358774" y="2632799"/>
            <a:ext cx="7154545" cy="1592403"/>
          </a:xfrm>
        </p:spPr>
        <p:txBody>
          <a:bodyPr anchor="ctr"/>
          <a:lstStyle>
            <a:lvl1pPr algn="l">
              <a:lnSpc>
                <a:spcPct val="95000"/>
              </a:lnSpc>
              <a:defRPr sz="3600" b="0">
                <a:solidFill>
                  <a:srgbClr val="C4D600"/>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Tree>
    <p:extLst>
      <p:ext uri="{BB962C8B-B14F-4D97-AF65-F5344CB8AC3E}">
        <p14:creationId xmlns:p14="http://schemas.microsoft.com/office/powerpoint/2010/main" val="60475024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5"/>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0" y="-3810"/>
            <a:ext cx="12192000" cy="6865620"/>
          </a:xfrm>
          <a:prstGeom prst="rect">
            <a:avLst/>
          </a:prstGeom>
        </p:spPr>
      </p:pic>
      <p:sp>
        <p:nvSpPr>
          <p:cNvPr id="5" name="Rectangle 4"/>
          <p:cNvSpPr/>
          <p:nvPr userDrawn="1"/>
        </p:nvSpPr>
        <p:spPr bwMode="gray">
          <a:xfrm>
            <a:off x="0" y="0"/>
            <a:ext cx="12192000" cy="6861810"/>
          </a:xfrm>
          <a:prstGeom prst="rect">
            <a:avLst/>
          </a:prstGeom>
          <a:gradFill flip="none" rotWithShape="1">
            <a:gsLst>
              <a:gs pos="7000">
                <a:srgbClr val="041E42">
                  <a:alpha val="82000"/>
                </a:srgbClr>
              </a:gs>
              <a:gs pos="51000">
                <a:srgbClr val="C4D600">
                  <a:alpha val="55000"/>
                </a:srgbClr>
              </a:gs>
              <a:gs pos="88000">
                <a:schemeClr val="accent5">
                  <a:lumMod val="50000"/>
                </a:schemeClr>
              </a:gs>
            </a:gsLst>
            <a:lin ang="135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8" name="Title 1"/>
          <p:cNvSpPr>
            <a:spLocks noGrp="1"/>
          </p:cNvSpPr>
          <p:nvPr>
            <p:ph type="title"/>
          </p:nvPr>
        </p:nvSpPr>
        <p:spPr bwMode="gray">
          <a:xfrm>
            <a:off x="1" y="2632799"/>
            <a:ext cx="12192000" cy="1592403"/>
          </a:xfrm>
        </p:spPr>
        <p:txBody>
          <a:bodyPr anchor="ctr"/>
          <a:lstStyle>
            <a:lvl1pPr algn="ctr">
              <a:lnSpc>
                <a:spcPct val="95000"/>
              </a:lnSpc>
              <a:defRPr sz="3600" b="0">
                <a:solidFill>
                  <a:schemeClr val="bg1"/>
                </a:solidFill>
                <a:effectLst>
                  <a:outerShdw blurRad="38100" dist="38100" dir="2700000" algn="tl">
                    <a:srgbClr val="000000">
                      <a:alpha val="43137"/>
                    </a:srgbClr>
                  </a:outerShdw>
                </a:effectLst>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grpSp>
        <p:nvGrpSpPr>
          <p:cNvPr id="8" name="Group 7"/>
          <p:cNvGrpSpPr/>
          <p:nvPr userDrawn="1"/>
        </p:nvGrpSpPr>
        <p:grpSpPr>
          <a:xfrm>
            <a:off x="2331721" y="1812086"/>
            <a:ext cx="7528560" cy="820713"/>
            <a:chOff x="2331720" y="1847088"/>
            <a:chExt cx="7528560" cy="820713"/>
          </a:xfrm>
        </p:grpSpPr>
        <p:sp>
          <p:nvSpPr>
            <p:cNvPr id="6" name="Rounded Rectangle 5"/>
            <p:cNvSpPr/>
            <p:nvPr userDrawn="1"/>
          </p:nvSpPr>
          <p:spPr bwMode="gray">
            <a:xfrm>
              <a:off x="2331720" y="2422360"/>
              <a:ext cx="7528560" cy="245441"/>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1" name="Rounded Rectangle 10"/>
            <p:cNvSpPr/>
            <p:nvPr userDrawn="1"/>
          </p:nvSpPr>
          <p:spPr bwMode="gray">
            <a:xfrm>
              <a:off x="3524947" y="2237232"/>
              <a:ext cx="5142107" cy="430569"/>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2" name="Rounded Rectangle 11"/>
            <p:cNvSpPr/>
            <p:nvPr userDrawn="1"/>
          </p:nvSpPr>
          <p:spPr bwMode="gray">
            <a:xfrm>
              <a:off x="4499578" y="2042160"/>
              <a:ext cx="3192844" cy="625641"/>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3" name="Rounded Rectangle 12"/>
            <p:cNvSpPr/>
            <p:nvPr userDrawn="1"/>
          </p:nvSpPr>
          <p:spPr bwMode="gray">
            <a:xfrm>
              <a:off x="5276783" y="1847088"/>
              <a:ext cx="1638434" cy="820713"/>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grpSp>
        <p:nvGrpSpPr>
          <p:cNvPr id="22" name="Group 21"/>
          <p:cNvGrpSpPr/>
          <p:nvPr userDrawn="1"/>
        </p:nvGrpSpPr>
        <p:grpSpPr>
          <a:xfrm flipV="1">
            <a:off x="2331721" y="4229600"/>
            <a:ext cx="7528560" cy="820713"/>
            <a:chOff x="2331720" y="1847088"/>
            <a:chExt cx="7528560" cy="820713"/>
          </a:xfrm>
        </p:grpSpPr>
        <p:sp>
          <p:nvSpPr>
            <p:cNvPr id="23" name="Rounded Rectangle 22"/>
            <p:cNvSpPr/>
            <p:nvPr userDrawn="1"/>
          </p:nvSpPr>
          <p:spPr bwMode="gray">
            <a:xfrm>
              <a:off x="2331720" y="2422360"/>
              <a:ext cx="7528560" cy="245441"/>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4" name="Rounded Rectangle 23"/>
            <p:cNvSpPr/>
            <p:nvPr userDrawn="1"/>
          </p:nvSpPr>
          <p:spPr bwMode="gray">
            <a:xfrm>
              <a:off x="3524947" y="2237232"/>
              <a:ext cx="5142107" cy="430569"/>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5" name="Rounded Rectangle 24"/>
            <p:cNvSpPr/>
            <p:nvPr userDrawn="1"/>
          </p:nvSpPr>
          <p:spPr bwMode="gray">
            <a:xfrm>
              <a:off x="4499578" y="2042160"/>
              <a:ext cx="3192844" cy="625641"/>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6" name="Rounded Rectangle 25"/>
            <p:cNvSpPr/>
            <p:nvPr userDrawn="1"/>
          </p:nvSpPr>
          <p:spPr bwMode="gray">
            <a:xfrm>
              <a:off x="5276783" y="1847088"/>
              <a:ext cx="1638434" cy="820713"/>
            </a:xfrm>
            <a:prstGeom prst="roundRect">
              <a:avLst>
                <a:gd name="adj" fmla="val 50000"/>
              </a:avLst>
            </a:prstGeom>
            <a:solidFill>
              <a:schemeClr val="accent5">
                <a:lumMod val="50000"/>
                <a:alpha val="4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cxnSp>
        <p:nvCxnSpPr>
          <p:cNvPr id="27" name="Straight Connector 26"/>
          <p:cNvCxnSpPr/>
          <p:nvPr userDrawn="1"/>
        </p:nvCxnSpPr>
        <p:spPr>
          <a:xfrm>
            <a:off x="-1" y="2632799"/>
            <a:ext cx="12192001"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a:off x="-1" y="4225202"/>
            <a:ext cx="12192001"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39927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358775" y="4211955"/>
            <a:ext cx="9459913"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©2016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36" name="Group 35"/>
          <p:cNvGrpSpPr/>
          <p:nvPr userDrawn="1"/>
        </p:nvGrpSpPr>
        <p:grpSpPr>
          <a:xfrm>
            <a:off x="376900" y="358775"/>
            <a:ext cx="1998000" cy="374400"/>
            <a:chOff x="376900" y="358775"/>
            <a:chExt cx="1998000" cy="374400"/>
          </a:xfrm>
        </p:grpSpPr>
        <p:sp>
          <p:nvSpPr>
            <p:cNvPr id="37" name="Oval 5"/>
            <p:cNvSpPr>
              <a:spLocks noChangeArrowheads="1"/>
            </p:cNvSpPr>
            <p:nvPr userDrawn="1"/>
          </p:nvSpPr>
          <p:spPr bwMode="auto">
            <a:xfrm>
              <a:off x="2267691" y="627030"/>
              <a:ext cx="107209" cy="10614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6"/>
            <p:cNvSpPr>
              <a:spLocks noEditPoints="1"/>
            </p:cNvSpPr>
            <p:nvPr userDrawn="1"/>
          </p:nvSpPr>
          <p:spPr bwMode="auto">
            <a:xfrm>
              <a:off x="376900" y="360705"/>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Rectangle 7"/>
            <p:cNvSpPr>
              <a:spLocks noChangeArrowheads="1"/>
            </p:cNvSpPr>
            <p:nvPr userDrawn="1"/>
          </p:nvSpPr>
          <p:spPr bwMode="auto">
            <a:xfrm>
              <a:off x="1000666" y="358775"/>
              <a:ext cx="91615" cy="36861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8"/>
            <p:cNvSpPr>
              <a:spLocks noEditPoints="1"/>
            </p:cNvSpPr>
            <p:nvPr userDrawn="1"/>
          </p:nvSpPr>
          <p:spPr bwMode="auto">
            <a:xfrm>
              <a:off x="1129318" y="449480"/>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1" name="Rectangle 9"/>
            <p:cNvSpPr>
              <a:spLocks noChangeArrowheads="1"/>
            </p:cNvSpPr>
            <p:nvPr userDrawn="1"/>
          </p:nvSpPr>
          <p:spPr bwMode="auto">
            <a:xfrm>
              <a:off x="1431454" y="453340"/>
              <a:ext cx="91615" cy="27404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2" name="Rectangle 10"/>
            <p:cNvSpPr>
              <a:spLocks noChangeArrowheads="1"/>
            </p:cNvSpPr>
            <p:nvPr userDrawn="1"/>
          </p:nvSpPr>
          <p:spPr bwMode="auto">
            <a:xfrm>
              <a:off x="1431454" y="358775"/>
              <a:ext cx="91615" cy="6175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3" name="Freeform 11"/>
            <p:cNvSpPr>
              <a:spLocks/>
            </p:cNvSpPr>
            <p:nvPr userDrawn="1"/>
          </p:nvSpPr>
          <p:spPr bwMode="auto">
            <a:xfrm>
              <a:off x="1560106" y="366495"/>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4" name="Freeform 12"/>
            <p:cNvSpPr>
              <a:spLocks/>
            </p:cNvSpPr>
            <p:nvPr userDrawn="1"/>
          </p:nvSpPr>
          <p:spPr bwMode="auto">
            <a:xfrm>
              <a:off x="1772577" y="366495"/>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5" name="Freeform 13"/>
            <p:cNvSpPr>
              <a:spLocks noEditPoints="1"/>
            </p:cNvSpPr>
            <p:nvPr userDrawn="1"/>
          </p:nvSpPr>
          <p:spPr bwMode="auto">
            <a:xfrm>
              <a:off x="1986996" y="449480"/>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6" name="Freeform 14"/>
            <p:cNvSpPr>
              <a:spLocks noEditPoints="1"/>
            </p:cNvSpPr>
            <p:nvPr userDrawn="1"/>
          </p:nvSpPr>
          <p:spPr bwMode="auto">
            <a:xfrm>
              <a:off x="708276" y="449480"/>
              <a:ext cx="257303"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750251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Bulle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spid="_x0000_s426399" name="think-cell Slide" r:id="rId4" imgW="421" imgH="423" progId="TCLayout.ActiveDocument.1">
                  <p:embed/>
                </p:oleObj>
              </mc:Choice>
              <mc:Fallback>
                <p:oleObj name="think-cell Slide" r:id="rId4" imgW="421" imgH="423" progId="TCLayout.ActiveDocument.1">
                  <p:embed/>
                  <p:pic>
                    <p:nvPicPr>
                      <p:cNvPr id="3" name="Object 2" hidden="1"/>
                      <p:cNvPicPr/>
                      <p:nvPr/>
                    </p:nvPicPr>
                    <p:blipFill>
                      <a:blip r:embed="rId5"/>
                      <a:stretch>
                        <a:fillRect/>
                      </a:stretch>
                    </p:blipFill>
                    <p:spPr>
                      <a:xfrm>
                        <a:off x="2119" y="1591"/>
                        <a:ext cx="2116" cy="1587"/>
                      </a:xfrm>
                      <a:prstGeom prst="rect">
                        <a:avLst/>
                      </a:prstGeom>
                    </p:spPr>
                  </p:pic>
                </p:oleObj>
              </mc:Fallback>
            </mc:AlternateContent>
          </a:graphicData>
        </a:graphic>
      </p:graphicFrame>
      <p:sp>
        <p:nvSpPr>
          <p:cNvPr id="2" name="Title 1"/>
          <p:cNvSpPr>
            <a:spLocks noGrp="1"/>
          </p:cNvSpPr>
          <p:nvPr>
            <p:ph type="title"/>
          </p:nvPr>
        </p:nvSpPr>
        <p:spPr>
          <a:xfrm>
            <a:off x="454215" y="-3707"/>
            <a:ext cx="11190316" cy="777240"/>
          </a:xfrm>
        </p:spPr>
        <p:txBody>
          <a:bodyPr/>
          <a:lstStyle>
            <a:lvl1pPr>
              <a:defRPr/>
            </a:lvl1pPr>
          </a:lstStyle>
          <a:p>
            <a:r>
              <a:rPr lang="en-US"/>
              <a:t>Click to edit Master title style</a:t>
            </a:r>
          </a:p>
        </p:txBody>
      </p:sp>
      <p:sp>
        <p:nvSpPr>
          <p:cNvPr id="4" name="Text Placeholder 3"/>
          <p:cNvSpPr>
            <a:spLocks noGrp="1"/>
          </p:cNvSpPr>
          <p:nvPr>
            <p:ph type="body" sz="quarter" idx="10"/>
          </p:nvPr>
        </p:nvSpPr>
        <p:spPr>
          <a:xfrm>
            <a:off x="454215" y="1261875"/>
            <a:ext cx="11190316" cy="5184647"/>
          </a:xfrm>
        </p:spPr>
        <p:txBody>
          <a:bodyPr/>
          <a:lstStyle>
            <a:lvl1pPr marL="0" inden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13872602"/>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spid="_x0000_s427423" name="think-cell Slide" r:id="rId4" imgW="421" imgH="423" progId="TCLayout.ActiveDocument.1">
                  <p:embed/>
                </p:oleObj>
              </mc:Choice>
              <mc:Fallback>
                <p:oleObj name="think-cell Slide" r:id="rId4" imgW="421" imgH="423" progId="TCLayout.ActiveDocument.1">
                  <p:embed/>
                  <p:pic>
                    <p:nvPicPr>
                      <p:cNvPr id="3" name="Object 2" hidden="1"/>
                      <p:cNvPicPr/>
                      <p:nvPr/>
                    </p:nvPicPr>
                    <p:blipFill>
                      <a:blip r:embed="rId5"/>
                      <a:stretch>
                        <a:fillRect/>
                      </a:stretch>
                    </p:blipFill>
                    <p:spPr>
                      <a:xfrm>
                        <a:off x="2119" y="1591"/>
                        <a:ext cx="2116" cy="1587"/>
                      </a:xfrm>
                      <a:prstGeom prst="rect">
                        <a:avLst/>
                      </a:prstGeom>
                    </p:spPr>
                  </p:pic>
                </p:oleObj>
              </mc:Fallback>
            </mc:AlternateContent>
          </a:graphicData>
        </a:graphic>
      </p:graphicFrame>
      <p:sp>
        <p:nvSpPr>
          <p:cNvPr id="2" name="Title 1"/>
          <p:cNvSpPr>
            <a:spLocks noGrp="1"/>
          </p:cNvSpPr>
          <p:nvPr>
            <p:ph type="title"/>
          </p:nvPr>
        </p:nvSpPr>
        <p:spPr/>
        <p:txBody>
          <a:bodyPr/>
          <a:lstStyle>
            <a:lvl1pPr>
              <a:defRPr/>
            </a:lvl1pPr>
          </a:lstStyle>
          <a:p>
            <a:r>
              <a:rPr lang="en-US" dirty="0"/>
              <a:t>Click to edit Master title style</a:t>
            </a:r>
          </a:p>
        </p:txBody>
      </p:sp>
    </p:spTree>
    <p:extLst>
      <p:ext uri="{BB962C8B-B14F-4D97-AF65-F5344CB8AC3E}">
        <p14:creationId xmlns:p14="http://schemas.microsoft.com/office/powerpoint/2010/main" val="38564543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MAIN LAOUT TO US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358775" y="812800"/>
            <a:ext cx="11490325" cy="681145"/>
          </a:xfrm>
          <a:prstGeom prst="rect">
            <a:avLst/>
          </a:prstGeom>
        </p:spPr>
        <p:txBody>
          <a:bodyPr lIns="0" tIns="0" rIns="0" bIns="0">
            <a:noAutofit/>
          </a:bodyPr>
          <a:lstStyle>
            <a:lvl1pPr marL="0" indent="0">
              <a:spcAft>
                <a:spcPts val="1200"/>
              </a:spcAft>
              <a:buNone/>
              <a:defRPr sz="18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358775" y="358775"/>
            <a:ext cx="11490325" cy="377914"/>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8" name="Text Placeholder 18"/>
          <p:cNvSpPr>
            <a:spLocks noGrp="1"/>
          </p:cNvSpPr>
          <p:nvPr>
            <p:ph idx="1"/>
          </p:nvPr>
        </p:nvSpPr>
        <p:spPr>
          <a:xfrm>
            <a:off x="358775" y="1665818"/>
            <a:ext cx="11490325" cy="4773082"/>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741361973"/>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MAIN DTTILLP TEMPLAT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3"/>
            <a:ext cx="11162351" cy="757255"/>
          </a:xfrm>
          <a:prstGeom prst="rect">
            <a:avLst/>
          </a:prstGeom>
        </p:spPr>
        <p:txBody>
          <a:bodyPr lIns="0" tIns="0" rIns="0" bIns="0">
            <a:noAutofit/>
          </a:bodyPr>
          <a:lstStyle>
            <a:lvl1pPr marL="0" indent="0">
              <a:buNone/>
              <a:defRPr sz="1632" b="0">
                <a:solidFill>
                  <a:schemeClr val="tx2"/>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2"/>
            <a:ext cx="11162351" cy="334101"/>
          </a:xfrm>
          <a:prstGeom prst="rect">
            <a:avLst/>
          </a:prstGeom>
        </p:spPr>
        <p:txBody>
          <a:bodyPr vert="horz" lIns="0" tIns="0" rIns="0" bIns="0" rtlCol="0" anchor="t" anchorCtr="0">
            <a:noAutofit/>
          </a:bodyPr>
          <a:lstStyle>
            <a:lvl1pPr>
              <a:defRPr>
                <a:latin typeface="+mj-lt"/>
              </a:defRPr>
            </a:lvl1pPr>
          </a:lstStyle>
          <a:p>
            <a:r>
              <a:rPr lang="en-US" noProof="0" dirty="0"/>
              <a:t>Click to edit Master title style</a:t>
            </a:r>
          </a:p>
        </p:txBody>
      </p:sp>
      <p:sp>
        <p:nvSpPr>
          <p:cNvPr id="8" name="Text Placeholder 18"/>
          <p:cNvSpPr>
            <a:spLocks noGrp="1"/>
          </p:cNvSpPr>
          <p:nvPr>
            <p:ph idx="1"/>
          </p:nvPr>
        </p:nvSpPr>
        <p:spPr>
          <a:xfrm>
            <a:off x="501651" y="1528800"/>
            <a:ext cx="11165416" cy="4850401"/>
          </a:xfrm>
          <a:prstGeom prst="rect">
            <a:avLst/>
          </a:prstGeom>
        </p:spPr>
        <p:txBody>
          <a:bodyPr vert="horz" lIns="0" tIns="0" rIns="0" bIns="0" rtlCol="0">
            <a:noAutofit/>
          </a:bodyPr>
          <a:lstStyle>
            <a:lvl1pPr>
              <a:spcAft>
                <a:spcPts val="907"/>
              </a:spcAft>
              <a:defRPr sz="997"/>
            </a:lvl1pPr>
            <a:lvl2pPr>
              <a:spcAft>
                <a:spcPts val="907"/>
              </a:spcAft>
              <a:defRPr sz="997"/>
            </a:lvl2pPr>
            <a:lvl3pPr>
              <a:spcAft>
                <a:spcPts val="907"/>
              </a:spcAft>
              <a:defRPr sz="997"/>
            </a:lvl3pPr>
            <a:lvl4pPr>
              <a:spcAft>
                <a:spcPts val="907"/>
              </a:spcAft>
              <a:defRPr sz="997"/>
            </a:lvl4pPr>
            <a:lvl5pPr>
              <a:spcAft>
                <a:spcPts val="907"/>
              </a:spcAft>
              <a:defRPr sz="997"/>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06437744"/>
      </p:ext>
    </p:extLst>
  </p:cSld>
  <p:clrMapOvr>
    <a:masterClrMapping/>
  </p:clrMapOvr>
  <p:transition>
    <p:fade/>
  </p:transition>
  <p:extLst>
    <p:ext uri="{DCECCB84-F9BA-43D5-87BE-67443E8EF086}">
      <p15:sldGuideLst xmlns:p15="http://schemas.microsoft.com/office/powerpoint/2012/main">
        <p15:guide id="1" orient="horz" pos="9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spid="_x0000_s428447" name="think-cell Slide" r:id="rId4" imgW="442" imgH="442" progId="TCLayout.ActiveDocument.1">
                  <p:embed/>
                </p:oleObj>
              </mc:Choice>
              <mc:Fallback>
                <p:oleObj name="think-cell Slide" r:id="rId4" imgW="442" imgH="442" progId="TCLayout.ActiveDocument.1">
                  <p:embed/>
                  <p:pic>
                    <p:nvPicPr>
                      <p:cNvPr id="2" name="Object 1" hidden="1"/>
                      <p:cNvPicPr/>
                      <p:nvPr/>
                    </p:nvPicPr>
                    <p:blipFill>
                      <a:blip r:embed="rId5"/>
                      <a:stretch>
                        <a:fillRect/>
                      </a:stretch>
                    </p:blipFill>
                    <p:spPr>
                      <a:xfrm>
                        <a:off x="1589" y="1590"/>
                        <a:ext cx="1587" cy="1587"/>
                      </a:xfrm>
                      <a:prstGeom prst="rect">
                        <a:avLst/>
                      </a:prstGeom>
                    </p:spPr>
                  </p:pic>
                </p:oleObj>
              </mc:Fallback>
            </mc:AlternateContent>
          </a:graphicData>
        </a:graphic>
      </p:graphicFrame>
      <p:sp>
        <p:nvSpPr>
          <p:cNvPr id="3" name="Content Placeholder 2"/>
          <p:cNvSpPr>
            <a:spLocks noGrp="1"/>
          </p:cNvSpPr>
          <p:nvPr>
            <p:ph idx="1"/>
          </p:nvPr>
        </p:nvSpPr>
        <p:spPr>
          <a:xfrm>
            <a:off x="493487" y="1828801"/>
            <a:ext cx="7793283" cy="4451121"/>
          </a:xfrm>
        </p:spPr>
        <p:txBody>
          <a:bodyPr>
            <a:noAutofit/>
          </a:bodyPr>
          <a:lstStyle>
            <a:lvl1pPr marL="0" indent="0">
              <a:lnSpc>
                <a:spcPct val="110000"/>
              </a:lnSpc>
              <a:spcBef>
                <a:spcPts val="0"/>
              </a:spcBef>
              <a:buNone/>
              <a:defRPr sz="1089" b="0">
                <a:solidFill>
                  <a:schemeClr val="tx2"/>
                </a:solidFill>
              </a:defRPr>
            </a:lvl1pPr>
            <a:lvl2pPr marL="0" indent="0">
              <a:lnSpc>
                <a:spcPct val="110000"/>
              </a:lnSpc>
              <a:spcBef>
                <a:spcPts val="0"/>
              </a:spcBef>
              <a:buFont typeface="Arial" pitchFamily="34" charset="0"/>
              <a:buNone/>
              <a:tabLst/>
              <a:defRPr sz="1089" b="1">
                <a:solidFill>
                  <a:schemeClr val="accent2"/>
                </a:solidFill>
              </a:defRPr>
            </a:lvl2pPr>
            <a:lvl3pPr marL="0" indent="0">
              <a:lnSpc>
                <a:spcPct val="110000"/>
              </a:lnSpc>
              <a:spcBef>
                <a:spcPts val="0"/>
              </a:spcBef>
              <a:buFont typeface="Arial" pitchFamily="34" charset="0"/>
              <a:buNone/>
              <a:defRPr sz="1089" b="0">
                <a:solidFill>
                  <a:schemeClr val="tx2"/>
                </a:solidFill>
              </a:defRPr>
            </a:lvl3pPr>
            <a:lvl4pPr marL="146508" indent="-146508">
              <a:lnSpc>
                <a:spcPct val="110000"/>
              </a:lnSpc>
              <a:spcBef>
                <a:spcPts val="0"/>
              </a:spcBef>
              <a:buFont typeface="Arial" pitchFamily="34" charset="0"/>
              <a:buChar char="•"/>
              <a:defRPr sz="1089"/>
            </a:lvl4pPr>
            <a:lvl5pPr marL="338485" indent="-181872">
              <a:lnSpc>
                <a:spcPct val="110000"/>
              </a:lnSpc>
              <a:spcBef>
                <a:spcPts val="0"/>
              </a:spcBef>
              <a:defRPr sz="108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itle Placeholder 1"/>
          <p:cNvSpPr>
            <a:spLocks noGrp="1"/>
          </p:cNvSpPr>
          <p:nvPr>
            <p:ph type="title"/>
          </p:nvPr>
        </p:nvSpPr>
        <p:spPr>
          <a:xfrm>
            <a:off x="493487" y="332059"/>
            <a:ext cx="7793283" cy="1086194"/>
          </a:xfrm>
          <a:prstGeom prst="rect">
            <a:avLst/>
          </a:prstGeom>
        </p:spPr>
        <p:txBody>
          <a:bodyPr vert="horz" lIns="0" tIns="0" rIns="0" bIns="0" rtlCol="0" anchor="t" anchorCtr="0">
            <a:noAutofit/>
          </a:bodyPr>
          <a:lstStyle/>
          <a:p>
            <a:r>
              <a:rPr lang="en-US"/>
              <a:t>Click to edit Master title style</a:t>
            </a:r>
            <a:endParaRPr lang="en-GB" dirty="0"/>
          </a:p>
        </p:txBody>
      </p:sp>
      <p:sp>
        <p:nvSpPr>
          <p:cNvPr id="19" name="Slide Number Placeholder 7"/>
          <p:cNvSpPr>
            <a:spLocks noGrp="1"/>
          </p:cNvSpPr>
          <p:nvPr>
            <p:ph type="sldNum" sz="quarter" idx="4"/>
          </p:nvPr>
        </p:nvSpPr>
        <p:spPr>
          <a:xfrm>
            <a:off x="10629330" y="6408004"/>
            <a:ext cx="1056119" cy="252001"/>
          </a:xfrm>
          <a:prstGeom prst="rect">
            <a:avLst/>
          </a:prstGeom>
        </p:spPr>
        <p:txBody>
          <a:bodyPr vert="horz" lIns="0" tIns="0" rIns="0" bIns="0" rtlCol="0" anchor="ctr" anchorCtr="0"/>
          <a:lstStyle>
            <a:lvl1pPr algn="r">
              <a:defRPr sz="726" b="0">
                <a:solidFill>
                  <a:schemeClr val="tx2"/>
                </a:solidFill>
              </a:defRPr>
            </a:lvl1pPr>
          </a:lstStyle>
          <a:p>
            <a:fld id="{95CC1D26-A9BD-4BDE-BDD9-08EDBAE96860}" type="slidenum">
              <a:rPr lang="en-GB" smtClean="0"/>
              <a:pPr/>
              <a:t>‹#›</a:t>
            </a:fld>
            <a:endParaRPr lang="en-GB" dirty="0"/>
          </a:p>
        </p:txBody>
      </p:sp>
      <p:sp>
        <p:nvSpPr>
          <p:cNvPr id="7" name="Footer Placeholder 4"/>
          <p:cNvSpPr>
            <a:spLocks noGrp="1"/>
          </p:cNvSpPr>
          <p:nvPr>
            <p:ph type="ftr" sz="quarter" idx="3"/>
          </p:nvPr>
        </p:nvSpPr>
        <p:spPr>
          <a:xfrm>
            <a:off x="493488" y="6408004"/>
            <a:ext cx="10079297" cy="252001"/>
          </a:xfrm>
          <a:prstGeom prst="rect">
            <a:avLst/>
          </a:prstGeom>
        </p:spPr>
        <p:txBody>
          <a:bodyPr vert="horz" lIns="0" tIns="0" rIns="0" bIns="0" rtlCol="0" anchor="ctr" anchorCtr="0"/>
          <a:lstStyle>
            <a:lvl1pPr algn="l">
              <a:defRPr sz="726" b="0">
                <a:solidFill>
                  <a:schemeClr val="tx2"/>
                </a:solidFill>
              </a:defRPr>
            </a:lvl1pPr>
          </a:lstStyle>
          <a:p>
            <a:r>
              <a:rPr lang="en-GB" dirty="0"/>
              <a:t>Member Firms and DTTL: Insert appropriate copyright (Go Header &amp; Footer to edit this text)</a:t>
            </a:r>
          </a:p>
        </p:txBody>
      </p:sp>
      <p:sp>
        <p:nvSpPr>
          <p:cNvPr id="10" name="Text Placeholder 9"/>
          <p:cNvSpPr>
            <a:spLocks noGrp="1"/>
          </p:cNvSpPr>
          <p:nvPr>
            <p:ph type="body" sz="quarter" idx="10"/>
          </p:nvPr>
        </p:nvSpPr>
        <p:spPr>
          <a:xfrm>
            <a:off x="9001604" y="1828802"/>
            <a:ext cx="2673769" cy="4450400"/>
          </a:xfrm>
        </p:spPr>
        <p:txBody>
          <a:bodyPr>
            <a:noAutofit/>
          </a:bodyPr>
          <a:lstStyle>
            <a:lvl1pPr marL="0" indent="0">
              <a:lnSpc>
                <a:spcPct val="110000"/>
              </a:lnSpc>
              <a:spcBef>
                <a:spcPts val="0"/>
              </a:spcBef>
              <a:buNone/>
              <a:defRPr sz="1542">
                <a:solidFill>
                  <a:schemeClr val="accent3"/>
                </a:solidFill>
              </a:defRPr>
            </a:lvl1pPr>
            <a:lvl2pPr marL="0" indent="0">
              <a:lnSpc>
                <a:spcPct val="110000"/>
              </a:lnSpc>
              <a:spcBef>
                <a:spcPts val="0"/>
              </a:spcBef>
              <a:buNone/>
              <a:defRPr sz="1089">
                <a:solidFill>
                  <a:schemeClr val="tx2"/>
                </a:solidFill>
              </a:defRPr>
            </a:lvl2pPr>
            <a:lvl3pPr marL="0" indent="0">
              <a:lnSpc>
                <a:spcPct val="110000"/>
              </a:lnSpc>
              <a:spcBef>
                <a:spcPts val="0"/>
              </a:spcBef>
              <a:buNone/>
              <a:defRPr sz="1089">
                <a:solidFill>
                  <a:schemeClr val="tx2"/>
                </a:solidFill>
              </a:defRPr>
            </a:lvl3pPr>
            <a:lvl4pPr marL="0" indent="0">
              <a:lnSpc>
                <a:spcPct val="110000"/>
              </a:lnSpc>
              <a:spcBef>
                <a:spcPts val="0"/>
              </a:spcBef>
              <a:buNone/>
              <a:defRPr sz="1089">
                <a:solidFill>
                  <a:schemeClr val="tx2"/>
                </a:solidFill>
              </a:defRPr>
            </a:lvl4pPr>
            <a:lvl5pPr marL="0" indent="0">
              <a:lnSpc>
                <a:spcPct val="110000"/>
              </a:lnSpc>
              <a:spcBef>
                <a:spcPts val="0"/>
              </a:spcBef>
              <a:buNone/>
              <a:defRPr sz="1089">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795616440"/>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
        <p:nvSpPr>
          <p:cNvPr id="4" name="Text Placeholder 8"/>
          <p:cNvSpPr>
            <a:spLocks noGrp="1"/>
          </p:cNvSpPr>
          <p:nvPr>
            <p:ph type="body" sz="quarter" idx="14"/>
          </p:nvPr>
        </p:nvSpPr>
        <p:spPr>
          <a:xfrm>
            <a:off x="511177" y="1279083"/>
            <a:ext cx="11071225" cy="647700"/>
          </a:xfrm>
        </p:spPr>
        <p:txBody>
          <a:bodyPr>
            <a:noAutofit/>
          </a:bodyPr>
          <a:lstStyle>
            <a:lvl1pPr marL="0" indent="0">
              <a:buNone/>
              <a:defRPr sz="2000">
                <a:solidFill>
                  <a:schemeClr val="bg1">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6" name="Text Placeholder 5"/>
          <p:cNvSpPr>
            <a:spLocks noGrp="1"/>
          </p:cNvSpPr>
          <p:nvPr>
            <p:ph type="body" sz="quarter" idx="15"/>
          </p:nvPr>
        </p:nvSpPr>
        <p:spPr>
          <a:xfrm>
            <a:off x="510493" y="2212900"/>
            <a:ext cx="11071907" cy="2576512"/>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46260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5"/>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1"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78601720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Title, subtitle &amp; 1 column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spid="_x0000_s429471" name="think-cell Slide" r:id="rId4" imgW="416" imgH="416" progId="TCLayout.ActiveDocument.1">
                  <p:embed/>
                </p:oleObj>
              </mc:Choice>
              <mc:Fallback>
                <p:oleObj name="think-cell Slide" r:id="rId4" imgW="416" imgH="416" progId="TCLayout.ActiveDocument.1">
                  <p:embed/>
                  <p:pic>
                    <p:nvPicPr>
                      <p:cNvPr id="3" name="Object 2" hidden="1"/>
                      <p:cNvPicPr/>
                      <p:nvPr/>
                    </p:nvPicPr>
                    <p:blipFill>
                      <a:blip r:embed="rId5"/>
                      <a:stretch>
                        <a:fillRect/>
                      </a:stretch>
                    </p:blipFill>
                    <p:spPr>
                      <a:xfrm>
                        <a:off x="1589" y="1590"/>
                        <a:ext cx="1587" cy="1587"/>
                      </a:xfrm>
                      <a:prstGeom prst="rect">
                        <a:avLst/>
                      </a:prstGeom>
                    </p:spPr>
                  </p:pic>
                </p:oleObj>
              </mc:Fallback>
            </mc:AlternateContent>
          </a:graphicData>
        </a:graphic>
      </p:graphicFrame>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608816617"/>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230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21" y="1626104"/>
            <a:ext cx="4266983" cy="4673101"/>
          </a:xfrm>
          <a:prstGeom prst="rect">
            <a:avLst/>
          </a:prstGeom>
        </p:spPr>
        <p:txBody>
          <a:bodyPr>
            <a:noAutofit/>
          </a:bodyPr>
          <a:lstStyle>
            <a:lvl1pPr>
              <a:tabLst>
                <a:tab pos="6705264" algn="r"/>
              </a:tabLst>
              <a:defRPr sz="2400">
                <a:solidFill>
                  <a:schemeClr val="accent3"/>
                </a:solidFill>
              </a:defRPr>
            </a:lvl1pPr>
            <a:lvl2pPr>
              <a:tabLst>
                <a:tab pos="6705264" algn="r"/>
              </a:tabLst>
              <a:defRPr/>
            </a:lvl2pPr>
            <a:lvl3pPr>
              <a:tabLst>
                <a:tab pos="6705264" algn="r"/>
              </a:tabLst>
              <a:defRPr/>
            </a:lvl3pPr>
            <a:lvl4pPr>
              <a:tabLst>
                <a:tab pos="6705264" algn="r"/>
              </a:tabLst>
              <a:defRPr/>
            </a:lvl4pPr>
            <a:lvl5pPr>
              <a:tabLst>
                <a:tab pos="6705264"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1" y="1665288"/>
            <a:ext cx="6660867" cy="4633913"/>
          </a:xfrm>
          <a:prstGeom prst="rect">
            <a:avLst/>
          </a:prstGeom>
        </p:spPr>
        <p:txBody>
          <a:bodyPr>
            <a:noAutofit/>
          </a:bodyPr>
          <a:lstStyle>
            <a:lvl1pPr>
              <a:tabLst>
                <a:tab pos="6705264" algn="r"/>
              </a:tabLst>
              <a:defRPr/>
            </a:lvl1pPr>
            <a:lvl2pPr>
              <a:tabLst>
                <a:tab pos="6705264" algn="r"/>
              </a:tabLst>
              <a:defRPr/>
            </a:lvl2pPr>
            <a:lvl3pPr>
              <a:tabLst>
                <a:tab pos="6705264" algn="r"/>
              </a:tabLst>
              <a:defRPr/>
            </a:lvl3pPr>
            <a:lvl4pPr>
              <a:tabLst>
                <a:tab pos="6705264" algn="r"/>
              </a:tabLst>
              <a:defRPr/>
            </a:lvl4pPr>
            <a:lvl5pPr>
              <a:tabLst>
                <a:tab pos="6705264"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94"/>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957559827"/>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USI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93"/>
            <a:ext cx="11252200" cy="757255"/>
          </a:xfrm>
          <a:prstGeom prst="rect">
            <a:avLst/>
          </a:prstGeom>
        </p:spPr>
        <p:txBody>
          <a:bodyPr lIns="0" tIns="0" rIns="0" bIns="0">
            <a:noAutofit/>
          </a:bodyPr>
          <a:lstStyle>
            <a:lvl1pPr marL="0" indent="0">
              <a:buNone/>
              <a:defRPr sz="132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1697"/>
            </a:lvl1pPr>
          </a:lstStyle>
          <a:p>
            <a:r>
              <a:rPr lang="en-US" noProof="0" dirty="0"/>
              <a:t>Click to edit Master title style</a:t>
            </a:r>
          </a:p>
        </p:txBody>
      </p:sp>
      <p:sp>
        <p:nvSpPr>
          <p:cNvPr id="8" name="Text Placeholder 18"/>
          <p:cNvSpPr>
            <a:spLocks noGrp="1"/>
          </p:cNvSpPr>
          <p:nvPr>
            <p:ph idx="1"/>
          </p:nvPr>
        </p:nvSpPr>
        <p:spPr>
          <a:xfrm>
            <a:off x="469900" y="1665819"/>
            <a:ext cx="11252200" cy="4633383"/>
          </a:xfrm>
          <a:prstGeom prst="rect">
            <a:avLst/>
          </a:prstGeom>
        </p:spPr>
        <p:txBody>
          <a:bodyPr vert="horz" lIns="0" tIns="0" rIns="0" bIns="0" rtlCol="0">
            <a:noAutofit/>
          </a:bodyPr>
          <a:lstStyle>
            <a:lvl1pPr marL="0" indent="0" algn="l">
              <a:buFontTx/>
              <a:buNone/>
              <a:defRPr/>
            </a:lvl1pPr>
            <a:lvl2pPr marL="89791" indent="-89791" algn="l">
              <a:buClrTx/>
              <a:buSzPct val="100000"/>
              <a:buFont typeface="Arial" panose="020B0604020202020204" pitchFamily="34" charset="0"/>
              <a:buChar char="•"/>
              <a:defRPr/>
            </a:lvl2pPr>
            <a:lvl3pPr marL="197540" indent="-89791" algn="l">
              <a:buClrTx/>
              <a:buSzPct val="100000"/>
              <a:buFont typeface="Arial" panose="020B0604020202020204" pitchFamily="34" charset="0"/>
              <a:buChar char="−"/>
              <a:defRPr/>
            </a:lvl3pPr>
            <a:lvl4pPr marL="305289" indent="-89791" algn="l">
              <a:buClrTx/>
              <a:buSzPct val="100000"/>
              <a:buFont typeface="Arial" panose="020B0604020202020204" pitchFamily="34" charset="0"/>
              <a:buChar char="◦"/>
              <a:defRPr/>
            </a:lvl4pPr>
            <a:lvl5pPr marL="413039" indent="-89791" algn="l">
              <a:buClrTx/>
              <a:buSzPct val="100000"/>
              <a:buFont typeface="Arial" panose="020B0604020202020204" pitchFamily="34" charset="0"/>
              <a:buChar cha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83270263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spid="_x0000_s430495" name="think-cell Slide" r:id="rId4" imgW="416" imgH="416" progId="TCLayout.ActiveDocument.1">
                  <p:embed/>
                </p:oleObj>
              </mc:Choice>
              <mc:Fallback>
                <p:oleObj name="think-cell Slide" r:id="rId4" imgW="416" imgH="416" progId="TCLayout.ActiveDocument.1">
                  <p:embed/>
                  <p:pic>
                    <p:nvPicPr>
                      <p:cNvPr id="3" name="Object 2" hidden="1"/>
                      <p:cNvPicPr/>
                      <p:nvPr/>
                    </p:nvPicPr>
                    <p:blipFill>
                      <a:blip r:embed="rId5"/>
                      <a:stretch>
                        <a:fillRect/>
                      </a:stretch>
                    </p:blipFill>
                    <p:spPr>
                      <a:xfrm>
                        <a:off x="1589" y="1590"/>
                        <a:ext cx="1587" cy="1587"/>
                      </a:xfrm>
                      <a:prstGeom prst="rect">
                        <a:avLst/>
                      </a:prstGeom>
                    </p:spPr>
                  </p:pic>
                </p:oleObj>
              </mc:Fallback>
            </mc:AlternateContent>
          </a:graphicData>
        </a:graphic>
      </p:graphicFrame>
      <p:sp>
        <p:nvSpPr>
          <p:cNvPr id="8" name="Text Placeholder 18"/>
          <p:cNvSpPr>
            <a:spLocks noGrp="1"/>
          </p:cNvSpPr>
          <p:nvPr>
            <p:ph idx="1"/>
          </p:nvPr>
        </p:nvSpPr>
        <p:spPr>
          <a:xfrm>
            <a:off x="469900"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71088790"/>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Holder 3"/>
          <p:cNvSpPr>
            <a:spLocks noGrp="1"/>
          </p:cNvSpPr>
          <p:nvPr>
            <p:ph type="body" idx="1"/>
          </p:nvPr>
        </p:nvSpPr>
        <p:spPr>
          <a:xfrm>
            <a:off x="469900" y="1665290"/>
            <a:ext cx="11252200" cy="4633911"/>
          </a:xfrm>
        </p:spPr>
        <p:txBody>
          <a:bodyPr lIns="0" tIns="0" rIns="0" bIns="0"/>
          <a:lstStyle>
            <a:lvl1pPr>
              <a:defRPr b="0" i="0">
                <a:solidFill>
                  <a:schemeClr val="tx1"/>
                </a:solidFill>
              </a:defRPr>
            </a:lvl1pPr>
          </a:lstStyle>
          <a:p>
            <a:endParaRPr/>
          </a:p>
        </p:txBody>
      </p:sp>
    </p:spTree>
    <p:extLst>
      <p:ext uri="{BB962C8B-B14F-4D97-AF65-F5344CB8AC3E}">
        <p14:creationId xmlns:p14="http://schemas.microsoft.com/office/powerpoint/2010/main" val="657727662"/>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spid="_x0000_s431519"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589" y="1590"/>
                        <a:ext cx="1587" cy="1587"/>
                      </a:xfrm>
                      <a:prstGeom prst="rect">
                        <a:avLst/>
                      </a:prstGeom>
                    </p:spPr>
                  </p:pic>
                </p:oleObj>
              </mc:Fallback>
            </mc:AlternateContent>
          </a:graphicData>
        </a:graphic>
      </p:graphicFrame>
      <p:sp>
        <p:nvSpPr>
          <p:cNvPr id="4" name="Text Placeholder 8"/>
          <p:cNvSpPr>
            <a:spLocks noGrp="1"/>
          </p:cNvSpPr>
          <p:nvPr>
            <p:ph type="body" sz="quarter" idx="13" hasCustomPrompt="1"/>
          </p:nvPr>
        </p:nvSpPr>
        <p:spPr>
          <a:xfrm>
            <a:off x="469900" y="808408"/>
            <a:ext cx="11252200" cy="252000"/>
          </a:xfrm>
          <a:prstGeom prst="rect">
            <a:avLst/>
          </a:prstGeom>
        </p:spPr>
        <p:txBody>
          <a:bodyPr lIns="0" tIns="0" rIns="0" bIns="0" anchor="ctr">
            <a:noAutofit/>
          </a:bodyPr>
          <a:lstStyle>
            <a:lvl1pPr marL="0" indent="0">
              <a:buNone/>
              <a:defRPr sz="1600" b="0">
                <a:solidFill>
                  <a:schemeClr val="bg2">
                    <a:lumMod val="50000"/>
                  </a:schemeClr>
                </a:solidFill>
              </a:defRPr>
            </a:lvl1pPr>
          </a:lstStyle>
          <a:p>
            <a:pPr lvl="0"/>
            <a:r>
              <a:rPr lang="en-US" noProof="0" dirty="0"/>
              <a:t>Click to add subtitle</a:t>
            </a:r>
          </a:p>
        </p:txBody>
      </p:sp>
      <p:sp>
        <p:nvSpPr>
          <p:cNvPr id="3" name="Title 2">
            <a:extLst>
              <a:ext uri="{FF2B5EF4-FFF2-40B4-BE49-F238E27FC236}">
                <a16:creationId xmlns:a16="http://schemas.microsoft.com/office/drawing/2014/main" id="{23EA228D-2445-47F4-9618-1F346810F8F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2663088"/>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MAIN DTTILLP TEMPLATE">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501651" y="317502"/>
            <a:ext cx="11162351" cy="334101"/>
          </a:xfrm>
          <a:prstGeom prst="rect">
            <a:avLst/>
          </a:prstGeom>
        </p:spPr>
        <p:txBody>
          <a:bodyPr vert="horz" lIns="0" tIns="0" rIns="0" bIns="0" rtlCol="0" anchor="t" anchorCtr="0">
            <a:noAutofit/>
          </a:bodyPr>
          <a:lstStyle>
            <a:lvl1pPr>
              <a:defRPr>
                <a:latin typeface="+mj-lt"/>
              </a:defRPr>
            </a:lvl1pPr>
          </a:lstStyle>
          <a:p>
            <a:r>
              <a:rPr lang="en-US" noProof="0" dirty="0"/>
              <a:t>Click to edit Master title style</a:t>
            </a:r>
          </a:p>
        </p:txBody>
      </p:sp>
    </p:spTree>
    <p:extLst>
      <p:ext uri="{BB962C8B-B14F-4D97-AF65-F5344CB8AC3E}">
        <p14:creationId xmlns:p14="http://schemas.microsoft.com/office/powerpoint/2010/main" val="3583532944"/>
      </p:ext>
    </p:extLst>
  </p:cSld>
  <p:clrMapOvr>
    <a:masterClrMapping/>
  </p:clrMapOvr>
  <p:transition>
    <p:fade/>
  </p:transition>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1" y="1665293"/>
            <a:ext cx="9348787" cy="4633911"/>
          </a:xfrm>
          <a:prstGeom prst="rect">
            <a:avLst/>
          </a:prstGeom>
        </p:spPr>
        <p:txBody>
          <a:bodyPr/>
          <a:lstStyle>
            <a:lvl1pPr>
              <a:tabLst>
                <a:tab pos="8971887" algn="r"/>
              </a:tabLst>
              <a:defRPr/>
            </a:lvl1pPr>
            <a:lvl2pPr>
              <a:tabLst>
                <a:tab pos="8971887" algn="r"/>
              </a:tabLst>
              <a:defRPr/>
            </a:lvl2pPr>
            <a:lvl3pPr>
              <a:tabLst>
                <a:tab pos="8971887" algn="r"/>
              </a:tabLst>
              <a:defRPr/>
            </a:lvl3pPr>
            <a:lvl4pPr>
              <a:tabLst>
                <a:tab pos="8971887" algn="r"/>
              </a:tabLst>
              <a:defRPr/>
            </a:lvl4pPr>
            <a:lvl5pPr>
              <a:tabLst>
                <a:tab pos="6705104" algn="r"/>
              </a:tabLst>
              <a:defRPr baseline="0"/>
            </a:lvl5pPr>
            <a:lvl6pPr>
              <a:tabLst>
                <a:tab pos="8971887" algn="r"/>
              </a:tabLst>
              <a:defRPr/>
            </a:lvl6pPr>
            <a:lvl7pPr>
              <a:tabLst>
                <a:tab pos="8971887" algn="r"/>
              </a:tabLst>
              <a:defRPr/>
            </a:lvl7pPr>
            <a:lvl8pPr>
              <a:tabLst>
                <a:tab pos="8971887" algn="r"/>
              </a:tabLst>
              <a:defRPr/>
            </a:lvl8pPr>
            <a:lvl9pPr>
              <a:tabLst>
                <a:tab pos="8971887"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9"/>
            <a:ext cx="11252200" cy="334103"/>
          </a:xfrm>
          <a:prstGeom prst="rect">
            <a:avLst/>
          </a:prstGeom>
        </p:spPr>
        <p:txBody>
          <a:bodyPr vert="horz" lIns="0" tIns="0" rIns="0" bIns="0" rtlCol="0" anchor="t" anchorCtr="0">
            <a:noAutofit/>
          </a:bodyPr>
          <a:lstStyle>
            <a:lvl1pPr>
              <a:defRPr sz="1999"/>
            </a:lvl1pPr>
          </a:lstStyle>
          <a:p>
            <a:r>
              <a:rPr lang="en-US" noProof="0"/>
              <a:t>Click to edit Master title style</a:t>
            </a:r>
            <a:endParaRPr lang="en-US" noProof="0" dirty="0"/>
          </a:p>
        </p:txBody>
      </p:sp>
    </p:spTree>
    <p:extLst>
      <p:ext uri="{BB962C8B-B14F-4D97-AF65-F5344CB8AC3E}">
        <p14:creationId xmlns:p14="http://schemas.microsoft.com/office/powerpoint/2010/main" val="184909973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1"/>
            <a:ext cx="11188699"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2" y="1665293"/>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199019076"/>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MAIN DTTILLP TEMPLAT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3"/>
            <a:ext cx="11162351" cy="757255"/>
          </a:xfrm>
          <a:prstGeom prst="rect">
            <a:avLst/>
          </a:prstGeom>
        </p:spPr>
        <p:txBody>
          <a:bodyPr lIns="0" tIns="0" rIns="0" bIns="0">
            <a:noAutofit/>
          </a:bodyPr>
          <a:lstStyle>
            <a:lvl1pPr marL="0" indent="0">
              <a:buNone/>
              <a:defRPr sz="1814" b="0">
                <a:solidFill>
                  <a:schemeClr val="tx2"/>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2"/>
            <a:ext cx="11162351" cy="334101"/>
          </a:xfrm>
          <a:prstGeom prst="rect">
            <a:avLst/>
          </a:prstGeom>
        </p:spPr>
        <p:txBody>
          <a:bodyPr vert="horz" lIns="0" tIns="0" rIns="0" bIns="0" rtlCol="0" anchor="t" anchorCtr="0">
            <a:noAutofit/>
          </a:bodyPr>
          <a:lstStyle>
            <a:lvl1pPr>
              <a:defRPr>
                <a:latin typeface="+mj-lt"/>
              </a:defRPr>
            </a:lvl1pPr>
          </a:lstStyle>
          <a:p>
            <a:r>
              <a:rPr lang="en-US" noProof="0" dirty="0"/>
              <a:t>Click to edit Master title style</a:t>
            </a:r>
          </a:p>
        </p:txBody>
      </p:sp>
    </p:spTree>
    <p:extLst>
      <p:ext uri="{BB962C8B-B14F-4D97-AF65-F5344CB8AC3E}">
        <p14:creationId xmlns:p14="http://schemas.microsoft.com/office/powerpoint/2010/main" val="2660708222"/>
      </p:ext>
    </p:extLst>
  </p:cSld>
  <p:clrMapOvr>
    <a:masterClrMapping/>
  </p:clrMapOvr>
  <p:transition>
    <p:fade/>
  </p:transition>
  <p:extLst>
    <p:ext uri="{DCECCB84-F9BA-43D5-87BE-67443E8EF086}">
      <p15:sldGuideLst xmlns:p15="http://schemas.microsoft.com/office/powerpoint/2012/main">
        <p15:guide id="1" orient="horz" pos="98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Generic tabl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755051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taglin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888" y="1518"/>
          <a:ext cx="1885" cy="1511"/>
        </p:xfrm>
        <a:graphic>
          <a:graphicData uri="http://schemas.openxmlformats.org/presentationml/2006/ole">
            <mc:AlternateContent xmlns:mc="http://schemas.openxmlformats.org/markup-compatibility/2006">
              <mc:Choice xmlns:v="urn:schemas-microsoft-com:vml" Requires="v">
                <p:oleObj spid="_x0000_s432543" name="think-cell Slide" r:id="rId5" imgW="396" imgH="396" progId="TCLayout.ActiveDocument.1">
                  <p:embed/>
                </p:oleObj>
              </mc:Choice>
              <mc:Fallback>
                <p:oleObj name="think-cell Slide" r:id="rId5" imgW="396" imgH="396" progId="TCLayout.ActiveDocument.1">
                  <p:embed/>
                  <p:pic>
                    <p:nvPicPr>
                      <p:cNvPr id="4" name="Object 3" hidden="1"/>
                      <p:cNvPicPr/>
                      <p:nvPr/>
                    </p:nvPicPr>
                    <p:blipFill>
                      <a:blip r:embed="rId6"/>
                      <a:stretch>
                        <a:fillRect/>
                      </a:stretch>
                    </p:blipFill>
                    <p:spPr>
                      <a:xfrm>
                        <a:off x="1888" y="1518"/>
                        <a:ext cx="1885" cy="1511"/>
                      </a:xfrm>
                      <a:prstGeom prst="rect">
                        <a:avLst/>
                      </a:prstGeom>
                    </p:spPr>
                  </p:pic>
                </p:oleObj>
              </mc:Fallback>
            </mc:AlternateContent>
          </a:graphicData>
        </a:graphic>
      </p:graphicFrame>
      <p:sp>
        <p:nvSpPr>
          <p:cNvPr id="6" name="Rectangle 5" hidden="1"/>
          <p:cNvSpPr/>
          <p:nvPr userDrawn="1">
            <p:custDataLst>
              <p:tags r:id="rId3"/>
            </p:custDataLst>
          </p:nvPr>
        </p:nvSpPr>
        <p:spPr>
          <a:xfrm>
            <a:off x="1" y="0"/>
            <a:ext cx="158751" cy="158750"/>
          </a:xfrm>
          <a:prstGeom prst="rect">
            <a:avLst/>
          </a:prstGeom>
          <a:ln w="3175">
            <a:solidFill>
              <a:schemeClr val="tx1"/>
            </a:solidFill>
          </a:ln>
        </p:spPr>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ZA" sz="2000" b="1" i="0" baseline="0" dirty="0">
              <a:solidFill>
                <a:schemeClr val="tx1"/>
              </a:solidFill>
              <a:latin typeface="Century Gothic" panose="020B0502020202020204" pitchFamily="34" charset="0"/>
              <a:ea typeface="+mj-ea"/>
              <a:cs typeface="+mj-cs"/>
              <a:sym typeface="Century Gothic" panose="020B0502020202020204" pitchFamily="34" charset="0"/>
            </a:endParaRPr>
          </a:p>
        </p:txBody>
      </p:sp>
      <p:sp>
        <p:nvSpPr>
          <p:cNvPr id="2" name="Title 1"/>
          <p:cNvSpPr>
            <a:spLocks noGrp="1"/>
          </p:cNvSpPr>
          <p:nvPr>
            <p:ph type="title" hasCustomPrompt="1"/>
          </p:nvPr>
        </p:nvSpPr>
        <p:spPr/>
        <p:txBody>
          <a:bodyPr/>
          <a:lstStyle>
            <a:lvl1pPr>
              <a:defRPr sz="2000">
                <a:solidFill>
                  <a:schemeClr val="accent1"/>
                </a:solidFill>
              </a:defRPr>
            </a:lvl1pPr>
          </a:lstStyle>
          <a:p>
            <a:r>
              <a:rPr lang="en-ZA" dirty="0"/>
              <a:t>Title (1 line, only capitalise first letter and nouns)</a:t>
            </a:r>
          </a:p>
        </p:txBody>
      </p:sp>
      <p:sp>
        <p:nvSpPr>
          <p:cNvPr id="9" name="Text Placeholder 8"/>
          <p:cNvSpPr>
            <a:spLocks noGrp="1"/>
          </p:cNvSpPr>
          <p:nvPr>
            <p:ph type="body" sz="quarter" idx="11" hasCustomPrompt="1"/>
          </p:nvPr>
        </p:nvSpPr>
        <p:spPr>
          <a:xfrm>
            <a:off x="341524" y="782640"/>
            <a:ext cx="10311787" cy="484187"/>
          </a:xfrm>
          <a:prstGeom prst="rect">
            <a:avLst/>
          </a:prstGeom>
          <a:noFill/>
          <a:ln w="9525">
            <a:noFill/>
            <a:miter lim="800000"/>
            <a:headEnd/>
            <a:tailEnd/>
          </a:ln>
        </p:spPr>
        <p:txBody>
          <a:bodyPr vert="horz" wrap="square" lIns="94798" tIns="46569" rIns="94798" bIns="46569" numCol="1" anchor="ctr" anchorCtr="0" compatLnSpc="1">
            <a:prstTxWarp prst="textNoShape">
              <a:avLst/>
            </a:prstTxWarp>
            <a:noAutofit/>
          </a:bodyPr>
          <a:lstStyle>
            <a:lvl1pPr marL="0" indent="0" algn="l">
              <a:defRPr lang="en-US" sz="1600" b="0" i="0" smtClean="0">
                <a:solidFill>
                  <a:schemeClr val="accent1"/>
                </a:solidFill>
                <a:latin typeface="Century Gothic"/>
                <a:ea typeface="+mj-ea"/>
                <a:cs typeface="+mj-cs"/>
                <a:sym typeface="Century Gothic"/>
              </a:defRPr>
            </a:lvl1pPr>
            <a:lvl2pPr>
              <a:defRPr lang="en-US" sz="1136" b="1" smtClean="0">
                <a:solidFill>
                  <a:schemeClr val="tx2"/>
                </a:solidFill>
                <a:latin typeface="Century Gothic" pitchFamily="34" charset="0"/>
              </a:defRPr>
            </a:lvl2pPr>
            <a:lvl3pPr>
              <a:defRPr lang="en-US" sz="1136" b="1" smtClean="0">
                <a:solidFill>
                  <a:schemeClr val="tx2"/>
                </a:solidFill>
                <a:latin typeface="Century Gothic" pitchFamily="34" charset="0"/>
              </a:defRPr>
            </a:lvl3pPr>
            <a:lvl4pPr>
              <a:defRPr lang="en-US" sz="1136" b="1" smtClean="0">
                <a:solidFill>
                  <a:schemeClr val="tx2"/>
                </a:solidFill>
                <a:latin typeface="Century Gothic" pitchFamily="34" charset="0"/>
              </a:defRPr>
            </a:lvl4pPr>
            <a:lvl5pPr>
              <a:defRPr lang="en-ZA" sz="1136" b="1">
                <a:solidFill>
                  <a:schemeClr val="tx2"/>
                </a:solidFill>
                <a:latin typeface="Century Gothic" pitchFamily="34" charset="0"/>
              </a:defRPr>
            </a:lvl5pPr>
          </a:lstStyle>
          <a:p>
            <a:pPr marL="0" lvl="0" indent="0" algn="l">
              <a:lnSpc>
                <a:spcPct val="100000"/>
              </a:lnSpc>
              <a:buFontTx/>
              <a:buNone/>
            </a:pPr>
            <a:r>
              <a:rPr lang="en-ZA" dirty="0"/>
              <a:t>Tagline (1 or 2 lines, only capitalise first letters and nouns). Only full stops between sentences, not at end of last sentence</a:t>
            </a:r>
          </a:p>
        </p:txBody>
      </p:sp>
      <p:sp>
        <p:nvSpPr>
          <p:cNvPr id="7" name="Text Placeholder 6"/>
          <p:cNvSpPr>
            <a:spLocks noGrp="1"/>
          </p:cNvSpPr>
          <p:nvPr>
            <p:ph type="body" sz="quarter" idx="13" hasCustomPrompt="1"/>
          </p:nvPr>
        </p:nvSpPr>
        <p:spPr>
          <a:xfrm>
            <a:off x="2743201" y="6377940"/>
            <a:ext cx="8388351" cy="414822"/>
          </a:xfrm>
          <a:prstGeom prst="rect">
            <a:avLst/>
          </a:prstGeom>
        </p:spPr>
        <p:txBody>
          <a:bodyPr tIns="0" bIns="36000" anchor="b"/>
          <a:lstStyle>
            <a:lvl1pPr marL="0" marR="0" indent="0" algn="l" defTabSz="914400" rtl="0" eaLnBrk="1" fontAlgn="base" latinLnBrk="0" hangingPunct="1">
              <a:lnSpc>
                <a:spcPct val="90000"/>
              </a:lnSpc>
              <a:spcBef>
                <a:spcPct val="0"/>
              </a:spcBef>
              <a:spcAft>
                <a:spcPct val="0"/>
              </a:spcAft>
              <a:buClrTx/>
              <a:buSzTx/>
              <a:buFontTx/>
              <a:buNone/>
              <a:tabLst/>
              <a:defRPr lang="en-US" sz="1000" b="0" kern="1200" baseline="0" dirty="0" smtClean="0">
                <a:solidFill>
                  <a:schemeClr val="tx2"/>
                </a:solidFill>
                <a:latin typeface="+mn-lt"/>
                <a:ea typeface="+mn-ea"/>
                <a:cs typeface="Calibri" pitchFamily="34" charset="0"/>
              </a:defRPr>
            </a:lvl1pPr>
            <a:lvl2pPr marL="536575" indent="-536575" algn="l" defTabSz="914400" rtl="0" eaLnBrk="1" latinLnBrk="0" hangingPunct="1">
              <a:defRPr lang="en-US" sz="1000" kern="1200" dirty="0" smtClean="0">
                <a:solidFill>
                  <a:srgbClr val="262626"/>
                </a:solidFill>
                <a:latin typeface="+mn-lt"/>
                <a:ea typeface="+mn-ea"/>
                <a:cs typeface="Calibri" pitchFamily="34" charset="0"/>
              </a:defRPr>
            </a:lvl2pPr>
            <a:lvl3pPr marL="536575" indent="-536575" algn="l" defTabSz="914400" rtl="0" eaLnBrk="1" latinLnBrk="0" hangingPunct="1">
              <a:defRPr lang="en-US" sz="1000" kern="1200" dirty="0" smtClean="0">
                <a:solidFill>
                  <a:srgbClr val="262626"/>
                </a:solidFill>
                <a:latin typeface="+mn-lt"/>
                <a:ea typeface="+mn-ea"/>
                <a:cs typeface="Calibri" pitchFamily="34" charset="0"/>
              </a:defRPr>
            </a:lvl3pPr>
            <a:lvl4pPr marL="536575" indent="-536575" algn="l" defTabSz="914400" rtl="0" eaLnBrk="1" latinLnBrk="0" hangingPunct="1">
              <a:defRPr lang="en-US" sz="1000" kern="1200" dirty="0" smtClean="0">
                <a:solidFill>
                  <a:srgbClr val="262626"/>
                </a:solidFill>
                <a:latin typeface="+mn-lt"/>
                <a:ea typeface="+mn-ea"/>
                <a:cs typeface="Calibri" pitchFamily="34" charset="0"/>
              </a:defRPr>
            </a:lvl4pPr>
            <a:lvl5pPr marL="536575" indent="-536575" algn="l" defTabSz="914400" rtl="0" eaLnBrk="1" latinLnBrk="0" hangingPunct="1">
              <a:defRPr lang="en-ZA" sz="1000" kern="1200" dirty="0">
                <a:solidFill>
                  <a:srgbClr val="262626"/>
                </a:solidFill>
                <a:latin typeface="+mn-lt"/>
                <a:ea typeface="+mn-ea"/>
                <a:cs typeface="Calibri" pitchFamily="34" charset="0"/>
              </a:defRPr>
            </a:lvl5pPr>
          </a:lstStyle>
          <a:p>
            <a:pPr marL="536575" marR="0" lvl="0" indent="-536575" algn="l" defTabSz="914400" rtl="0" eaLnBrk="1" fontAlgn="base" latinLnBrk="0" hangingPunct="1">
              <a:lnSpc>
                <a:spcPct val="90000"/>
              </a:lnSpc>
              <a:spcBef>
                <a:spcPct val="0"/>
              </a:spcBef>
              <a:spcAft>
                <a:spcPct val="0"/>
              </a:spcAft>
              <a:buClrTx/>
              <a:buSzTx/>
              <a:buFontTx/>
              <a:buNone/>
              <a:tabLst/>
              <a:defRPr/>
            </a:pPr>
            <a:r>
              <a:rPr lang="en-ZA" dirty="0"/>
              <a:t>[Notes/Source:]</a:t>
            </a:r>
          </a:p>
        </p:txBody>
      </p:sp>
      <p:sp>
        <p:nvSpPr>
          <p:cNvPr id="8" name="Slide Number Placeholder 4"/>
          <p:cNvSpPr txBox="1">
            <a:spLocks/>
          </p:cNvSpPr>
          <p:nvPr userDrawn="1"/>
        </p:nvSpPr>
        <p:spPr>
          <a:xfrm>
            <a:off x="11220225" y="6465703"/>
            <a:ext cx="527275"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lumMod val="50000"/>
                  </a:schemeClr>
                </a:solidFill>
                <a:latin typeface="Century Gothic" panose="020B0502020202020204" pitchFamily="34" charset="0"/>
                <a:ea typeface="Century Gothic" panose="020B0502020202020204" pitchFamily="34" charset="0"/>
                <a:cs typeface="Century Gothic" panose="020B0502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EC1376E-E09F-4137-ABE2-5F47D624406C}" type="slidenum">
              <a:rPr kumimoji="0" lang="en-ZA" sz="1200" b="0" i="0" u="none" strike="noStrike" kern="1200" cap="none" spc="0" normalizeH="0" baseline="0" noProof="0" smtClean="0">
                <a:ln>
                  <a:noFill/>
                </a:ln>
                <a:solidFill>
                  <a:prstClr val="white">
                    <a:lumMod val="50000"/>
                  </a:prstClr>
                </a:solidFill>
                <a:effectLst/>
                <a:uLnTx/>
                <a:uFillTx/>
                <a:latin typeface="Century Gothic" panose="020B0502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ZA" sz="1200" b="0" i="0" u="none" strike="noStrike" kern="1200" cap="none" spc="0" normalizeH="0" baseline="0" noProof="0" dirty="0">
              <a:ln>
                <a:noFill/>
              </a:ln>
              <a:solidFill>
                <a:prstClr val="white">
                  <a:lumMod val="50000"/>
                </a:prstClr>
              </a:solidFill>
              <a:effectLst/>
              <a:uLnTx/>
              <a:uFillTx/>
              <a:latin typeface="Century Gothic" panose="020B0502020202020204" pitchFamily="34" charset="0"/>
            </a:endParaRPr>
          </a:p>
        </p:txBody>
      </p:sp>
    </p:spTree>
    <p:extLst>
      <p:ext uri="{BB962C8B-B14F-4D97-AF65-F5344CB8AC3E}">
        <p14:creationId xmlns:p14="http://schemas.microsoft.com/office/powerpoint/2010/main" val="1538533867"/>
      </p:ext>
    </p:extLst>
  </p:cSld>
  <p:clrMapOvr>
    <a:masterClrMapping/>
  </p:clrMapOvr>
  <p:extLst>
    <p:ext uri="{DCECCB84-F9BA-43D5-87BE-67443E8EF086}">
      <p15:sldGuideLst xmlns:p15="http://schemas.microsoft.com/office/powerpoint/2012/main">
        <p15:guide id="1" orient="horz" pos="51">
          <p15:clr>
            <a:srgbClr val="FBAE40"/>
          </p15:clr>
        </p15:guide>
        <p15:guide id="2" orient="horz" pos="346">
          <p15:clr>
            <a:srgbClr val="FBAE40"/>
          </p15:clr>
        </p15:guide>
        <p15:guide id="3" orient="horz" pos="482">
          <p15:clr>
            <a:srgbClr val="FBAE40"/>
          </p15:clr>
        </p15:guide>
        <p15:guide id="4" orient="horz" pos="799">
          <p15:clr>
            <a:srgbClr val="FBAE40"/>
          </p15:clr>
        </p15:guide>
        <p15:guide id="5" orient="horz" pos="845">
          <p15:clr>
            <a:srgbClr val="FBAE40"/>
          </p15:clr>
        </p15:guide>
        <p15:guide id="6" orient="horz" pos="3974">
          <p15:clr>
            <a:srgbClr val="FBAE40"/>
          </p15:clr>
        </p15:guide>
        <p15:guide id="7" orient="horz" pos="4292">
          <p15:clr>
            <a:srgbClr val="FBAE40"/>
          </p15:clr>
        </p15:guide>
        <p15:guide id="8" orient="horz" pos="4020">
          <p15:clr>
            <a:srgbClr val="FBAE40"/>
          </p15:clr>
        </p15:guide>
        <p15:guide id="9" pos="211">
          <p15:clr>
            <a:srgbClr val="FBAE40"/>
          </p15:clr>
        </p15:guide>
        <p15:guide id="10" pos="7469">
          <p15:clr>
            <a:srgbClr val="FBAE40"/>
          </p15:clr>
        </p15:guide>
        <p15:guide id="11" pos="3840">
          <p15:clr>
            <a:srgbClr val="FBAE40"/>
          </p15:clr>
        </p15:guide>
        <p15:guide id="12" pos="3908">
          <p15:clr>
            <a:srgbClr val="FBAE40"/>
          </p15:clr>
        </p15:guide>
        <p15:guide id="13" pos="3772">
          <p15:clr>
            <a:srgbClr val="FBAE40"/>
          </p15:clr>
        </p15:guide>
        <p15:guide id="14" orient="horz" pos="2409">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 name="Textplatzhalter 2"/>
          <p:cNvSpPr>
            <a:spLocks noGrp="1"/>
          </p:cNvSpPr>
          <p:nvPr>
            <p:ph type="body" idx="1" hasCustomPrompt="1"/>
          </p:nvPr>
        </p:nvSpPr>
        <p:spPr>
          <a:xfrm>
            <a:off x="511911" y="728666"/>
            <a:ext cx="11168183" cy="601013"/>
          </a:xfrm>
          <a:prstGeom prst="rect">
            <a:avLst/>
          </a:prstGeom>
          <a:noFill/>
        </p:spPr>
        <p:txBody>
          <a:bodyPr anchor="t"/>
          <a:lstStyle>
            <a:lvl1pPr marL="0" marR="0" indent="0" algn="l" defTabSz="1005083" rtl="0" eaLnBrk="1" fontAlgn="auto" latinLnBrk="0" hangingPunct="1">
              <a:lnSpc>
                <a:spcPct val="100000"/>
              </a:lnSpc>
              <a:spcBef>
                <a:spcPts val="0"/>
              </a:spcBef>
              <a:spcAft>
                <a:spcPts val="0"/>
              </a:spcAft>
              <a:buClr>
                <a:schemeClr val="tx2"/>
              </a:buClr>
              <a:buSzTx/>
              <a:buFontTx/>
              <a:buNone/>
              <a:tabLst/>
              <a:defRPr lang="en-GB" sz="2000" b="0" kern="1200" dirty="0" smtClean="0">
                <a:solidFill>
                  <a:srgbClr val="575757"/>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1005083" rtl="0" eaLnBrk="1" latinLnBrk="0" hangingPunct="1">
              <a:lnSpc>
                <a:spcPct val="100000"/>
              </a:lnSpc>
              <a:spcBef>
                <a:spcPts val="0"/>
              </a:spcBef>
              <a:buClr>
                <a:schemeClr val="tx2"/>
              </a:buClr>
              <a:buFontTx/>
              <a:buNone/>
            </a:pPr>
            <a:r>
              <a:rPr lang="en-GB" dirty="0"/>
              <a:t>Click here to enter slide message</a:t>
            </a:r>
          </a:p>
        </p:txBody>
      </p:sp>
      <p:sp>
        <p:nvSpPr>
          <p:cNvPr id="18" name="Content Placeholder 17"/>
          <p:cNvSpPr>
            <a:spLocks noGrp="1"/>
          </p:cNvSpPr>
          <p:nvPr>
            <p:ph sz="quarter" idx="15" hasCustomPrompt="1"/>
          </p:nvPr>
        </p:nvSpPr>
        <p:spPr>
          <a:xfrm>
            <a:off x="511909" y="1484316"/>
            <a:ext cx="11168183" cy="4824413"/>
          </a:xfrm>
        </p:spPr>
        <p:txBody>
          <a:bodyPr/>
          <a:lstStyle>
            <a:lvl1pPr>
              <a:defRPr/>
            </a:lvl1pPr>
          </a:lstStyle>
          <a:p>
            <a:pPr lvl="0"/>
            <a:r>
              <a:rPr lang="en-GB" dirty="0"/>
              <a:t>Click here to enter text</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 level</a:t>
            </a:r>
          </a:p>
          <a:p>
            <a:pPr lvl="6"/>
            <a:r>
              <a:rPr lang="en-GB" noProof="0" dirty="0"/>
              <a:t>Seventh</a:t>
            </a:r>
            <a:r>
              <a:rPr lang="en-GB" dirty="0"/>
              <a:t> level</a:t>
            </a:r>
          </a:p>
          <a:p>
            <a:pPr lvl="7"/>
            <a:r>
              <a:rPr lang="en-GB" dirty="0"/>
              <a:t>Eight level</a:t>
            </a:r>
          </a:p>
          <a:p>
            <a:pPr lvl="8"/>
            <a:r>
              <a:rPr lang="en-GB" dirty="0"/>
              <a:t>Ninth level</a:t>
            </a:r>
          </a:p>
        </p:txBody>
      </p:sp>
      <p:sp>
        <p:nvSpPr>
          <p:cNvPr id="4" name="Title 3"/>
          <p:cNvSpPr>
            <a:spLocks noGrp="1"/>
          </p:cNvSpPr>
          <p:nvPr>
            <p:ph type="title"/>
          </p:nvPr>
        </p:nvSpPr>
        <p:spPr/>
        <p:txBody>
          <a:bodyPr/>
          <a:lstStyle/>
          <a:p>
            <a:r>
              <a:rPr lang="en-GB" dirty="0"/>
              <a:t>Click to edit Master title style</a:t>
            </a:r>
          </a:p>
        </p:txBody>
      </p:sp>
      <p:sp>
        <p:nvSpPr>
          <p:cNvPr id="12" name="Slide Number Placeholder 26"/>
          <p:cNvSpPr>
            <a:spLocks noGrp="1"/>
          </p:cNvSpPr>
          <p:nvPr>
            <p:ph type="sldNum" sz="quarter" idx="4"/>
          </p:nvPr>
        </p:nvSpPr>
        <p:spPr>
          <a:xfrm>
            <a:off x="11889243" y="5717544"/>
            <a:ext cx="176331" cy="123111"/>
          </a:xfrm>
          <a:prstGeom prst="rect">
            <a:avLst/>
          </a:prstGeom>
        </p:spPr>
        <p:txBody>
          <a:bodyPr vert="horz" wrap="square" lIns="0" tIns="0" rIns="0" bIns="0" rtlCol="0" anchor="ctr">
            <a:spAutoFit/>
          </a:bodyPr>
          <a:lstStyle>
            <a:lvl1pPr algn="r">
              <a:defRPr sz="800">
                <a:solidFill>
                  <a:schemeClr val="tx1"/>
                </a:solidFill>
              </a:defRPr>
            </a:lvl1pPr>
          </a:lstStyle>
          <a:p>
            <a:fld id="{E7E69083-84D8-4E59-86E6-37E14A15C756}" type="slidenum">
              <a:rPr lang="en-GB" smtClean="0"/>
              <a:pPr/>
              <a:t>‹#›</a:t>
            </a:fld>
            <a:endParaRPr lang="en-GB" dirty="0"/>
          </a:p>
        </p:txBody>
      </p:sp>
      <p:sp>
        <p:nvSpPr>
          <p:cNvPr id="13" name="Footer Placeholder 2"/>
          <p:cNvSpPr>
            <a:spLocks noGrp="1"/>
          </p:cNvSpPr>
          <p:nvPr>
            <p:ph type="ftr" sz="quarter" idx="3"/>
          </p:nvPr>
        </p:nvSpPr>
        <p:spPr>
          <a:xfrm>
            <a:off x="6716378" y="6515402"/>
            <a:ext cx="4346300" cy="123111"/>
          </a:xfrm>
          <a:prstGeom prst="rect">
            <a:avLst/>
          </a:prstGeom>
        </p:spPr>
        <p:txBody>
          <a:bodyPr vert="horz" wrap="square" lIns="0" tIns="0" rIns="0" bIns="0" rtlCol="0" anchor="ctr">
            <a:spAutoFit/>
          </a:bodyPr>
          <a:lstStyle>
            <a:lvl1pPr algn="r">
              <a:defRPr sz="800">
                <a:solidFill>
                  <a:schemeClr val="tx1"/>
                </a:solidFill>
              </a:defRPr>
            </a:lvl1pPr>
          </a:lstStyle>
          <a:p>
            <a:r>
              <a:rPr lang="en-GB" dirty="0"/>
              <a:t>Agile transformation</a:t>
            </a:r>
          </a:p>
        </p:txBody>
      </p:sp>
    </p:spTree>
    <p:extLst>
      <p:ext uri="{BB962C8B-B14F-4D97-AF65-F5344CB8AC3E}">
        <p14:creationId xmlns:p14="http://schemas.microsoft.com/office/powerpoint/2010/main" val="2585011287"/>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33567" name="think-cell Slide" r:id="rId4" imgW="442" imgH="442" progId="TCLayout.ActiveDocument.1">
                  <p:embed/>
                </p:oleObj>
              </mc:Choice>
              <mc:Fallback>
                <p:oleObj name="think-cell Slide" r:id="rId4" imgW="442" imgH="442"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4" name="Title Placeholder 1"/>
          <p:cNvSpPr>
            <a:spLocks noGrp="1"/>
          </p:cNvSpPr>
          <p:nvPr>
            <p:ph type="title"/>
          </p:nvPr>
        </p:nvSpPr>
        <p:spPr>
          <a:xfrm>
            <a:off x="225878" y="165101"/>
            <a:ext cx="11441191" cy="762272"/>
          </a:xfrm>
          <a:prstGeom prst="rect">
            <a:avLst/>
          </a:prstGeom>
        </p:spPr>
        <p:txBody>
          <a:bodyPr vert="horz" lIns="0" tIns="0" rIns="0" bIns="0" rtlCol="0" anchor="b"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1" y="1117601"/>
            <a:ext cx="11165416" cy="52616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555401778"/>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339314707"/>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800514707"/>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dirty="0"/>
              <a:t>Click icon to add chart</a:t>
            </a:r>
            <a:endParaRPr lang="en-GB" dirty="0"/>
          </a:p>
        </p:txBody>
      </p:sp>
      <p:sp>
        <p:nvSpPr>
          <p:cNvPr id="18" name="Text Placeholder 8"/>
          <p:cNvSpPr>
            <a:spLocks noGrp="1"/>
          </p:cNvSpPr>
          <p:nvPr>
            <p:ph type="body" sz="quarter" idx="18"/>
          </p:nvPr>
        </p:nvSpPr>
        <p:spPr>
          <a:xfrm>
            <a:off x="501652" y="1700214"/>
            <a:ext cx="11188699" cy="357187"/>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313660022"/>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505001429"/>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548639" y="1154113"/>
            <a:ext cx="11106912" cy="4887468"/>
          </a:xfrm>
          <a:prstGeom prst="rect">
            <a:avLst/>
          </a:prstGeom>
        </p:spPr>
        <p:txBody>
          <a:bodyPr vert="horz" lIns="0" tIns="0" rIns="0" bIns="0" rtlCol="0">
            <a:noAutofit/>
          </a:bodyPr>
          <a:lstStyle>
            <a:lvl1pPr marL="0" marR="0" indent="0" algn="l" defTabSz="891112" rtl="0" eaLnBrk="1" fontAlgn="base" latinLnBrk="0" hangingPunct="1">
              <a:lnSpc>
                <a:spcPct val="100000"/>
              </a:lnSpc>
              <a:spcBef>
                <a:spcPts val="2145"/>
              </a:spcBef>
              <a:spcAft>
                <a:spcPct val="0"/>
              </a:spcAft>
              <a:buClrTx/>
              <a:buSzTx/>
              <a:buFont typeface="Arial" pitchFamily="34" charset="0"/>
              <a:buNone/>
              <a:tabLst/>
              <a:defRPr kumimoji="0" lang="en-US" sz="1755" b="0" i="0" u="none" strike="noStrike" kern="1200" cap="none" normalizeH="0" baseline="0" dirty="0" smtClean="0">
                <a:ln>
                  <a:noFill/>
                </a:ln>
                <a:solidFill>
                  <a:schemeClr val="tx2"/>
                </a:solidFill>
                <a:effectLst/>
                <a:latin typeface="+mn-lt"/>
                <a:ea typeface="+mn-ea"/>
                <a:cs typeface="Arial" pitchFamily="34" charset="0"/>
              </a:defRPr>
            </a:lvl1pPr>
            <a:lvl2pPr marL="170177" marR="0" indent="-168631" algn="l" defTabSz="891112" rtl="0" eaLnBrk="1" fontAlgn="base" latinLnBrk="0" hangingPunct="1">
              <a:lnSpc>
                <a:spcPct val="100000"/>
              </a:lnSpc>
              <a:spcAft>
                <a:spcPct val="0"/>
              </a:spcAft>
              <a:buFont typeface="Arial" pitchFamily="34" charset="0"/>
              <a:tabLst/>
              <a:defRPr kumimoji="0" lang="en-US" sz="1755" b="0" i="0" u="none" strike="noStrike" kern="1200" cap="none" normalizeH="0" baseline="0" dirty="0" smtClean="0">
                <a:ln>
                  <a:noFill/>
                </a:ln>
                <a:solidFill>
                  <a:schemeClr val="tx2"/>
                </a:solidFill>
                <a:effectLst/>
                <a:latin typeface="+mn-lt"/>
                <a:ea typeface="+mn-ea"/>
                <a:cs typeface="Arial" pitchFamily="34" charset="0"/>
              </a:defRPr>
            </a:lvl2pPr>
            <a:lvl3pPr marR="0" algn="l" defTabSz="891112" rtl="0" eaLnBrk="1" fontAlgn="base" latinLnBrk="0" hangingPunct="1">
              <a:lnSpc>
                <a:spcPct val="100000"/>
              </a:lnSpc>
              <a:spcAft>
                <a:spcPct val="0"/>
              </a:spcAft>
              <a:buFont typeface="Arial" pitchFamily="34" charset="0"/>
              <a:tabLst/>
              <a:defRPr kumimoji="0" lang="en-US" sz="156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891112" rtl="0" eaLnBrk="1" fontAlgn="base" latinLnBrk="0" hangingPunct="1">
              <a:lnSpc>
                <a:spcPct val="100000"/>
              </a:lnSpc>
              <a:spcAft>
                <a:spcPct val="0"/>
              </a:spcAft>
              <a:buFont typeface="Arial" pitchFamily="34" charset="0"/>
              <a:tabLst/>
              <a:defRPr kumimoji="0" lang="en-US" sz="1560" b="0" i="0" u="none" strike="noStrike" kern="1200" cap="none" normalizeH="0" baseline="0" dirty="0" smtClean="0">
                <a:ln>
                  <a:noFill/>
                </a:ln>
                <a:solidFill>
                  <a:schemeClr val="tx2"/>
                </a:solidFill>
                <a:effectLst/>
                <a:latin typeface="+mn-lt"/>
                <a:ea typeface="+mn-ea"/>
                <a:cs typeface="Arial" pitchFamily="34" charset="0"/>
              </a:defRPr>
            </a:lvl4pPr>
            <a:lvl5pPr marR="0" algn="l" defTabSz="891112" rtl="0" eaLnBrk="1" fontAlgn="base" latinLnBrk="0" hangingPunct="1">
              <a:lnSpc>
                <a:spcPct val="100000"/>
              </a:lnSpc>
              <a:spcAft>
                <a:spcPct val="0"/>
              </a:spcAft>
              <a:buFont typeface="Arial" pitchFamily="34" charset="0"/>
              <a:tabLst/>
              <a:defRPr kumimoji="0" lang="en-US" sz="1560" b="0" i="0" u="none" strike="noStrike" kern="1200" cap="none" normalizeH="0" baseline="0" dirty="0" smtClean="0">
                <a:ln>
                  <a:noFill/>
                </a:ln>
                <a:solidFill>
                  <a:schemeClr val="tx2"/>
                </a:solidFill>
                <a:effectLst/>
                <a:latin typeface="+mn-lt"/>
                <a:ea typeface="+mn-ea"/>
                <a:cs typeface="Arial" pitchFamily="34" charset="0"/>
              </a:defRPr>
            </a:lvl5pPr>
            <a:lvl6pPr marR="0" algn="l" defTabSz="891112" rtl="0" eaLnBrk="1" fontAlgn="base" latinLnBrk="0" hangingPunct="1">
              <a:lnSpc>
                <a:spcPct val="100000"/>
              </a:lnSpc>
              <a:spcAft>
                <a:spcPct val="0"/>
              </a:spcAft>
              <a:buFont typeface="Arial" pitchFamily="34" charset="0"/>
              <a:tabLst/>
              <a:defRPr kumimoji="0" lang="en-US" sz="1755"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8"/>
          <p:cNvSpPr>
            <a:spLocks noGrp="1"/>
          </p:cNvSpPr>
          <p:nvPr>
            <p:ph type="body" sz="quarter" idx="13"/>
          </p:nvPr>
        </p:nvSpPr>
        <p:spPr bwMode="gray">
          <a:xfrm>
            <a:off x="552454" y="779469"/>
            <a:ext cx="11106912"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195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891112"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5" name="Title Placeholder 10"/>
          <p:cNvSpPr>
            <a:spLocks noGrp="1"/>
          </p:cNvSpPr>
          <p:nvPr>
            <p:ph type="title"/>
          </p:nvPr>
        </p:nvSpPr>
        <p:spPr bwMode="gray">
          <a:xfrm>
            <a:off x="552454" y="502467"/>
            <a:ext cx="11106912" cy="276999"/>
          </a:xfrm>
          <a:prstGeom prst="rect">
            <a:avLst/>
          </a:prstGeom>
        </p:spPr>
        <p:txBody>
          <a:bodyPr lIns="0" tIns="0" rIns="0" bIns="0" anchor="b" anchorCtr="0">
            <a:spAutoFit/>
          </a:bodyPr>
          <a:lstStyle/>
          <a:p>
            <a:pPr marL="0" marR="0" lvl="0" indent="0" algn="l" defTabSz="891112"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extLst>
      <p:ext uri="{BB962C8B-B14F-4D97-AF65-F5344CB8AC3E}">
        <p14:creationId xmlns:p14="http://schemas.microsoft.com/office/powerpoint/2010/main" val="125656496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CA"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CA" noProof="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7" name="TextBox 6">
            <a:extLst>
              <a:ext uri="{FF2B5EF4-FFF2-40B4-BE49-F238E27FC236}">
                <a16:creationId xmlns:a16="http://schemas.microsoft.com/office/drawing/2014/main" id="{D3CB48DF-ADD9-4591-9853-C05E7F9635B2}"/>
              </a:ext>
            </a:extLst>
          </p:cNvPr>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CA" sz="650" noProof="0" dirty="0">
                <a:solidFill>
                  <a:schemeClr val="bg1"/>
                </a:solidFill>
              </a:rPr>
              <a:t>© Deloitte LLP and affiliated entities.</a:t>
            </a:r>
          </a:p>
        </p:txBody>
      </p:sp>
      <p:sp>
        <p:nvSpPr>
          <p:cNvPr id="10" name="Slide Number Placeholder 5">
            <a:extLst>
              <a:ext uri="{FF2B5EF4-FFF2-40B4-BE49-F238E27FC236}">
                <a16:creationId xmlns:a16="http://schemas.microsoft.com/office/drawing/2014/main" id="{164CC7ED-0C1E-4E35-B4AA-400ECAD176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F695FC-AA4F-4E34-8BBF-6E548B3698A7}" type="slidenum">
              <a:rPr lang="en-US" smtClean="0"/>
              <a:t>‹#›</a:t>
            </a:fld>
            <a:endParaRPr lang="en-US" dirty="0"/>
          </a:p>
        </p:txBody>
      </p:sp>
    </p:spTree>
    <p:extLst>
      <p:ext uri="{BB962C8B-B14F-4D97-AF65-F5344CB8AC3E}">
        <p14:creationId xmlns:p14="http://schemas.microsoft.com/office/powerpoint/2010/main" val="3748855822"/>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Left,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347390" cy="1995802"/>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en-US" dirty="0"/>
              <a:t>Click to edit Master title style</a:t>
            </a:r>
          </a:p>
        </p:txBody>
      </p:sp>
      <p:sp>
        <p:nvSpPr>
          <p:cNvPr id="4" name="Text Placeholder 4"/>
          <p:cNvSpPr>
            <a:spLocks noGrp="1"/>
          </p:cNvSpPr>
          <p:nvPr>
            <p:ph type="body" sz="quarter" idx="16" hasCustomPrompt="1"/>
          </p:nvPr>
        </p:nvSpPr>
        <p:spPr>
          <a:xfrm>
            <a:off x="914400" y="2743200"/>
            <a:ext cx="3355975" cy="1169988"/>
          </a:xfrm>
        </p:spPr>
        <p:txBody>
          <a:bodyPr/>
          <a:lstStyle>
            <a:lvl1pPr marL="0" indent="0">
              <a:lnSpc>
                <a:spcPct val="130000"/>
              </a:lnSpc>
              <a:buNone/>
              <a:defRPr sz="1200" baseline="0"/>
            </a:lvl1pPr>
          </a:lstStyle>
          <a:p>
            <a:pPr lvl="0"/>
            <a:r>
              <a:rPr lang="en-US" dirty="0"/>
              <a:t>Click to edit Master text styles</a:t>
            </a:r>
          </a:p>
        </p:txBody>
      </p:sp>
    </p:spTree>
    <p:extLst>
      <p:ext uri="{BB962C8B-B14F-4D97-AF65-F5344CB8AC3E}">
        <p14:creationId xmlns:p14="http://schemas.microsoft.com/office/powerpoint/2010/main" val="307922035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dirty="0"/>
              <a:t>BREADCRUMBS</a:t>
            </a:r>
          </a:p>
        </p:txBody>
      </p:sp>
    </p:spTree>
    <p:extLst>
      <p:ext uri="{BB962C8B-B14F-4D97-AF65-F5344CB8AC3E}">
        <p14:creationId xmlns:p14="http://schemas.microsoft.com/office/powerpoint/2010/main" val="367285084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_Title, subtitle &amp; 1 column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spid="_x0000_s434591"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589" y="1589"/>
                        <a:ext cx="1587" cy="1587"/>
                      </a:xfrm>
                      <a:prstGeom prst="rect">
                        <a:avLst/>
                      </a:prstGeom>
                    </p:spPr>
                  </p:pic>
                </p:oleObj>
              </mc:Fallback>
            </mc:AlternateContent>
          </a:graphicData>
        </a:graphic>
      </p:graphicFrame>
      <p:sp>
        <p:nvSpPr>
          <p:cNvPr id="9" name="Text Placeholder 8"/>
          <p:cNvSpPr>
            <a:spLocks noGrp="1"/>
          </p:cNvSpPr>
          <p:nvPr>
            <p:ph type="body" sz="quarter" idx="13" hasCustomPrompt="1"/>
          </p:nvPr>
        </p:nvSpPr>
        <p:spPr>
          <a:xfrm>
            <a:off x="501652" y="651604"/>
            <a:ext cx="11162349" cy="307621"/>
          </a:xfrm>
          <a:prstGeom prst="rect">
            <a:avLst/>
          </a:prstGeom>
        </p:spPr>
        <p:txBody>
          <a:bodyPr lIns="0" tIns="0" rIns="0" bIns="0">
            <a:noAutofit/>
          </a:bodyPr>
          <a:lstStyle>
            <a:lvl1pPr marL="0" indent="0">
              <a:buNone/>
              <a:defRPr sz="1600" b="0">
                <a:solidFill>
                  <a:srgbClr val="86BC25"/>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49" cy="334101"/>
          </a:xfrm>
          <a:prstGeom prst="rect">
            <a:avLst/>
          </a:prstGeom>
        </p:spPr>
        <p:txBody>
          <a:bodyPr vert="horz" lIns="0" tIns="0" rIns="0" bIns="0" rtlCol="0" anchor="t" anchorCtr="0">
            <a:noAutofit/>
          </a:bodyPr>
          <a:lstStyle>
            <a:lvl1pPr>
              <a:defRPr b="1"/>
            </a:lvl1pPr>
          </a:lstStyle>
          <a:p>
            <a:r>
              <a:rPr lang="en-US" noProof="0"/>
              <a:t>Click to edit Master title style</a:t>
            </a:r>
            <a:endParaRPr lang="en-US" noProof="0" dirty="0"/>
          </a:p>
        </p:txBody>
      </p:sp>
      <p:sp>
        <p:nvSpPr>
          <p:cNvPr id="10" name="Footer Placeholder 2"/>
          <p:cNvSpPr>
            <a:spLocks noGrp="1"/>
          </p:cNvSpPr>
          <p:nvPr>
            <p:ph type="ftr" sz="quarter" idx="3"/>
          </p:nvPr>
        </p:nvSpPr>
        <p:spPr>
          <a:xfrm>
            <a:off x="501649" y="6477000"/>
            <a:ext cx="5355168" cy="100156"/>
          </a:xfrm>
          <a:prstGeom prst="rect">
            <a:avLst/>
          </a:prstGeom>
          <a:noFill/>
        </p:spPr>
        <p:txBody>
          <a:bodyPr wrap="square" lIns="0" tIns="0" rIns="0" bIns="0" rtlCol="0">
            <a:spAutoFit/>
          </a:bodyPr>
          <a:lstStyle>
            <a:lvl1pPr>
              <a:defRPr lang="fr-FR" sz="651" dirty="0"/>
            </a:lvl1pPr>
          </a:lstStyle>
          <a:p>
            <a:pPr>
              <a:spcBef>
                <a:spcPts val="600"/>
              </a:spcBef>
              <a:buSzPct val="100000"/>
            </a:pPr>
            <a:endParaRPr lang="en-IN" dirty="0"/>
          </a:p>
        </p:txBody>
      </p:sp>
      <p:sp>
        <p:nvSpPr>
          <p:cNvPr id="12" name="Date Placeholder 8"/>
          <p:cNvSpPr>
            <a:spLocks noGrp="1"/>
          </p:cNvSpPr>
          <p:nvPr>
            <p:ph type="dt" sz="half" idx="2"/>
          </p:nvPr>
        </p:nvSpPr>
        <p:spPr>
          <a:xfrm>
            <a:off x="6335185" y="6477000"/>
            <a:ext cx="4896560" cy="100156"/>
          </a:xfrm>
          <a:prstGeom prst="rect">
            <a:avLst/>
          </a:prstGeom>
          <a:noFill/>
        </p:spPr>
        <p:txBody>
          <a:bodyPr wrap="square" lIns="0" tIns="0" rIns="0" bIns="0" rtlCol="0">
            <a:spAutoFit/>
          </a:bodyPr>
          <a:lstStyle>
            <a:lvl1pPr>
              <a:defRPr lang="fr-FR" sz="651" smtClean="0"/>
            </a:lvl1pPr>
          </a:lstStyle>
          <a:p>
            <a:pPr algn="r">
              <a:buSzPct val="100000"/>
              <a:buFont typeface="Arial"/>
              <a:buNone/>
            </a:pPr>
            <a:endParaRPr lang="fr-FR" dirty="0"/>
          </a:p>
        </p:txBody>
      </p:sp>
    </p:spTree>
    <p:extLst>
      <p:ext uri="{BB962C8B-B14F-4D97-AF65-F5344CB8AC3E}">
        <p14:creationId xmlns:p14="http://schemas.microsoft.com/office/powerpoint/2010/main" val="927717678"/>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FD5EB77-A56C-4971-9867-0C14B26A0981}" type="datetimeFigureOut">
              <a:rPr lang="en-IN" smtClean="0"/>
              <a:t>21-12-2021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8DC42DF-7D46-4938-911D-E2FBBEC1B3E7}" type="slidenum">
              <a:rPr lang="en-IN" smtClean="0"/>
              <a:t>‹#›</a:t>
            </a:fld>
            <a:endParaRPr lang="en-IN" dirty="0"/>
          </a:p>
        </p:txBody>
      </p:sp>
    </p:spTree>
    <p:extLst>
      <p:ext uri="{BB962C8B-B14F-4D97-AF65-F5344CB8AC3E}">
        <p14:creationId xmlns:p14="http://schemas.microsoft.com/office/powerpoint/2010/main" val="14852958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35615" name="think-cell Slide" r:id="rId4" imgW="530" imgH="531" progId="TCLayout.ActiveDocument.1">
                  <p:embed/>
                </p:oleObj>
              </mc:Choice>
              <mc:Fallback>
                <p:oleObj name="think-cell Slide" r:id="rId4" imgW="530" imgH="531" progId="TCLayout.ActiveDocument.1">
                  <p:embed/>
                  <p:pic>
                    <p:nvPicPr>
                      <p:cNvPr id="7" name="Object 6"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normAutofit/>
          </a:bodyPr>
          <a:lstStyle>
            <a:lvl1pPr>
              <a:defRPr sz="3200" b="1" cap="all" baseline="0"/>
            </a:lvl1p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E3C5C058-AAB2-44E4-9827-71BC3DB8AA15}" type="datetimeFigureOut">
              <a:rPr lang="en-GB" smtClean="0"/>
              <a:t>21/12/2021</a:t>
            </a:fld>
            <a:endParaRPr lang="en-GB" dirty="0"/>
          </a:p>
        </p:txBody>
      </p:sp>
      <p:sp>
        <p:nvSpPr>
          <p:cNvPr id="5" name="Footer Placeholder 4"/>
          <p:cNvSpPr>
            <a:spLocks noGrp="1"/>
          </p:cNvSpPr>
          <p:nvPr>
            <p:ph type="ftr" sz="quarter" idx="11"/>
          </p:nvPr>
        </p:nvSpPr>
        <p:spPr>
          <a:xfrm>
            <a:off x="7449519" y="6063920"/>
            <a:ext cx="1599768" cy="365125"/>
          </a:xfrm>
          <a:prstGeom prst="rect">
            <a:avLst/>
          </a:prstGeom>
        </p:spPr>
        <p:txBody>
          <a:bodyPr/>
          <a:lstStyle/>
          <a:p>
            <a:endParaRPr lang="en-GB" dirty="0"/>
          </a:p>
        </p:txBody>
      </p:sp>
      <p:sp>
        <p:nvSpPr>
          <p:cNvPr id="6" name="Slide Number Placeholder 5"/>
          <p:cNvSpPr>
            <a:spLocks noGrp="1"/>
          </p:cNvSpPr>
          <p:nvPr>
            <p:ph type="sldNum" sz="quarter" idx="12"/>
          </p:nvPr>
        </p:nvSpPr>
        <p:spPr/>
        <p:txBody>
          <a:bodyPr/>
          <a:lstStyle/>
          <a:p>
            <a:fld id="{BDF01666-E04F-41EE-9F8C-A6A15CCCC6B9}" type="slidenum">
              <a:rPr lang="en-GB" smtClean="0"/>
              <a:t>‹#›</a:t>
            </a:fld>
            <a:endParaRPr lang="en-GB" dirty="0"/>
          </a:p>
        </p:txBody>
      </p:sp>
    </p:spTree>
    <p:extLst>
      <p:ext uri="{BB962C8B-B14F-4D97-AF65-F5344CB8AC3E}">
        <p14:creationId xmlns:p14="http://schemas.microsoft.com/office/powerpoint/2010/main" val="190837377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3_Title &amp; subtitle DQ">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7"/>
            <a:ext cx="11252200" cy="461014"/>
          </a:xfrm>
          <a:prstGeom prst="rect">
            <a:avLst/>
          </a:prstGeom>
        </p:spPr>
        <p:txBody>
          <a:bodyPr vert="horz" lIns="0" tIns="0" rIns="0" bIns="0" rtlCol="0" anchor="t" anchorCtr="0">
            <a:noAutofit/>
          </a:bodyPr>
          <a:lstStyle>
            <a:lvl1pPr>
              <a:defRPr sz="2800"/>
            </a:lvl1pPr>
          </a:lstStyle>
          <a:p>
            <a:r>
              <a:rPr lang="en-AU" noProof="0" dirty="0"/>
              <a:t>Click to edit Master title style</a:t>
            </a:r>
            <a:endParaRPr lang="en-AU"/>
          </a:p>
        </p:txBody>
      </p:sp>
      <p:sp>
        <p:nvSpPr>
          <p:cNvPr id="4" name="Text Placeholder 8"/>
          <p:cNvSpPr>
            <a:spLocks noGrp="1"/>
          </p:cNvSpPr>
          <p:nvPr>
            <p:ph type="body" sz="quarter" idx="13" hasCustomPrompt="1"/>
          </p:nvPr>
        </p:nvSpPr>
        <p:spPr>
          <a:xfrm>
            <a:off x="469900" y="886318"/>
            <a:ext cx="11252200" cy="494491"/>
          </a:xfrm>
          <a:prstGeom prst="rect">
            <a:avLst/>
          </a:prstGeom>
        </p:spPr>
        <p:txBody>
          <a:bodyPr lIns="0" tIns="0" rIns="0" bIns="0">
            <a:noAutofit/>
          </a:bodyPr>
          <a:lstStyle>
            <a:lvl1pPr marL="0" indent="0">
              <a:buNone/>
              <a:defRPr sz="1400" b="0">
                <a:solidFill>
                  <a:schemeClr val="accent6"/>
                </a:solidFill>
              </a:defRPr>
            </a:lvl1pPr>
          </a:lstStyle>
          <a:p>
            <a:pPr lvl="0"/>
            <a:r>
              <a:rPr lang="en-AU" noProof="0" dirty="0"/>
              <a:t>Click to add subtitle</a:t>
            </a:r>
            <a:endParaRPr lang="en-AU"/>
          </a:p>
        </p:txBody>
      </p:sp>
      <p:sp>
        <p:nvSpPr>
          <p:cNvPr id="2" name="Footer Placeholder"/>
          <p:cNvSpPr>
            <a:spLocks noGrp="1"/>
          </p:cNvSpPr>
          <p:nvPr>
            <p:ph type="ftr" sz="quarter" idx="14"/>
          </p:nvPr>
        </p:nvSpPr>
        <p:spPr/>
        <p:txBody>
          <a:bodyPr/>
          <a:lstStyle/>
          <a:p>
            <a:endParaRPr lang="en-AU" dirty="0">
              <a:solidFill>
                <a:srgbClr val="000000"/>
              </a:solidFill>
            </a:endParaRPr>
          </a:p>
        </p:txBody>
      </p:sp>
    </p:spTree>
    <p:extLst>
      <p:ext uri="{BB962C8B-B14F-4D97-AF65-F5344CB8AC3E}">
        <p14:creationId xmlns:p14="http://schemas.microsoft.com/office/powerpoint/2010/main" val="334030415"/>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dirty="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76483430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ags" Target="../tags/tag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45" Type="http://schemas.openxmlformats.org/officeDocument/2006/relationships/image" Target="NUL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vmlDrawing" Target="../drawings/vmlDrawing1.v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9" Type="http://schemas.openxmlformats.org/officeDocument/2006/relationships/slideLayout" Target="../slideLayouts/slideLayout78.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42" Type="http://schemas.openxmlformats.org/officeDocument/2006/relationships/theme" Target="../theme/theme2.xml"/><Relationship Id="rId47" Type="http://schemas.openxmlformats.org/officeDocument/2006/relationships/image" Target="NULL"/><Relationship Id="rId7" Type="http://schemas.openxmlformats.org/officeDocument/2006/relationships/slideLayout" Target="../slideLayouts/slideLayout4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9" Type="http://schemas.openxmlformats.org/officeDocument/2006/relationships/slideLayout" Target="../slideLayouts/slideLayout68.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slideLayout" Target="../slideLayouts/slideLayout79.xml"/><Relationship Id="rId45" Type="http://schemas.openxmlformats.org/officeDocument/2006/relationships/tags" Target="../tags/tag16.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4" Type="http://schemas.openxmlformats.org/officeDocument/2006/relationships/tags" Target="../tags/tag15.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 Id="rId43" Type="http://schemas.openxmlformats.org/officeDocument/2006/relationships/vmlDrawing" Target="../drawings/vmlDrawing12.vml"/><Relationship Id="rId8" Type="http://schemas.openxmlformats.org/officeDocument/2006/relationships/slideLayout" Target="../slideLayouts/slideLayout47.xml"/><Relationship Id="rId3" Type="http://schemas.openxmlformats.org/officeDocument/2006/relationships/slideLayout" Target="../slideLayouts/slideLayout42.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slideLayout" Target="../slideLayouts/slideLayout77.xml"/><Relationship Id="rId46" Type="http://schemas.openxmlformats.org/officeDocument/2006/relationships/oleObject" Target="../embeddings/oleObject12.bin"/><Relationship Id="rId20" Type="http://schemas.openxmlformats.org/officeDocument/2006/relationships/slideLayout" Target="../slideLayouts/slideLayout59.xml"/><Relationship Id="rId41" Type="http://schemas.openxmlformats.org/officeDocument/2006/relationships/slideLayout" Target="../slideLayouts/slideLayout8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2"/>
            </p:custDataLst>
            <p:extLst>
              <p:ext uri="{D42A27DB-BD31-4B8C-83A1-F6EECF244321}">
                <p14:modId xmlns:p14="http://schemas.microsoft.com/office/powerpoint/2010/main" val="2360398475"/>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spid="_x0000_s413116" name="think-cell Slide" r:id="rId44" imgW="270" imgH="270" progId="TCLayout.ActiveDocument.1">
                  <p:embed/>
                </p:oleObj>
              </mc:Choice>
              <mc:Fallback>
                <p:oleObj name="think-cell Slide" r:id="rId44" imgW="270" imgH="270" progId="TCLayout.ActiveDocument.1">
                  <p:embed/>
                  <p:pic>
                    <p:nvPicPr>
                      <p:cNvPr id="4" name="Object 3" hidden="1"/>
                      <p:cNvPicPr/>
                      <p:nvPr/>
                    </p:nvPicPr>
                    <p:blipFill>
                      <a:blip r:embed="rId45"/>
                      <a:stretch>
                        <a:fillRect/>
                      </a:stretch>
                    </p:blipFill>
                    <p:spPr>
                      <a:xfrm>
                        <a:off x="2119" y="1591"/>
                        <a:ext cx="2116" cy="1587"/>
                      </a:xfrm>
                      <a:prstGeom prst="rect">
                        <a:avLst/>
                      </a:prstGeom>
                    </p:spPr>
                  </p:pic>
                </p:oleObj>
              </mc:Fallback>
            </mc:AlternateContent>
          </a:graphicData>
        </a:graphic>
      </p:graphicFrame>
      <p:sp>
        <p:nvSpPr>
          <p:cNvPr id="3" name="Rectangle 2" hidden="1"/>
          <p:cNvSpPr/>
          <p:nvPr userDrawn="1">
            <p:custDataLst>
              <p:tags r:id="rId4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6000"/>
              </a:lnSpc>
              <a:buFont typeface="Wingdings 2" pitchFamily="18" charset="2"/>
              <a:buNone/>
            </a:pPr>
            <a:endParaRPr lang="en-US" sz="20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358774" y="366680"/>
            <a:ext cx="11490325" cy="650907"/>
          </a:xfrm>
          <a:prstGeom prst="rect">
            <a:avLst/>
          </a:prstGeom>
        </p:spPr>
        <p:txBody>
          <a:bodyPr vert="horz" lIns="0" tIns="0" rIns="0" bIns="0" rtlCol="0" anchor="t" anchorCtr="0">
            <a:noAutofit/>
          </a:bodyPr>
          <a:lstStyle/>
          <a:p>
            <a:r>
              <a:rPr lang="en-US" noProof="0" dirty="0"/>
              <a:t>Click to edit Master title style</a:t>
            </a:r>
          </a:p>
        </p:txBody>
      </p:sp>
      <p:sp>
        <p:nvSpPr>
          <p:cNvPr id="19" name="Text Placeholder 18"/>
          <p:cNvSpPr>
            <a:spLocks noGrp="1"/>
          </p:cNvSpPr>
          <p:nvPr>
            <p:ph type="body" idx="1"/>
          </p:nvPr>
        </p:nvSpPr>
        <p:spPr>
          <a:xfrm>
            <a:off x="358774" y="1700213"/>
            <a:ext cx="11490325" cy="4598988"/>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Box 11"/>
          <p:cNvSpPr txBox="1"/>
          <p:nvPr userDrawn="1"/>
        </p:nvSpPr>
        <p:spPr>
          <a:xfrm>
            <a:off x="11541124" y="6564693"/>
            <a:ext cx="307975" cy="115416"/>
          </a:xfrm>
          <a:prstGeom prst="rect">
            <a:avLst/>
          </a:prstGeom>
          <a:noFill/>
        </p:spPr>
        <p:txBody>
          <a:bodyPr wrap="square" lIns="0" tIns="0" rIns="0" bIns="0" rtlCol="0" anchor="ctr">
            <a:spAutoFit/>
          </a:bodyPr>
          <a:lstStyle/>
          <a:p>
            <a:pPr algn="r" defTabSz="1219170">
              <a:spcBef>
                <a:spcPts val="800"/>
              </a:spcBef>
              <a:buSzPct val="100000"/>
              <a:buFont typeface="Arial"/>
              <a:buNone/>
            </a:pPr>
            <a:fld id="{C58DF478-B544-4ED8-9ED4-6A2648E2D233}" type="slidenum">
              <a:rPr lang="en-US" sz="750" smtClean="0">
                <a:solidFill>
                  <a:prstClr val="black"/>
                </a:solidFill>
              </a:rPr>
              <a:pPr algn="r" defTabSz="1219170">
                <a:spcBef>
                  <a:spcPts val="800"/>
                </a:spcBef>
                <a:buSzPct val="100000"/>
                <a:buFont typeface="Arial"/>
                <a:buNone/>
              </a:pPr>
              <a:t>‹#›</a:t>
            </a:fld>
            <a:endParaRPr lang="en-US" sz="750" dirty="0">
              <a:solidFill>
                <a:prstClr val="black"/>
              </a:solidFill>
            </a:endParaRPr>
          </a:p>
        </p:txBody>
      </p:sp>
      <p:sp>
        <p:nvSpPr>
          <p:cNvPr id="6" name="TextBox 5"/>
          <p:cNvSpPr txBox="1"/>
          <p:nvPr userDrawn="1"/>
        </p:nvSpPr>
        <p:spPr>
          <a:xfrm>
            <a:off x="358775" y="6573241"/>
            <a:ext cx="5355168" cy="98321"/>
          </a:xfrm>
          <a:prstGeom prst="rect">
            <a:avLst/>
          </a:prstGeom>
          <a:noFill/>
        </p:spPr>
        <p:txBody>
          <a:bodyPr wrap="square" lIns="0" tIns="0" rIns="0" bIns="0" rtlCol="0" anchor="ctr">
            <a:noAutofit/>
          </a:bodyPr>
          <a:lstStyle/>
          <a:p>
            <a:pPr defTabSz="945677">
              <a:spcBef>
                <a:spcPts val="600"/>
              </a:spcBef>
              <a:buSzPct val="100000"/>
              <a:buFont typeface="Arial"/>
              <a:buNone/>
            </a:pPr>
            <a:r>
              <a:rPr lang="fr-FR" sz="750" dirty="0">
                <a:solidFill>
                  <a:prstClr val="black"/>
                </a:solidFill>
                <a:ea typeface="Verdana" panose="020B0604030504040204" pitchFamily="34" charset="0"/>
                <a:cs typeface="Verdana" panose="020B0604030504040204" pitchFamily="34" charset="0"/>
                <a:sym typeface="Verdana" panose="020B0604030504040204" pitchFamily="34" charset="0"/>
              </a:rPr>
              <a:t>© 2021 Deloitte Touche Tohmatsu India LLP</a:t>
            </a:r>
          </a:p>
        </p:txBody>
      </p:sp>
    </p:spTree>
    <p:extLst>
      <p:ext uri="{BB962C8B-B14F-4D97-AF65-F5344CB8AC3E}">
        <p14:creationId xmlns:p14="http://schemas.microsoft.com/office/powerpoint/2010/main" val="298223094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739" r:id="rId39"/>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9">
          <p15:clr>
            <a:srgbClr val="F26B43"/>
          </p15:clr>
        </p15:guide>
        <p15:guide id="2" orient="horz" pos="2160">
          <p15:clr>
            <a:srgbClr val="F26B43"/>
          </p15:clr>
        </p15:guide>
        <p15:guide id="3" orient="horz" pos="4056">
          <p15:clr>
            <a:srgbClr val="F26B43"/>
          </p15:clr>
        </p15:guide>
        <p15:guide id="4" pos="226">
          <p15:clr>
            <a:srgbClr val="F26B43"/>
          </p15:clr>
        </p15:guide>
        <p15:guide id="5" pos="7464">
          <p15:clr>
            <a:srgbClr val="F26B43"/>
          </p15:clr>
        </p15:guide>
        <p15:guide id="6" orient="horz" pos="1071">
          <p15:clr>
            <a:srgbClr val="F26B43"/>
          </p15:clr>
        </p15:guide>
        <p15:guide id="7" orient="horz" pos="226">
          <p15:clr>
            <a:srgbClr val="F26B43"/>
          </p15:clr>
        </p15:guide>
        <p15:guide id="8" orient="horz" pos="4116">
          <p15:clr>
            <a:srgbClr val="F26B43"/>
          </p15:clr>
        </p15:guide>
        <p15:guide id="9" pos="4987">
          <p15:clr>
            <a:srgbClr val="F26B43"/>
          </p15:clr>
        </p15:guide>
        <p15:guide id="10" pos="1383">
          <p15:clr>
            <a:srgbClr val="F26B43"/>
          </p15:clr>
        </p15:guide>
        <p15:guide id="11" pos="1496">
          <p15:clr>
            <a:srgbClr val="F26B43"/>
          </p15:clr>
        </p15:guide>
        <p15:guide id="12" pos="2581">
          <p15:clr>
            <a:srgbClr val="F26B43"/>
          </p15:clr>
        </p15:guide>
        <p15:guide id="13" pos="2695">
          <p15:clr>
            <a:srgbClr val="F26B43"/>
          </p15:clr>
        </p15:guide>
        <p15:guide id="14" pos="6185">
          <p15:clr>
            <a:srgbClr val="F26B43"/>
          </p15:clr>
        </p15:guide>
        <p15:guide id="15" pos="3783">
          <p15:clr>
            <a:srgbClr val="F26B43"/>
          </p15:clr>
        </p15:guide>
        <p15:guide id="16" pos="3896">
          <p15:clr>
            <a:srgbClr val="F26B43"/>
          </p15:clr>
        </p15:guide>
        <p15:guide id="17" pos="3840">
          <p15:clr>
            <a:srgbClr val="F26B43"/>
          </p15:clr>
        </p15:guide>
        <p15:guide id="18" pos="6299">
          <p15:clr>
            <a:srgbClr val="F26B43"/>
          </p15:clr>
        </p15:guide>
        <p15:guide id="19" orient="horz" pos="1049">
          <p15:clr>
            <a:srgbClr val="F26B43"/>
          </p15:clr>
        </p15:guide>
        <p15:guide id="20" orient="horz" pos="64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spid="_x0000_s424351"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19" y="1591"/>
                        <a:ext cx="2116" cy="1587"/>
                      </a:xfrm>
                      <a:prstGeom prst="rect">
                        <a:avLst/>
                      </a:prstGeom>
                    </p:spPr>
                  </p:pic>
                </p:oleObj>
              </mc:Fallback>
            </mc:AlternateContent>
          </a:graphicData>
        </a:graphic>
      </p:graphicFrame>
      <p:sp>
        <p:nvSpPr>
          <p:cNvPr id="3" name="Rectangle 2" hidden="1"/>
          <p:cNvSpPr/>
          <p:nvPr userDrawn="1">
            <p:custDataLst>
              <p:tags r:id="rId45"/>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6000"/>
              </a:lnSpc>
              <a:buFont typeface="Wingdings 2" pitchFamily="18" charset="2"/>
              <a:buNone/>
            </a:pPr>
            <a:endParaRPr lang="en-US" sz="20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358774" y="366680"/>
            <a:ext cx="11490325" cy="650907"/>
          </a:xfrm>
          <a:prstGeom prst="rect">
            <a:avLst/>
          </a:prstGeom>
        </p:spPr>
        <p:txBody>
          <a:bodyPr vert="horz" lIns="0" tIns="0" rIns="0" bIns="0" rtlCol="0" anchor="t" anchorCtr="0">
            <a:noAutofit/>
          </a:bodyPr>
          <a:lstStyle/>
          <a:p>
            <a:r>
              <a:rPr lang="en-US" noProof="0" dirty="0"/>
              <a:t>Click to edit Master title style</a:t>
            </a:r>
          </a:p>
        </p:txBody>
      </p:sp>
      <p:sp>
        <p:nvSpPr>
          <p:cNvPr id="19" name="Text Placeholder 18"/>
          <p:cNvSpPr>
            <a:spLocks noGrp="1"/>
          </p:cNvSpPr>
          <p:nvPr>
            <p:ph type="body" idx="1"/>
          </p:nvPr>
        </p:nvSpPr>
        <p:spPr>
          <a:xfrm>
            <a:off x="358774" y="1700213"/>
            <a:ext cx="11490325" cy="4598988"/>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Box 11"/>
          <p:cNvSpPr txBox="1"/>
          <p:nvPr userDrawn="1"/>
        </p:nvSpPr>
        <p:spPr>
          <a:xfrm>
            <a:off x="11541124" y="6564693"/>
            <a:ext cx="307975" cy="115416"/>
          </a:xfrm>
          <a:prstGeom prst="rect">
            <a:avLst/>
          </a:prstGeom>
          <a:noFill/>
        </p:spPr>
        <p:txBody>
          <a:bodyPr wrap="square" lIns="0" tIns="0" rIns="0" bIns="0" rtlCol="0" anchor="ctr">
            <a:spAutoFit/>
          </a:bodyPr>
          <a:lstStyle/>
          <a:p>
            <a:pPr algn="r" defTabSz="1219170">
              <a:spcBef>
                <a:spcPts val="800"/>
              </a:spcBef>
              <a:buSzPct val="100000"/>
              <a:buFont typeface="Arial"/>
              <a:buNone/>
            </a:pPr>
            <a:fld id="{C58DF478-B544-4ED8-9ED4-6A2648E2D233}" type="slidenum">
              <a:rPr lang="en-US" sz="750" smtClean="0">
                <a:solidFill>
                  <a:prstClr val="black"/>
                </a:solidFill>
              </a:rPr>
              <a:pPr algn="r" defTabSz="1219170">
                <a:spcBef>
                  <a:spcPts val="800"/>
                </a:spcBef>
                <a:buSzPct val="100000"/>
                <a:buFont typeface="Arial"/>
                <a:buNone/>
              </a:pPr>
              <a:t>‹#›</a:t>
            </a:fld>
            <a:endParaRPr lang="en-US" sz="750" dirty="0">
              <a:solidFill>
                <a:prstClr val="black"/>
              </a:solidFill>
            </a:endParaRPr>
          </a:p>
        </p:txBody>
      </p:sp>
      <p:sp>
        <p:nvSpPr>
          <p:cNvPr id="6" name="TextBox 5"/>
          <p:cNvSpPr txBox="1"/>
          <p:nvPr userDrawn="1"/>
        </p:nvSpPr>
        <p:spPr>
          <a:xfrm>
            <a:off x="358775" y="6573241"/>
            <a:ext cx="5355168" cy="98321"/>
          </a:xfrm>
          <a:prstGeom prst="rect">
            <a:avLst/>
          </a:prstGeom>
          <a:noFill/>
        </p:spPr>
        <p:txBody>
          <a:bodyPr wrap="square" lIns="0" tIns="0" rIns="0" bIns="0" rtlCol="0" anchor="ctr">
            <a:noAutofit/>
          </a:bodyPr>
          <a:lstStyle/>
          <a:p>
            <a:pPr defTabSz="945677">
              <a:spcBef>
                <a:spcPts val="600"/>
              </a:spcBef>
              <a:buSzPct val="100000"/>
              <a:buFont typeface="Arial"/>
              <a:buNone/>
            </a:pPr>
            <a:r>
              <a:rPr lang="fr-FR" sz="750" dirty="0">
                <a:solidFill>
                  <a:prstClr val="black"/>
                </a:solidFill>
                <a:ea typeface="Verdana" panose="020B0604030504040204" pitchFamily="34" charset="0"/>
                <a:cs typeface="Verdana" panose="020B0604030504040204" pitchFamily="34" charset="0"/>
                <a:sym typeface="Verdana" panose="020B0604030504040204" pitchFamily="34" charset="0"/>
              </a:rPr>
              <a:t>© 2020 Deloitte Touche Tohmatsu India LLP</a:t>
            </a:r>
          </a:p>
        </p:txBody>
      </p:sp>
    </p:spTree>
    <p:extLst>
      <p:ext uri="{BB962C8B-B14F-4D97-AF65-F5344CB8AC3E}">
        <p14:creationId xmlns:p14="http://schemas.microsoft.com/office/powerpoint/2010/main" val="1261941686"/>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7" r:id="rId30"/>
    <p:sldLayoutId id="2147483728" r:id="rId31"/>
    <p:sldLayoutId id="2147483729" r:id="rId32"/>
    <p:sldLayoutId id="2147483730" r:id="rId33"/>
    <p:sldLayoutId id="2147483731" r:id="rId34"/>
    <p:sldLayoutId id="2147483732" r:id="rId35"/>
    <p:sldLayoutId id="2147483733" r:id="rId36"/>
    <p:sldLayoutId id="2147483734" r:id="rId37"/>
    <p:sldLayoutId id="2147483735" r:id="rId38"/>
    <p:sldLayoutId id="2147483736" r:id="rId39"/>
    <p:sldLayoutId id="2147483737" r:id="rId40"/>
    <p:sldLayoutId id="2147483738" r:id="rId41"/>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9">
          <p15:clr>
            <a:srgbClr val="F26B43"/>
          </p15:clr>
        </p15:guide>
        <p15:guide id="2" orient="horz" pos="2160">
          <p15:clr>
            <a:srgbClr val="F26B43"/>
          </p15:clr>
        </p15:guide>
        <p15:guide id="3" orient="horz" pos="4056">
          <p15:clr>
            <a:srgbClr val="F26B43"/>
          </p15:clr>
        </p15:guide>
        <p15:guide id="4" pos="226">
          <p15:clr>
            <a:srgbClr val="F26B43"/>
          </p15:clr>
        </p15:guide>
        <p15:guide id="5" pos="7464">
          <p15:clr>
            <a:srgbClr val="F26B43"/>
          </p15:clr>
        </p15:guide>
        <p15:guide id="6" orient="horz" pos="1071">
          <p15:clr>
            <a:srgbClr val="F26B43"/>
          </p15:clr>
        </p15:guide>
        <p15:guide id="7" orient="horz" pos="226">
          <p15:clr>
            <a:srgbClr val="F26B43"/>
          </p15:clr>
        </p15:guide>
        <p15:guide id="8" orient="horz" pos="4116">
          <p15:clr>
            <a:srgbClr val="F26B43"/>
          </p15:clr>
        </p15:guide>
        <p15:guide id="9" pos="4987">
          <p15:clr>
            <a:srgbClr val="F26B43"/>
          </p15:clr>
        </p15:guide>
        <p15:guide id="10" pos="1383">
          <p15:clr>
            <a:srgbClr val="F26B43"/>
          </p15:clr>
        </p15:guide>
        <p15:guide id="11" pos="1496">
          <p15:clr>
            <a:srgbClr val="F26B43"/>
          </p15:clr>
        </p15:guide>
        <p15:guide id="12" pos="2581">
          <p15:clr>
            <a:srgbClr val="F26B43"/>
          </p15:clr>
        </p15:guide>
        <p15:guide id="13" pos="2695">
          <p15:clr>
            <a:srgbClr val="F26B43"/>
          </p15:clr>
        </p15:guide>
        <p15:guide id="14" pos="6185">
          <p15:clr>
            <a:srgbClr val="F26B43"/>
          </p15:clr>
        </p15:guide>
        <p15:guide id="15" pos="3783">
          <p15:clr>
            <a:srgbClr val="F26B43"/>
          </p15:clr>
        </p15:guide>
        <p15:guide id="16" pos="3896">
          <p15:clr>
            <a:srgbClr val="F26B43"/>
          </p15:clr>
        </p15:guide>
        <p15:guide id="17" pos="3840">
          <p15:clr>
            <a:srgbClr val="F26B43"/>
          </p15:clr>
        </p15:guide>
        <p15:guide id="18" pos="6299">
          <p15:clr>
            <a:srgbClr val="F26B43"/>
          </p15:clr>
        </p15:guide>
        <p15:guide id="19" orient="horz" pos="1049">
          <p15:clr>
            <a:srgbClr val="F26B43"/>
          </p15:clr>
        </p15:guide>
        <p15:guide id="20" orient="horz" pos="64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5.xml"/><Relationship Id="rId5" Type="http://schemas.openxmlformats.org/officeDocument/2006/relationships/image" Target="../media/image13.png"/><Relationship Id="rId4" Type="http://schemas.openxmlformats.org/officeDocument/2006/relationships/hyperlink" Target="https://en.wikipedia.org/wiki/Machine_learnin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hyperlink" Target="http://www.deloitte.com/about" TargetMode="Externa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475201" y="4671366"/>
            <a:ext cx="3912072" cy="895782"/>
          </a:xfrm>
        </p:spPr>
        <p:txBody>
          <a:bodyPr/>
          <a:lstStyle/>
          <a:p>
            <a:r>
              <a:rPr lang="en-IN" sz="1600" dirty="0"/>
              <a:t>MTN SA ML OPS</a:t>
            </a:r>
          </a:p>
        </p:txBody>
      </p:sp>
      <p:sp>
        <p:nvSpPr>
          <p:cNvPr id="3" name="Text Placeholder 2"/>
          <p:cNvSpPr>
            <a:spLocks noGrp="1"/>
          </p:cNvSpPr>
          <p:nvPr>
            <p:ph type="body" sz="quarter" idx="10"/>
          </p:nvPr>
        </p:nvSpPr>
        <p:spPr>
          <a:xfrm>
            <a:off x="475201" y="5567148"/>
            <a:ext cx="5594349" cy="298451"/>
          </a:xfrm>
        </p:spPr>
        <p:txBody>
          <a:bodyPr/>
          <a:lstStyle/>
          <a:p>
            <a:r>
              <a:rPr lang="en-US" sz="1100" dirty="0"/>
              <a:t>27</a:t>
            </a:r>
            <a:r>
              <a:rPr lang="en-US" sz="1100" baseline="30000" dirty="0"/>
              <a:t>th</a:t>
            </a:r>
            <a:r>
              <a:rPr lang="en-US" sz="1100" dirty="0"/>
              <a:t> Jul 2021</a:t>
            </a:r>
            <a:endParaRPr lang="en-IN" sz="11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9831" y="487840"/>
            <a:ext cx="5455142" cy="5455142"/>
          </a:xfrm>
          <a:prstGeom prst="rect">
            <a:avLst/>
          </a:prstGeom>
        </p:spPr>
      </p:pic>
      <p:sp>
        <p:nvSpPr>
          <p:cNvPr id="8" name="Subtitle 1">
            <a:extLst>
              <a:ext uri="{FF2B5EF4-FFF2-40B4-BE49-F238E27FC236}">
                <a16:creationId xmlns:a16="http://schemas.microsoft.com/office/drawing/2014/main" id="{A2B42BFD-9E65-4DC4-BA59-F631DCF78039}"/>
              </a:ext>
            </a:extLst>
          </p:cNvPr>
          <p:cNvSpPr txBox="1">
            <a:spLocks/>
          </p:cNvSpPr>
          <p:nvPr/>
        </p:nvSpPr>
        <p:spPr bwMode="gray">
          <a:xfrm>
            <a:off x="8846185" y="5119257"/>
            <a:ext cx="3912072" cy="1127351"/>
          </a:xfrm>
          <a:prstGeom prst="rect">
            <a:avLst/>
          </a:prstGeom>
        </p:spPr>
        <p:txBody>
          <a:bodyPr vert="horz" lIns="0" tIns="0" rIns="0" bIns="0" rtlCol="0" anchor="b" anchorCtr="0">
            <a:noAutofit/>
          </a:bodyPr>
          <a:lstStyle>
            <a:lvl1pPr marL="0" indent="0" algn="l" defTabSz="1219170" rtl="0" eaLnBrk="1" latinLnBrk="0" hangingPunct="1">
              <a:lnSpc>
                <a:spcPct val="100000"/>
              </a:lnSpc>
              <a:spcBef>
                <a:spcPts val="0"/>
              </a:spcBef>
              <a:spcAft>
                <a:spcPts val="0"/>
              </a:spcAft>
              <a:buSzPct val="100000"/>
              <a:buFont typeface="Arial" panose="020B0604020202020204" pitchFamily="34" charset="0"/>
              <a:buNone/>
              <a:defRPr sz="1800" b="1" kern="1200">
                <a:solidFill>
                  <a:schemeClr val="bg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600" b="0" kern="1200">
                <a:solidFill>
                  <a:schemeClr val="bg1"/>
                </a:solidFill>
                <a:latin typeface="+mn-lt"/>
                <a:ea typeface="+mn-ea"/>
                <a:cs typeface="+mn-cs"/>
              </a:defRPr>
            </a:lvl2pPr>
            <a:lvl3pPr marL="1219170" indent="0" algn="ctr" defTabSz="1219170" rtl="0" eaLnBrk="1" latinLnBrk="0" hangingPunct="1">
              <a:spcBef>
                <a:spcPts val="0"/>
              </a:spcBef>
              <a:spcAft>
                <a:spcPts val="1333"/>
              </a:spcAft>
              <a:buClrTx/>
              <a:buSzPct val="100000"/>
              <a:buFont typeface="Arial" panose="020B0604020202020204" pitchFamily="34" charset="0"/>
              <a:buNone/>
              <a:defRPr lang="en-US" sz="2400" kern="1200">
                <a:solidFill>
                  <a:schemeClr val="tx1"/>
                </a:solidFill>
                <a:latin typeface="+mn-lt"/>
                <a:ea typeface="+mn-ea"/>
                <a:cs typeface="+mn-cs"/>
              </a:defRPr>
            </a:lvl3pPr>
            <a:lvl4pPr marL="1828754" indent="0" algn="ctr" defTabSz="1219170" rtl="0" eaLnBrk="1" latinLnBrk="0" hangingPunct="1">
              <a:spcBef>
                <a:spcPts val="0"/>
              </a:spcBef>
              <a:spcAft>
                <a:spcPts val="1333"/>
              </a:spcAft>
              <a:buClrTx/>
              <a:buSzPct val="100000"/>
              <a:buFont typeface="Verdana" panose="020B0604030504040204" pitchFamily="34" charset="0"/>
              <a:buNone/>
              <a:defRPr lang="en-US" sz="2133" kern="1200" baseline="0">
                <a:solidFill>
                  <a:schemeClr val="tx1"/>
                </a:solidFill>
                <a:latin typeface="+mn-lt"/>
                <a:ea typeface="+mn-ea"/>
                <a:cs typeface="+mn-cs"/>
              </a:defRPr>
            </a:lvl4pPr>
            <a:lvl5pPr marL="2438339" indent="0" algn="ctr" defTabSz="1064657" rtl="0" eaLnBrk="1" latinLnBrk="0" hangingPunct="1">
              <a:spcBef>
                <a:spcPts val="0"/>
              </a:spcBef>
              <a:spcAft>
                <a:spcPts val="1333"/>
              </a:spcAft>
              <a:buClrTx/>
              <a:buSzPct val="100000"/>
              <a:buFont typeface="Verdana" panose="020B0604030504040204" pitchFamily="34" charset="0"/>
              <a:buNone/>
              <a:tabLst/>
              <a:defRPr lang="en-US" sz="2133" kern="1200" baseline="0">
                <a:solidFill>
                  <a:schemeClr val="tx1"/>
                </a:solidFill>
                <a:latin typeface="+mn-lt"/>
                <a:ea typeface="+mn-ea"/>
                <a:cs typeface="+mn-cs"/>
              </a:defRPr>
            </a:lvl5pPr>
            <a:lvl6pPr marL="3047924" indent="0" algn="ctr" defTabSz="1219170" rtl="0" eaLnBrk="1" latinLnBrk="0" hangingPunct="1">
              <a:spcBef>
                <a:spcPts val="0"/>
              </a:spcBef>
              <a:spcAft>
                <a:spcPts val="1333"/>
              </a:spcAft>
              <a:buFont typeface="Verdana" panose="020B0604030504040204" pitchFamily="34" charset="0"/>
              <a:buNone/>
              <a:defRPr sz="2133" kern="1200" baseline="0">
                <a:solidFill>
                  <a:schemeClr val="tx1"/>
                </a:solidFill>
                <a:latin typeface="+mn-lt"/>
                <a:ea typeface="+mn-ea"/>
                <a:cs typeface="+mn-cs"/>
              </a:defRPr>
            </a:lvl6pPr>
            <a:lvl7pPr marL="3657509" indent="0" algn="ctr" defTabSz="1219170" rtl="0" eaLnBrk="1" latinLnBrk="0" hangingPunct="1">
              <a:spcBef>
                <a:spcPts val="0"/>
              </a:spcBef>
              <a:spcAft>
                <a:spcPts val="1333"/>
              </a:spcAft>
              <a:buFont typeface="Verdana" panose="020B0604030504040204" pitchFamily="34" charset="0"/>
              <a:buNone/>
              <a:defRPr sz="2133" kern="1200">
                <a:solidFill>
                  <a:schemeClr val="tx1"/>
                </a:solidFill>
                <a:latin typeface="+mn-lt"/>
                <a:ea typeface="+mn-ea"/>
                <a:cs typeface="+mn-cs"/>
              </a:defRPr>
            </a:lvl7pPr>
            <a:lvl8pPr marL="4267093" indent="0" algn="ctr" defTabSz="1219170" rtl="0" eaLnBrk="1" latinLnBrk="0" hangingPunct="1">
              <a:spcBef>
                <a:spcPts val="0"/>
              </a:spcBef>
              <a:spcAft>
                <a:spcPts val="1333"/>
              </a:spcAft>
              <a:buFont typeface="Verdana" panose="020B0604030504040204" pitchFamily="34" charset="0"/>
              <a:buNone/>
              <a:defRPr sz="2133" kern="1200" baseline="0">
                <a:solidFill>
                  <a:schemeClr val="tx1"/>
                </a:solidFill>
                <a:latin typeface="+mn-lt"/>
                <a:ea typeface="+mn-ea"/>
                <a:cs typeface="+mn-cs"/>
              </a:defRPr>
            </a:lvl8pPr>
            <a:lvl9pPr marL="4876678" indent="0" algn="ctr" defTabSz="1219170" rtl="0" eaLnBrk="1" latinLnBrk="0" hangingPunct="1">
              <a:spcBef>
                <a:spcPts val="0"/>
              </a:spcBef>
              <a:spcAft>
                <a:spcPts val="1333"/>
              </a:spcAft>
              <a:buFont typeface="Verdana" panose="020B0604030504040204" pitchFamily="34" charset="0"/>
              <a:buNone/>
              <a:defRPr sz="2133" kern="1200" baseline="0">
                <a:solidFill>
                  <a:schemeClr val="tx1"/>
                </a:solidFill>
                <a:latin typeface="+mn-lt"/>
                <a:ea typeface="+mn-ea"/>
                <a:cs typeface="+mn-cs"/>
              </a:defRPr>
            </a:lvl9pPr>
          </a:lstStyle>
          <a:p>
            <a:r>
              <a:rPr lang="en-IN" sz="1600" dirty="0"/>
              <a:t>MOTILAL MEHER</a:t>
            </a:r>
          </a:p>
          <a:p>
            <a:r>
              <a:rPr lang="en-IN" sz="1600" dirty="0"/>
              <a:t>KAUSTAV KHATUA</a:t>
            </a:r>
          </a:p>
          <a:p>
            <a:r>
              <a:rPr lang="en-IN" sz="1600" dirty="0"/>
              <a:t>SHAHRUKH MOHAMMAD</a:t>
            </a:r>
          </a:p>
          <a:p>
            <a:r>
              <a:rPr lang="en-IN" sz="1600" dirty="0"/>
              <a:t>NAVEEN K</a:t>
            </a:r>
          </a:p>
        </p:txBody>
      </p:sp>
    </p:spTree>
    <p:extLst>
      <p:ext uri="{BB962C8B-B14F-4D97-AF65-F5344CB8AC3E}">
        <p14:creationId xmlns:p14="http://schemas.microsoft.com/office/powerpoint/2010/main" val="290854728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2" y="171491"/>
            <a:ext cx="12030738" cy="338554"/>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0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What is MLOps</a:t>
            </a:r>
            <a:endParaRPr kumimoji="0" lang="en-IN" sz="1600" b="0" i="0" u="none" strike="noStrike" kern="1200" cap="none" spc="0" normalizeH="0" baseline="0" noProof="0" dirty="0">
              <a:ln>
                <a:noFill/>
              </a:ln>
              <a:effectLst/>
              <a:uLnTx/>
              <a:uFillTx/>
              <a:latin typeface="Verdana"/>
            </a:endParaRPr>
          </a:p>
        </p:txBody>
      </p:sp>
      <p:cxnSp>
        <p:nvCxnSpPr>
          <p:cNvPr id="3" name="Straight Connector 2"/>
          <p:cNvCxnSpPr/>
          <p:nvPr/>
        </p:nvCxnSpPr>
        <p:spPr>
          <a:xfrm>
            <a:off x="0" y="678730"/>
            <a:ext cx="1219200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pic>
        <p:nvPicPr>
          <p:cNvPr id="116" name="Picture 1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6899" y="209239"/>
            <a:ext cx="1625602" cy="355264"/>
          </a:xfrm>
          <a:prstGeom prst="rect">
            <a:avLst/>
          </a:prstGeom>
        </p:spPr>
      </p:pic>
      <p:sp>
        <p:nvSpPr>
          <p:cNvPr id="22" name="Rectangle 21">
            <a:extLst>
              <a:ext uri="{FF2B5EF4-FFF2-40B4-BE49-F238E27FC236}">
                <a16:creationId xmlns:a16="http://schemas.microsoft.com/office/drawing/2014/main" id="{F8D95775-B4D9-4602-94BC-ACECFEE57EB6}"/>
              </a:ext>
            </a:extLst>
          </p:cNvPr>
          <p:cNvSpPr/>
          <p:nvPr/>
        </p:nvSpPr>
        <p:spPr>
          <a:xfrm>
            <a:off x="317326" y="1576946"/>
            <a:ext cx="6096000" cy="830997"/>
          </a:xfrm>
          <a:prstGeom prst="rect">
            <a:avLst/>
          </a:prstGeom>
        </p:spPr>
        <p:txBody>
          <a:bodyPr>
            <a:spAutoFit/>
          </a:bodyPr>
          <a:lstStyle/>
          <a:p>
            <a:r>
              <a:rPr lang="en-US" sz="1600" spc="-100" dirty="0">
                <a:latin typeface="Verdana" panose="020B0604030504040204" pitchFamily="34" charset="0"/>
                <a:ea typeface="Verdana" panose="020B0604030504040204" pitchFamily="34" charset="0"/>
              </a:rPr>
              <a:t>MLOps or ML Ops is a set of practices that aims to deploy and maintain </a:t>
            </a:r>
            <a:r>
              <a:rPr lang="en-US" sz="1600" spc="-100" dirty="0">
                <a:latin typeface="Verdana" panose="020B0604030504040204" pitchFamily="34" charset="0"/>
                <a:ea typeface="Verdana" panose="020B0604030504040204" pitchFamily="34" charset="0"/>
                <a:hlinkClick r:id="rId4" tooltip="Machine learning">
                  <a:extLst>
                    <a:ext uri="{A12FA001-AC4F-418D-AE19-62706E023703}">
                      <ahyp:hlinkClr xmlns:ahyp="http://schemas.microsoft.com/office/drawing/2018/hyperlinkcolor" val="tx"/>
                    </a:ext>
                  </a:extLst>
                </a:hlinkClick>
              </a:rPr>
              <a:t>machine learning</a:t>
            </a:r>
            <a:r>
              <a:rPr lang="en-US" sz="1600" spc="-100" dirty="0">
                <a:latin typeface="Verdana" panose="020B0604030504040204" pitchFamily="34" charset="0"/>
                <a:ea typeface="Verdana" panose="020B0604030504040204" pitchFamily="34" charset="0"/>
              </a:rPr>
              <a:t> models in production reliably and efficiently.</a:t>
            </a:r>
          </a:p>
        </p:txBody>
      </p:sp>
      <p:pic>
        <p:nvPicPr>
          <p:cNvPr id="436226" name="Picture 2">
            <a:extLst>
              <a:ext uri="{FF2B5EF4-FFF2-40B4-BE49-F238E27FC236}">
                <a16:creationId xmlns:a16="http://schemas.microsoft.com/office/drawing/2014/main" id="{35E8DD6B-3428-4303-8FAD-5EA1B91A0B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3802" y="1766170"/>
            <a:ext cx="4588685" cy="3754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222859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2" y="171491"/>
            <a:ext cx="12030738" cy="338554"/>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0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What MLOps Development should look like ?</a:t>
            </a:r>
            <a:endParaRPr kumimoji="0" lang="en-IN" sz="1600" b="0" i="0" u="none" strike="noStrike" kern="1200" cap="none" spc="0" normalizeH="0" baseline="0" noProof="0" dirty="0">
              <a:ln>
                <a:noFill/>
              </a:ln>
              <a:effectLst/>
              <a:uLnTx/>
              <a:uFillTx/>
              <a:latin typeface="Verdana"/>
            </a:endParaRPr>
          </a:p>
        </p:txBody>
      </p:sp>
      <p:cxnSp>
        <p:nvCxnSpPr>
          <p:cNvPr id="3" name="Straight Connector 2"/>
          <p:cNvCxnSpPr/>
          <p:nvPr/>
        </p:nvCxnSpPr>
        <p:spPr>
          <a:xfrm>
            <a:off x="0" y="678730"/>
            <a:ext cx="1219200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pic>
        <p:nvPicPr>
          <p:cNvPr id="116" name="Picture 1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6899" y="209239"/>
            <a:ext cx="1625602" cy="355264"/>
          </a:xfrm>
          <a:prstGeom prst="rect">
            <a:avLst/>
          </a:prstGeom>
        </p:spPr>
      </p:pic>
      <p:sp>
        <p:nvSpPr>
          <p:cNvPr id="22" name="Rectangle 21">
            <a:extLst>
              <a:ext uri="{FF2B5EF4-FFF2-40B4-BE49-F238E27FC236}">
                <a16:creationId xmlns:a16="http://schemas.microsoft.com/office/drawing/2014/main" id="{F8D95775-B4D9-4602-94BC-ACECFEE57EB6}"/>
              </a:ext>
            </a:extLst>
          </p:cNvPr>
          <p:cNvSpPr/>
          <p:nvPr/>
        </p:nvSpPr>
        <p:spPr>
          <a:xfrm>
            <a:off x="317326" y="1576946"/>
            <a:ext cx="6096000" cy="338554"/>
          </a:xfrm>
          <a:prstGeom prst="rect">
            <a:avLst/>
          </a:prstGeom>
        </p:spPr>
        <p:txBody>
          <a:bodyPr>
            <a:spAutoFit/>
          </a:bodyPr>
          <a:lstStyle/>
          <a:p>
            <a:r>
              <a:rPr lang="en-US" sz="1600" spc="-100" dirty="0">
                <a:latin typeface="Verdana" panose="020B0604030504040204" pitchFamily="34" charset="0"/>
                <a:ea typeface="Verdana" panose="020B0604030504040204" pitchFamily="34" charset="0"/>
              </a:rPr>
              <a:t>.</a:t>
            </a:r>
          </a:p>
        </p:txBody>
      </p:sp>
      <p:pic>
        <p:nvPicPr>
          <p:cNvPr id="4" name="Picture 3">
            <a:extLst>
              <a:ext uri="{FF2B5EF4-FFF2-40B4-BE49-F238E27FC236}">
                <a16:creationId xmlns:a16="http://schemas.microsoft.com/office/drawing/2014/main" id="{95392B9E-8050-466A-BDFC-93FB76D8BB62}"/>
              </a:ext>
            </a:extLst>
          </p:cNvPr>
          <p:cNvPicPr>
            <a:picLocks noChangeAspect="1"/>
          </p:cNvPicPr>
          <p:nvPr/>
        </p:nvPicPr>
        <p:blipFill>
          <a:blip r:embed="rId4"/>
          <a:stretch>
            <a:fillRect/>
          </a:stretch>
        </p:blipFill>
        <p:spPr>
          <a:xfrm>
            <a:off x="317326" y="847416"/>
            <a:ext cx="11361107" cy="5464278"/>
          </a:xfrm>
          <a:prstGeom prst="rect">
            <a:avLst/>
          </a:prstGeom>
        </p:spPr>
      </p:pic>
    </p:spTree>
    <p:extLst>
      <p:ext uri="{BB962C8B-B14F-4D97-AF65-F5344CB8AC3E}">
        <p14:creationId xmlns:p14="http://schemas.microsoft.com/office/powerpoint/2010/main" val="60071097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2" y="171491"/>
            <a:ext cx="12030738" cy="338554"/>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spc="-100" dirty="0">
                <a:latin typeface="Verdana" panose="020B0604030504040204" pitchFamily="34" charset="0"/>
                <a:ea typeface="Verdana" panose="020B0604030504040204" pitchFamily="34" charset="0"/>
                <a:cs typeface="Verdana" panose="020B0604030504040204" pitchFamily="34" charset="0"/>
              </a:rPr>
              <a:t>How</a:t>
            </a:r>
            <a:r>
              <a:rPr kumimoji="0" lang="en-US" sz="1600" b="1" i="0" u="none" strike="noStrike" kern="1200" cap="none" spc="-10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MLOps Development looks ?</a:t>
            </a:r>
            <a:endParaRPr kumimoji="0" lang="en-IN" sz="1600" b="0" i="0" u="none" strike="noStrike" kern="1200" cap="none" spc="0" normalizeH="0" baseline="0" noProof="0" dirty="0">
              <a:ln>
                <a:noFill/>
              </a:ln>
              <a:effectLst/>
              <a:uLnTx/>
              <a:uFillTx/>
              <a:latin typeface="Verdana"/>
            </a:endParaRPr>
          </a:p>
        </p:txBody>
      </p:sp>
      <p:cxnSp>
        <p:nvCxnSpPr>
          <p:cNvPr id="3" name="Straight Connector 2"/>
          <p:cNvCxnSpPr/>
          <p:nvPr/>
        </p:nvCxnSpPr>
        <p:spPr>
          <a:xfrm>
            <a:off x="0" y="678730"/>
            <a:ext cx="1219200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pic>
        <p:nvPicPr>
          <p:cNvPr id="116" name="Picture 1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6899" y="209239"/>
            <a:ext cx="1625602" cy="355264"/>
          </a:xfrm>
          <a:prstGeom prst="rect">
            <a:avLst/>
          </a:prstGeom>
        </p:spPr>
      </p:pic>
      <p:sp>
        <p:nvSpPr>
          <p:cNvPr id="22" name="Rectangle 21">
            <a:extLst>
              <a:ext uri="{FF2B5EF4-FFF2-40B4-BE49-F238E27FC236}">
                <a16:creationId xmlns:a16="http://schemas.microsoft.com/office/drawing/2014/main" id="{F8D95775-B4D9-4602-94BC-ACECFEE57EB6}"/>
              </a:ext>
            </a:extLst>
          </p:cNvPr>
          <p:cNvSpPr/>
          <p:nvPr/>
        </p:nvSpPr>
        <p:spPr>
          <a:xfrm>
            <a:off x="317326" y="1576946"/>
            <a:ext cx="6096000" cy="338554"/>
          </a:xfrm>
          <a:prstGeom prst="rect">
            <a:avLst/>
          </a:prstGeom>
        </p:spPr>
        <p:txBody>
          <a:bodyPr>
            <a:spAutoFit/>
          </a:bodyPr>
          <a:lstStyle/>
          <a:p>
            <a:r>
              <a:rPr lang="en-US" sz="1600" spc="-100" dirty="0">
                <a:latin typeface="Verdana" panose="020B0604030504040204" pitchFamily="34" charset="0"/>
                <a:ea typeface="Verdana" panose="020B0604030504040204" pitchFamily="34" charset="0"/>
              </a:rPr>
              <a:t>.</a:t>
            </a:r>
          </a:p>
        </p:txBody>
      </p:sp>
      <p:pic>
        <p:nvPicPr>
          <p:cNvPr id="5" name="Picture 4">
            <a:extLst>
              <a:ext uri="{FF2B5EF4-FFF2-40B4-BE49-F238E27FC236}">
                <a16:creationId xmlns:a16="http://schemas.microsoft.com/office/drawing/2014/main" id="{BC378D88-AF4D-4CCA-AFB6-171C0E6D23DD}"/>
              </a:ext>
            </a:extLst>
          </p:cNvPr>
          <p:cNvPicPr>
            <a:picLocks noChangeAspect="1"/>
          </p:cNvPicPr>
          <p:nvPr/>
        </p:nvPicPr>
        <p:blipFill>
          <a:blip r:embed="rId4"/>
          <a:stretch>
            <a:fillRect/>
          </a:stretch>
        </p:blipFill>
        <p:spPr>
          <a:xfrm>
            <a:off x="658660" y="961151"/>
            <a:ext cx="10709753" cy="5525001"/>
          </a:xfrm>
          <a:prstGeom prst="rect">
            <a:avLst/>
          </a:prstGeom>
        </p:spPr>
      </p:pic>
    </p:spTree>
    <p:extLst>
      <p:ext uri="{BB962C8B-B14F-4D97-AF65-F5344CB8AC3E}">
        <p14:creationId xmlns:p14="http://schemas.microsoft.com/office/powerpoint/2010/main" val="409460410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2" y="171491"/>
            <a:ext cx="12030738" cy="338554"/>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spc="-100" dirty="0">
                <a:latin typeface="Verdana" panose="020B0604030504040204" pitchFamily="34" charset="0"/>
                <a:ea typeface="Verdana" panose="020B0604030504040204" pitchFamily="34" charset="0"/>
                <a:cs typeface="Verdana" panose="020B0604030504040204" pitchFamily="34" charset="0"/>
              </a:rPr>
              <a:t>MLOps</a:t>
            </a:r>
            <a:r>
              <a:rPr kumimoji="0" lang="en-US" sz="1600" b="1" i="0" u="none" strike="noStrike" kern="1200" cap="none" spc="-10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Principles</a:t>
            </a:r>
            <a:endParaRPr kumimoji="0" lang="en-IN" sz="1600" b="0" i="0" u="none" strike="noStrike" kern="1200" cap="none" spc="0" normalizeH="0" baseline="0" noProof="0" dirty="0">
              <a:ln>
                <a:noFill/>
              </a:ln>
              <a:effectLst/>
              <a:uLnTx/>
              <a:uFillTx/>
              <a:latin typeface="Verdana"/>
            </a:endParaRPr>
          </a:p>
        </p:txBody>
      </p:sp>
      <p:cxnSp>
        <p:nvCxnSpPr>
          <p:cNvPr id="3" name="Straight Connector 2"/>
          <p:cNvCxnSpPr/>
          <p:nvPr/>
        </p:nvCxnSpPr>
        <p:spPr>
          <a:xfrm>
            <a:off x="0" y="678730"/>
            <a:ext cx="1219200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pic>
        <p:nvPicPr>
          <p:cNvPr id="116" name="Picture 1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6899" y="209239"/>
            <a:ext cx="1625602" cy="355264"/>
          </a:xfrm>
          <a:prstGeom prst="rect">
            <a:avLst/>
          </a:prstGeom>
        </p:spPr>
      </p:pic>
      <p:sp>
        <p:nvSpPr>
          <p:cNvPr id="22" name="Rectangle 21">
            <a:extLst>
              <a:ext uri="{FF2B5EF4-FFF2-40B4-BE49-F238E27FC236}">
                <a16:creationId xmlns:a16="http://schemas.microsoft.com/office/drawing/2014/main" id="{F8D95775-B4D9-4602-94BC-ACECFEE57EB6}"/>
              </a:ext>
            </a:extLst>
          </p:cNvPr>
          <p:cNvSpPr/>
          <p:nvPr/>
        </p:nvSpPr>
        <p:spPr>
          <a:xfrm>
            <a:off x="317326" y="1576946"/>
            <a:ext cx="6096000" cy="338554"/>
          </a:xfrm>
          <a:prstGeom prst="rect">
            <a:avLst/>
          </a:prstGeom>
        </p:spPr>
        <p:txBody>
          <a:bodyPr>
            <a:spAutoFit/>
          </a:bodyPr>
          <a:lstStyle/>
          <a:p>
            <a:r>
              <a:rPr lang="en-US" sz="1600" spc="-100" dirty="0">
                <a:latin typeface="Verdana" panose="020B0604030504040204" pitchFamily="34" charset="0"/>
                <a:ea typeface="Verdana" panose="020B0604030504040204" pitchFamily="34" charset="0"/>
              </a:rPr>
              <a:t>.</a:t>
            </a:r>
          </a:p>
        </p:txBody>
      </p:sp>
      <p:pic>
        <p:nvPicPr>
          <p:cNvPr id="5" name="Picture 4">
            <a:extLst>
              <a:ext uri="{FF2B5EF4-FFF2-40B4-BE49-F238E27FC236}">
                <a16:creationId xmlns:a16="http://schemas.microsoft.com/office/drawing/2014/main" id="{17D99112-C5B4-4220-AA9B-BF019FF9ADE2}"/>
              </a:ext>
            </a:extLst>
          </p:cNvPr>
          <p:cNvPicPr>
            <a:picLocks noChangeAspect="1"/>
          </p:cNvPicPr>
          <p:nvPr/>
        </p:nvPicPr>
        <p:blipFill>
          <a:blip r:embed="rId4"/>
          <a:stretch>
            <a:fillRect/>
          </a:stretch>
        </p:blipFill>
        <p:spPr>
          <a:xfrm>
            <a:off x="1334023" y="1181912"/>
            <a:ext cx="10158606" cy="5086407"/>
          </a:xfrm>
          <a:prstGeom prst="rect">
            <a:avLst/>
          </a:prstGeom>
        </p:spPr>
      </p:pic>
    </p:spTree>
    <p:extLst>
      <p:ext uri="{BB962C8B-B14F-4D97-AF65-F5344CB8AC3E}">
        <p14:creationId xmlns:p14="http://schemas.microsoft.com/office/powerpoint/2010/main" val="205769234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2" y="171491"/>
            <a:ext cx="12030738" cy="338554"/>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spc="-100" dirty="0">
                <a:latin typeface="Verdana" panose="020B0604030504040204" pitchFamily="34" charset="0"/>
                <a:ea typeface="Verdana" panose="020B0604030504040204" pitchFamily="34" charset="0"/>
                <a:cs typeface="Verdana" panose="020B0604030504040204" pitchFamily="34" charset="0"/>
              </a:rPr>
              <a:t>MLOps</a:t>
            </a:r>
            <a:r>
              <a:rPr kumimoji="0" lang="en-US" sz="1600" b="1" i="0" u="none" strike="noStrike" kern="1200" cap="none" spc="-10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Principles</a:t>
            </a:r>
            <a:endParaRPr kumimoji="0" lang="en-IN" sz="1600" b="0" i="0" u="none" strike="noStrike" kern="1200" cap="none" spc="0" normalizeH="0" baseline="0" noProof="0" dirty="0">
              <a:ln>
                <a:noFill/>
              </a:ln>
              <a:effectLst/>
              <a:uLnTx/>
              <a:uFillTx/>
              <a:latin typeface="Verdana"/>
            </a:endParaRPr>
          </a:p>
        </p:txBody>
      </p:sp>
      <p:cxnSp>
        <p:nvCxnSpPr>
          <p:cNvPr id="3" name="Straight Connector 2"/>
          <p:cNvCxnSpPr/>
          <p:nvPr/>
        </p:nvCxnSpPr>
        <p:spPr>
          <a:xfrm>
            <a:off x="0" y="678730"/>
            <a:ext cx="1219200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pic>
        <p:nvPicPr>
          <p:cNvPr id="116" name="Picture 1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6899" y="209239"/>
            <a:ext cx="1625602" cy="355264"/>
          </a:xfrm>
          <a:prstGeom prst="rect">
            <a:avLst/>
          </a:prstGeom>
        </p:spPr>
      </p:pic>
      <p:sp>
        <p:nvSpPr>
          <p:cNvPr id="22" name="Rectangle 21">
            <a:extLst>
              <a:ext uri="{FF2B5EF4-FFF2-40B4-BE49-F238E27FC236}">
                <a16:creationId xmlns:a16="http://schemas.microsoft.com/office/drawing/2014/main" id="{F8D95775-B4D9-4602-94BC-ACECFEE57EB6}"/>
              </a:ext>
            </a:extLst>
          </p:cNvPr>
          <p:cNvSpPr/>
          <p:nvPr/>
        </p:nvSpPr>
        <p:spPr>
          <a:xfrm>
            <a:off x="317326" y="1576946"/>
            <a:ext cx="6096000" cy="338554"/>
          </a:xfrm>
          <a:prstGeom prst="rect">
            <a:avLst/>
          </a:prstGeom>
        </p:spPr>
        <p:txBody>
          <a:bodyPr>
            <a:spAutoFit/>
          </a:bodyPr>
          <a:lstStyle/>
          <a:p>
            <a:r>
              <a:rPr lang="en-US" sz="1600" spc="-100" dirty="0">
                <a:latin typeface="Verdana" panose="020B0604030504040204" pitchFamily="34" charset="0"/>
                <a:ea typeface="Verdana" panose="020B0604030504040204" pitchFamily="34" charset="0"/>
              </a:rPr>
              <a:t>.</a:t>
            </a:r>
          </a:p>
        </p:txBody>
      </p:sp>
      <p:pic>
        <p:nvPicPr>
          <p:cNvPr id="4" name="Picture 3">
            <a:extLst>
              <a:ext uri="{FF2B5EF4-FFF2-40B4-BE49-F238E27FC236}">
                <a16:creationId xmlns:a16="http://schemas.microsoft.com/office/drawing/2014/main" id="{02DB8F21-3DFA-470B-923D-EE5A9EFD1099}"/>
              </a:ext>
            </a:extLst>
          </p:cNvPr>
          <p:cNvPicPr>
            <a:picLocks noChangeAspect="1"/>
          </p:cNvPicPr>
          <p:nvPr/>
        </p:nvPicPr>
        <p:blipFill>
          <a:blip r:embed="rId4"/>
          <a:stretch>
            <a:fillRect/>
          </a:stretch>
        </p:blipFill>
        <p:spPr>
          <a:xfrm>
            <a:off x="558452" y="847416"/>
            <a:ext cx="10910170" cy="5581591"/>
          </a:xfrm>
          <a:prstGeom prst="rect">
            <a:avLst/>
          </a:prstGeom>
        </p:spPr>
      </p:pic>
    </p:spTree>
    <p:extLst>
      <p:ext uri="{BB962C8B-B14F-4D97-AF65-F5344CB8AC3E}">
        <p14:creationId xmlns:p14="http://schemas.microsoft.com/office/powerpoint/2010/main" val="129902195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66580"/>
            <a:ext cx="12030738" cy="338554"/>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spc="-100" dirty="0">
                <a:latin typeface="Verdana" panose="020B0604030504040204" pitchFamily="34" charset="0"/>
                <a:ea typeface="Verdana" panose="020B0604030504040204" pitchFamily="34" charset="0"/>
                <a:cs typeface="Verdana" panose="020B0604030504040204" pitchFamily="34" charset="0"/>
              </a:rPr>
              <a:t>ML Life Cycle</a:t>
            </a:r>
            <a:endParaRPr kumimoji="0" lang="en-IN" sz="1600" b="0" i="0" u="none" strike="noStrike" kern="1200" cap="none" spc="0" normalizeH="0" baseline="0" noProof="0" dirty="0">
              <a:ln>
                <a:noFill/>
              </a:ln>
              <a:effectLst/>
              <a:uLnTx/>
              <a:uFillTx/>
              <a:latin typeface="Verdana"/>
            </a:endParaRPr>
          </a:p>
        </p:txBody>
      </p:sp>
      <p:cxnSp>
        <p:nvCxnSpPr>
          <p:cNvPr id="3" name="Straight Connector 2"/>
          <p:cNvCxnSpPr/>
          <p:nvPr/>
        </p:nvCxnSpPr>
        <p:spPr>
          <a:xfrm>
            <a:off x="0" y="678730"/>
            <a:ext cx="1219200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pic>
        <p:nvPicPr>
          <p:cNvPr id="116" name="Picture 1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6899" y="209239"/>
            <a:ext cx="1625602" cy="355264"/>
          </a:xfrm>
          <a:prstGeom prst="rect">
            <a:avLst/>
          </a:prstGeom>
        </p:spPr>
      </p:pic>
      <p:sp>
        <p:nvSpPr>
          <p:cNvPr id="22" name="Rectangle 21">
            <a:extLst>
              <a:ext uri="{FF2B5EF4-FFF2-40B4-BE49-F238E27FC236}">
                <a16:creationId xmlns:a16="http://schemas.microsoft.com/office/drawing/2014/main" id="{F8D95775-B4D9-4602-94BC-ACECFEE57EB6}"/>
              </a:ext>
            </a:extLst>
          </p:cNvPr>
          <p:cNvSpPr/>
          <p:nvPr/>
        </p:nvSpPr>
        <p:spPr>
          <a:xfrm>
            <a:off x="317326" y="1576946"/>
            <a:ext cx="6096000" cy="338554"/>
          </a:xfrm>
          <a:prstGeom prst="rect">
            <a:avLst/>
          </a:prstGeom>
        </p:spPr>
        <p:txBody>
          <a:bodyPr>
            <a:spAutoFit/>
          </a:bodyPr>
          <a:lstStyle/>
          <a:p>
            <a:r>
              <a:rPr lang="en-US" sz="1600" spc="-100" dirty="0">
                <a:latin typeface="Verdana" panose="020B0604030504040204" pitchFamily="34" charset="0"/>
                <a:ea typeface="Verdana" panose="020B0604030504040204" pitchFamily="34" charset="0"/>
              </a:rPr>
              <a:t>.</a:t>
            </a:r>
          </a:p>
        </p:txBody>
      </p:sp>
      <p:pic>
        <p:nvPicPr>
          <p:cNvPr id="6" name="Picture 5">
            <a:extLst>
              <a:ext uri="{FF2B5EF4-FFF2-40B4-BE49-F238E27FC236}">
                <a16:creationId xmlns:a16="http://schemas.microsoft.com/office/drawing/2014/main" id="{A0382884-C83D-4C86-A36B-6683BBA5703C}"/>
              </a:ext>
            </a:extLst>
          </p:cNvPr>
          <p:cNvPicPr>
            <a:picLocks noChangeAspect="1"/>
          </p:cNvPicPr>
          <p:nvPr/>
        </p:nvPicPr>
        <p:blipFill>
          <a:blip r:embed="rId4"/>
          <a:stretch>
            <a:fillRect/>
          </a:stretch>
        </p:blipFill>
        <p:spPr>
          <a:xfrm>
            <a:off x="257175" y="852327"/>
            <a:ext cx="11677650" cy="5505450"/>
          </a:xfrm>
          <a:prstGeom prst="rect">
            <a:avLst/>
          </a:prstGeom>
        </p:spPr>
      </p:pic>
    </p:spTree>
    <p:extLst>
      <p:ext uri="{BB962C8B-B14F-4D97-AF65-F5344CB8AC3E}">
        <p14:creationId xmlns:p14="http://schemas.microsoft.com/office/powerpoint/2010/main" val="306966540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262" y="195171"/>
            <a:ext cx="12030738" cy="369332"/>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effectLst/>
                <a:latin typeface="Calibri" panose="020F0502020204030204" pitchFamily="34" charset="0"/>
                <a:ea typeface="Univers 45 Light"/>
                <a:cs typeface="Times New Roman" panose="02020603050405020304" pitchFamily="18" charset="0"/>
              </a:rPr>
              <a:t>ML OPS PROCESS FLOW FOR MTN SOUTH AFRICA (TRAINING)</a:t>
            </a:r>
            <a:endParaRPr kumimoji="0" lang="en-IN" sz="1600" b="0" i="0" u="none" strike="noStrike" kern="1200" cap="none" spc="0" normalizeH="0" baseline="0" noProof="0" dirty="0">
              <a:ln>
                <a:noFill/>
              </a:ln>
              <a:effectLst/>
              <a:uLnTx/>
              <a:uFillTx/>
              <a:latin typeface="Verdana"/>
            </a:endParaRPr>
          </a:p>
        </p:txBody>
      </p:sp>
      <p:cxnSp>
        <p:nvCxnSpPr>
          <p:cNvPr id="3" name="Straight Connector 2"/>
          <p:cNvCxnSpPr/>
          <p:nvPr/>
        </p:nvCxnSpPr>
        <p:spPr>
          <a:xfrm>
            <a:off x="0" y="678730"/>
            <a:ext cx="1219200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pic>
        <p:nvPicPr>
          <p:cNvPr id="116" name="Picture 1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6899" y="209239"/>
            <a:ext cx="1625602" cy="355264"/>
          </a:xfrm>
          <a:prstGeom prst="rect">
            <a:avLst/>
          </a:prstGeom>
        </p:spPr>
      </p:pic>
      <p:sp>
        <p:nvSpPr>
          <p:cNvPr id="22" name="Rectangle 21">
            <a:extLst>
              <a:ext uri="{FF2B5EF4-FFF2-40B4-BE49-F238E27FC236}">
                <a16:creationId xmlns:a16="http://schemas.microsoft.com/office/drawing/2014/main" id="{F8D95775-B4D9-4602-94BC-ACECFEE57EB6}"/>
              </a:ext>
            </a:extLst>
          </p:cNvPr>
          <p:cNvSpPr/>
          <p:nvPr/>
        </p:nvSpPr>
        <p:spPr>
          <a:xfrm>
            <a:off x="317326" y="1576946"/>
            <a:ext cx="6096000" cy="338554"/>
          </a:xfrm>
          <a:prstGeom prst="rect">
            <a:avLst/>
          </a:prstGeom>
        </p:spPr>
        <p:txBody>
          <a:bodyPr>
            <a:spAutoFit/>
          </a:bodyPr>
          <a:lstStyle/>
          <a:p>
            <a:r>
              <a:rPr lang="en-US" sz="1600" spc="-100" dirty="0">
                <a:latin typeface="Verdana" panose="020B0604030504040204" pitchFamily="34" charset="0"/>
                <a:ea typeface="Verdana" panose="020B0604030504040204" pitchFamily="34" charset="0"/>
              </a:rPr>
              <a:t>.</a:t>
            </a:r>
          </a:p>
        </p:txBody>
      </p:sp>
      <p:pic>
        <p:nvPicPr>
          <p:cNvPr id="5" name="Picture 4">
            <a:extLst>
              <a:ext uri="{FF2B5EF4-FFF2-40B4-BE49-F238E27FC236}">
                <a16:creationId xmlns:a16="http://schemas.microsoft.com/office/drawing/2014/main" id="{F82210F2-7512-4CA7-965C-899D39BF810B}"/>
              </a:ext>
            </a:extLst>
          </p:cNvPr>
          <p:cNvPicPr>
            <a:picLocks noChangeAspect="1"/>
          </p:cNvPicPr>
          <p:nvPr/>
        </p:nvPicPr>
        <p:blipFill>
          <a:blip r:embed="rId4"/>
          <a:stretch>
            <a:fillRect/>
          </a:stretch>
        </p:blipFill>
        <p:spPr>
          <a:xfrm>
            <a:off x="705080" y="924641"/>
            <a:ext cx="10565175" cy="5460781"/>
          </a:xfrm>
          <a:prstGeom prst="rect">
            <a:avLst/>
          </a:prstGeom>
        </p:spPr>
      </p:pic>
    </p:spTree>
    <p:extLst>
      <p:ext uri="{BB962C8B-B14F-4D97-AF65-F5344CB8AC3E}">
        <p14:creationId xmlns:p14="http://schemas.microsoft.com/office/powerpoint/2010/main" val="199548275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262" y="195171"/>
            <a:ext cx="12030738" cy="369332"/>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effectLst/>
                <a:latin typeface="Calibri" panose="020F0502020204030204" pitchFamily="34" charset="0"/>
                <a:ea typeface="Univers 45 Light"/>
                <a:cs typeface="Times New Roman" panose="02020603050405020304" pitchFamily="18" charset="0"/>
              </a:rPr>
              <a:t>ML OPS PROCESS FLOW FOR MTN SOUTH AFRICA (SCORING)</a:t>
            </a:r>
            <a:endParaRPr kumimoji="0" lang="en-IN" sz="1600" b="0" i="0" u="none" strike="noStrike" kern="1200" cap="none" spc="0" normalizeH="0" baseline="0" noProof="0" dirty="0">
              <a:ln>
                <a:noFill/>
              </a:ln>
              <a:effectLst/>
              <a:uLnTx/>
              <a:uFillTx/>
              <a:latin typeface="Verdana"/>
            </a:endParaRPr>
          </a:p>
        </p:txBody>
      </p:sp>
      <p:cxnSp>
        <p:nvCxnSpPr>
          <p:cNvPr id="3" name="Straight Connector 2"/>
          <p:cNvCxnSpPr/>
          <p:nvPr/>
        </p:nvCxnSpPr>
        <p:spPr>
          <a:xfrm>
            <a:off x="0" y="678730"/>
            <a:ext cx="1219200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pic>
        <p:nvPicPr>
          <p:cNvPr id="116" name="Picture 1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6899" y="209239"/>
            <a:ext cx="1625602" cy="355264"/>
          </a:xfrm>
          <a:prstGeom prst="rect">
            <a:avLst/>
          </a:prstGeom>
        </p:spPr>
      </p:pic>
      <p:sp>
        <p:nvSpPr>
          <p:cNvPr id="22" name="Rectangle 21">
            <a:extLst>
              <a:ext uri="{FF2B5EF4-FFF2-40B4-BE49-F238E27FC236}">
                <a16:creationId xmlns:a16="http://schemas.microsoft.com/office/drawing/2014/main" id="{F8D95775-B4D9-4602-94BC-ACECFEE57EB6}"/>
              </a:ext>
            </a:extLst>
          </p:cNvPr>
          <p:cNvSpPr/>
          <p:nvPr/>
        </p:nvSpPr>
        <p:spPr>
          <a:xfrm>
            <a:off x="317326" y="1576946"/>
            <a:ext cx="6096000" cy="338554"/>
          </a:xfrm>
          <a:prstGeom prst="rect">
            <a:avLst/>
          </a:prstGeom>
        </p:spPr>
        <p:txBody>
          <a:bodyPr>
            <a:spAutoFit/>
          </a:bodyPr>
          <a:lstStyle/>
          <a:p>
            <a:r>
              <a:rPr lang="en-US" sz="1600" spc="-100" dirty="0">
                <a:latin typeface="Verdana" panose="020B0604030504040204" pitchFamily="34" charset="0"/>
                <a:ea typeface="Verdana" panose="020B0604030504040204" pitchFamily="34" charset="0"/>
              </a:rPr>
              <a:t>.</a:t>
            </a:r>
          </a:p>
        </p:txBody>
      </p:sp>
      <p:pic>
        <p:nvPicPr>
          <p:cNvPr id="5" name="Picture 4">
            <a:extLst>
              <a:ext uri="{FF2B5EF4-FFF2-40B4-BE49-F238E27FC236}">
                <a16:creationId xmlns:a16="http://schemas.microsoft.com/office/drawing/2014/main" id="{9D74BC1D-149E-4215-A8F7-1A2413B8B7BC}"/>
              </a:ext>
            </a:extLst>
          </p:cNvPr>
          <p:cNvPicPr>
            <a:picLocks noChangeAspect="1"/>
          </p:cNvPicPr>
          <p:nvPr/>
        </p:nvPicPr>
        <p:blipFill>
          <a:blip r:embed="rId4"/>
          <a:stretch>
            <a:fillRect/>
          </a:stretch>
        </p:blipFill>
        <p:spPr>
          <a:xfrm>
            <a:off x="437179" y="1476269"/>
            <a:ext cx="11593559" cy="4593978"/>
          </a:xfrm>
          <a:prstGeom prst="rect">
            <a:avLst/>
          </a:prstGeom>
        </p:spPr>
      </p:pic>
    </p:spTree>
    <p:extLst>
      <p:ext uri="{BB962C8B-B14F-4D97-AF65-F5344CB8AC3E}">
        <p14:creationId xmlns:p14="http://schemas.microsoft.com/office/powerpoint/2010/main" val="385188782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678730"/>
            <a:ext cx="1219200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pic>
        <p:nvPicPr>
          <p:cNvPr id="116" name="Picture 1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6899" y="209239"/>
            <a:ext cx="1625602" cy="355264"/>
          </a:xfrm>
          <a:prstGeom prst="rect">
            <a:avLst/>
          </a:prstGeom>
        </p:spPr>
      </p:pic>
      <p:sp>
        <p:nvSpPr>
          <p:cNvPr id="22" name="Rectangle 21">
            <a:extLst>
              <a:ext uri="{FF2B5EF4-FFF2-40B4-BE49-F238E27FC236}">
                <a16:creationId xmlns:a16="http://schemas.microsoft.com/office/drawing/2014/main" id="{F8D95775-B4D9-4602-94BC-ACECFEE57EB6}"/>
              </a:ext>
            </a:extLst>
          </p:cNvPr>
          <p:cNvSpPr/>
          <p:nvPr/>
        </p:nvSpPr>
        <p:spPr>
          <a:xfrm>
            <a:off x="317326" y="1576946"/>
            <a:ext cx="6096000" cy="338554"/>
          </a:xfrm>
          <a:prstGeom prst="rect">
            <a:avLst/>
          </a:prstGeom>
        </p:spPr>
        <p:txBody>
          <a:bodyPr>
            <a:spAutoFit/>
          </a:bodyPr>
          <a:lstStyle/>
          <a:p>
            <a:r>
              <a:rPr lang="en-US" sz="1600" spc="-100" dirty="0">
                <a:latin typeface="Verdana" panose="020B0604030504040204" pitchFamily="34" charset="0"/>
                <a:ea typeface="Verdana" panose="020B0604030504040204" pitchFamily="34" charset="0"/>
              </a:rPr>
              <a:t>.</a:t>
            </a:r>
          </a:p>
        </p:txBody>
      </p:sp>
      <p:sp>
        <p:nvSpPr>
          <p:cNvPr id="4" name="TextBox 3">
            <a:extLst>
              <a:ext uri="{FF2B5EF4-FFF2-40B4-BE49-F238E27FC236}">
                <a16:creationId xmlns:a16="http://schemas.microsoft.com/office/drawing/2014/main" id="{A7BAD00A-7142-4FCA-968D-A74E9FD767D1}"/>
              </a:ext>
            </a:extLst>
          </p:cNvPr>
          <p:cNvSpPr txBox="1"/>
          <p:nvPr/>
        </p:nvSpPr>
        <p:spPr>
          <a:xfrm>
            <a:off x="4881080" y="3121223"/>
            <a:ext cx="2429839" cy="615553"/>
          </a:xfrm>
          <a:prstGeom prst="rect">
            <a:avLst/>
          </a:prstGeom>
          <a:noFill/>
        </p:spPr>
        <p:txBody>
          <a:bodyPr wrap="square" lIns="0" tIns="0" rIns="0" bIns="0" rtlCol="0">
            <a:spAutoFit/>
          </a:bodyPr>
          <a:lstStyle/>
          <a:p>
            <a:pPr algn="ctr">
              <a:spcBef>
                <a:spcPts val="600"/>
              </a:spcBef>
              <a:buSzPct val="100000"/>
            </a:pPr>
            <a:r>
              <a:rPr lang="en-US" sz="4000" dirty="0">
                <a:solidFill>
                  <a:srgbClr val="313131"/>
                </a:solidFill>
              </a:rPr>
              <a:t>DEMO</a:t>
            </a:r>
          </a:p>
        </p:txBody>
      </p:sp>
    </p:spTree>
    <p:extLst>
      <p:ext uri="{BB962C8B-B14F-4D97-AF65-F5344CB8AC3E}">
        <p14:creationId xmlns:p14="http://schemas.microsoft.com/office/powerpoint/2010/main" val="25904825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p:cNvSpPr txBox="1">
            <a:spLocks/>
          </p:cNvSpPr>
          <p:nvPr/>
        </p:nvSpPr>
        <p:spPr>
          <a:xfrm>
            <a:off x="395287" y="4211955"/>
            <a:ext cx="6377653" cy="2169796"/>
          </a:xfrm>
          <a:prstGeom prst="rect">
            <a:avLst/>
          </a:prstGeom>
        </p:spPr>
        <p:txBody>
          <a:bodyPr>
            <a:normAutofit fontScale="92500" lnSpcReduction="10000"/>
          </a:bodyPr>
          <a:lst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dirty="0">
                <a:solidFill>
                  <a:schemeClr val="bg1"/>
                </a:solidFill>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a:t>
            </a:r>
            <a:r>
              <a:rPr lang="en-US" dirty="0">
                <a:solidFill>
                  <a:schemeClr val="bg1"/>
                </a:solidFill>
                <a:hlinkClick r:id="rId2"/>
              </a:rPr>
              <a:t>www.deloitte.com/about</a:t>
            </a:r>
            <a:r>
              <a:rPr lang="en-US" dirty="0">
                <a:solidFill>
                  <a:schemeClr val="bg1"/>
                </a:solidFill>
              </a:rPr>
              <a:t> for a more detailed description of DTTL and its member firms.</a:t>
            </a:r>
          </a:p>
          <a:p>
            <a:r>
              <a:rPr lang="en-US" dirty="0">
                <a:solidFill>
                  <a:schemeClr val="bg1"/>
                </a:solidFill>
              </a:rPr>
              <a:t>This communication is for internal distribution and use only among personnel of Deloitte Touche Tohmatsu Limited, its member firms, and their related entities (collectively, the “Deloitte network”). None of the Deloitte network shall be responsible for any loss whatsoever sustained by any person who relies on this communication.</a:t>
            </a:r>
          </a:p>
          <a:p>
            <a:r>
              <a:rPr lang="fr-FR" dirty="0">
                <a:solidFill>
                  <a:schemeClr val="bg1"/>
                </a:solidFill>
              </a:rPr>
              <a:t>© 2021. For information, contact Deloitte Touche Tohmatsu Limited</a:t>
            </a:r>
          </a:p>
        </p:txBody>
      </p:sp>
      <p:sp>
        <p:nvSpPr>
          <p:cNvPr id="6" name="Title 1"/>
          <p:cNvSpPr txBox="1">
            <a:spLocks/>
          </p:cNvSpPr>
          <p:nvPr/>
        </p:nvSpPr>
        <p:spPr bwMode="gray">
          <a:xfrm>
            <a:off x="524934" y="2082742"/>
            <a:ext cx="10517717" cy="159240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1800" b="1" kern="1200">
                <a:solidFill>
                  <a:schemeClr val="bg1"/>
                </a:solidFill>
                <a:latin typeface="+mj-lt"/>
                <a:ea typeface="Open Sans" panose="020B0606030504020204" pitchFamily="34" charset="0"/>
                <a:cs typeface="Open Sans" panose="020B0606030504020204" pitchFamily="34" charset="0"/>
              </a:defRPr>
            </a:lvl1pPr>
          </a:lstStyle>
          <a:p>
            <a:r>
              <a:rPr lang="en-IN" sz="2800" dirty="0"/>
              <a:t>Thank You!</a:t>
            </a:r>
          </a:p>
        </p:txBody>
      </p:sp>
    </p:spTree>
    <p:extLst>
      <p:ext uri="{BB962C8B-B14F-4D97-AF65-F5344CB8AC3E}">
        <p14:creationId xmlns:p14="http://schemas.microsoft.com/office/powerpoint/2010/main" val="334036882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55&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OD.VlPtdQneB0N4ElxzG3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Vc.dcdwWQKqQmNhBfQ9M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OD.VlPtdQneB0N4ElxzG3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Vc.dcdwWQKqQmNhBfQ9Mi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4_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 16_9_Onscreen.potx" id="{82E929E5-07E3-4FFC-922B-1DC2D1592D72}" vid="{34A8941C-3B27-4420-B6D1-6520D4ABD31E}"/>
    </a:ext>
  </a:extLst>
</a:theme>
</file>

<file path=ppt/theme/theme2.xml><?xml version="1.0" encoding="utf-8"?>
<a:theme xmlns:a="http://schemas.openxmlformats.org/drawingml/2006/main" name="5_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 16_9_Onscreen.potx" id="{82E929E5-07E3-4FFC-922B-1DC2D1592D72}" vid="{34A8941C-3B27-4420-B6D1-6520D4ABD31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23888</TotalTime>
  <Words>457</Words>
  <Application>Microsoft Office PowerPoint</Application>
  <PresentationFormat>Widescreen</PresentationFormat>
  <Paragraphs>45</Paragraphs>
  <Slides>11</Slides>
  <Notes>9</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11</vt:i4>
      </vt:variant>
    </vt:vector>
  </HeadingPairs>
  <TitlesOfParts>
    <vt:vector size="19" baseType="lpstr">
      <vt:lpstr>Arial</vt:lpstr>
      <vt:lpstr>Calibri</vt:lpstr>
      <vt:lpstr>Century Gothic</vt:lpstr>
      <vt:lpstr>Verdana</vt:lpstr>
      <vt:lpstr>Wingdings 2</vt:lpstr>
      <vt:lpstr>4_Deloitte_US_Onscreen</vt:lpstr>
      <vt:lpstr>5_Deloitte_US_Onscreen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Our digital transformation engagements are anchored on a tried and tested “Digital Foundry” methodology</dc:title>
  <dc:creator>Deloitte</dc:creator>
  <cp:lastModifiedBy>Meher, Motilal</cp:lastModifiedBy>
  <cp:revision>2083</cp:revision>
  <dcterms:created xsi:type="dcterms:W3CDTF">2020-01-14T05:58:31Z</dcterms:created>
  <dcterms:modified xsi:type="dcterms:W3CDTF">2021-12-21T11:01:17Z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2021-12-20T07:43:51Z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35892176-7204-4317-9c8f-2f2ed9a2e517</vt:lpwstr>
  </property>
  <property fmtid="{D5CDD505-2E9C-101B-9397-08002B2CF9AE}" pid="8" name="MSIP_Label_ea60d57e-af5b-4752-ac57-3e4f28ca11dc_ContentBits">
    <vt:lpwstr>0</vt:lpwstr>
  </property>
</Properties>
</file>