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8.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5" r:id="rId4"/>
    <p:sldMasterId id="2147483781" r:id="rId5"/>
  </p:sldMasterIdLst>
  <p:notesMasterIdLst>
    <p:notesMasterId r:id="rId27"/>
  </p:notesMasterIdLst>
  <p:handoutMasterIdLst>
    <p:handoutMasterId r:id="rId28"/>
  </p:handoutMasterIdLst>
  <p:sldIdLst>
    <p:sldId id="11927" r:id="rId6"/>
    <p:sldId id="11931" r:id="rId7"/>
    <p:sldId id="11955" r:id="rId8"/>
    <p:sldId id="11942" r:id="rId9"/>
    <p:sldId id="11941" r:id="rId10"/>
    <p:sldId id="11933" r:id="rId11"/>
    <p:sldId id="11929" r:id="rId12"/>
    <p:sldId id="11930" r:id="rId13"/>
    <p:sldId id="11928" r:id="rId14"/>
    <p:sldId id="11926" r:id="rId15"/>
    <p:sldId id="11935" r:id="rId16"/>
    <p:sldId id="11944" r:id="rId17"/>
    <p:sldId id="11943" r:id="rId18"/>
    <p:sldId id="11946" r:id="rId19"/>
    <p:sldId id="11947" r:id="rId20"/>
    <p:sldId id="11948" r:id="rId21"/>
    <p:sldId id="11949" r:id="rId22"/>
    <p:sldId id="11950" r:id="rId23"/>
    <p:sldId id="11951" r:id="rId24"/>
    <p:sldId id="11954" r:id="rId25"/>
    <p:sldId id="11952" r:id="rId26"/>
  </p:sldIdLst>
  <p:sldSz cx="12192000" cy="6858000"/>
  <p:notesSz cx="6189663" cy="9320213"/>
  <p:custDataLst>
    <p:tags r:id="rId29"/>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pos="6153" userDrawn="1">
          <p15:clr>
            <a:srgbClr val="A4A3A4"/>
          </p15:clr>
        </p15:guide>
        <p15:guide id="11" orient="horz" pos="2069" userDrawn="1">
          <p15:clr>
            <a:srgbClr val="A4A3A4"/>
          </p15:clr>
        </p15:guide>
        <p15:guide id="12" orient="horz" pos="1616" userDrawn="1">
          <p15:clr>
            <a:srgbClr val="A4A3A4"/>
          </p15:clr>
        </p15:guide>
        <p15:guide id="13" orient="horz" pos="2568" userDrawn="1">
          <p15:clr>
            <a:srgbClr val="A4A3A4"/>
          </p15:clr>
        </p15:guide>
        <p15:guide id="14" orient="horz" pos="3045" userDrawn="1">
          <p15:clr>
            <a:srgbClr val="A4A3A4"/>
          </p15:clr>
        </p15:guide>
        <p15:guide id="15" orient="horz" pos="3566" userDrawn="1">
          <p15:clr>
            <a:srgbClr val="A4A3A4"/>
          </p15:clr>
        </p15:guide>
        <p15:guide id="16" pos="3817" userDrawn="1">
          <p15:clr>
            <a:srgbClr val="A4A3A4"/>
          </p15:clr>
        </p15:guide>
        <p15:guide id="17" pos="1935" userDrawn="1">
          <p15:clr>
            <a:srgbClr val="A4A3A4"/>
          </p15:clr>
        </p15:guide>
        <p15:guide id="18" orient="horz" pos="1094" userDrawn="1">
          <p15:clr>
            <a:srgbClr val="A4A3A4"/>
          </p15:clr>
        </p15:guide>
      </p15:sldGuideLst>
    </p:ext>
    <p:ext uri="{2D200454-40CA-4A62-9FC3-DE9A4176ACB9}">
      <p15:notesGuideLst xmlns:p15="http://schemas.microsoft.com/office/powerpoint/2012/main">
        <p15:guide id="1" orient="horz" pos="2839" userDrawn="1">
          <p15:clr>
            <a:srgbClr val="A4A3A4"/>
          </p15:clr>
        </p15:guide>
        <p15:guide id="2" pos="209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9" name="Narsiah, Nivashini" initials="NN" lastIdx="1" clrIdx="19">
    <p:extLst>
      <p:ext uri="{19B8F6BF-5375-455C-9EA6-DF929625EA0E}">
        <p15:presenceInfo xmlns:p15="http://schemas.microsoft.com/office/powerpoint/2012/main" userId="S::nnarsiah@deloitte.co.za::493aaa68-1ff7-4e48-b0bd-2692f314ea45" providerId="AD"/>
      </p:ext>
    </p:extLst>
  </p:cmAuthor>
  <p:cmAuthor id="1" name="Nivashini Narsiah" initials="NN" lastIdx="42" clrIdx="0">
    <p:extLst>
      <p:ext uri="{19B8F6BF-5375-455C-9EA6-DF929625EA0E}">
        <p15:presenceInfo xmlns:p15="http://schemas.microsoft.com/office/powerpoint/2012/main" userId="Nivashini Narsiah" providerId="None"/>
      </p:ext>
    </p:extLst>
  </p:cmAuthor>
  <p:cmAuthor id="30" name="Harmse, Liesl" initials="HL" lastIdx="3" clrIdx="20">
    <p:extLst>
      <p:ext uri="{19B8F6BF-5375-455C-9EA6-DF929625EA0E}">
        <p15:presenceInfo xmlns:p15="http://schemas.microsoft.com/office/powerpoint/2012/main" userId="S::lharmse@deloitte.co.za::4cde94d9-bae6-4143-8dd1-beb53bcfde4a" providerId="AD"/>
      </p:ext>
    </p:extLst>
  </p:cmAuthor>
  <p:cmAuthor id="2" name="Tania Nieuwoudt" initials="TN" lastIdx="4" clrIdx="1">
    <p:extLst>
      <p:ext uri="{19B8F6BF-5375-455C-9EA6-DF929625EA0E}">
        <p15:presenceInfo xmlns:p15="http://schemas.microsoft.com/office/powerpoint/2012/main" userId="Tania Nieuwoudt" providerId="None"/>
      </p:ext>
    </p:extLst>
  </p:cmAuthor>
  <p:cmAuthor id="31" name="Popat, Yuveer" initials="PY" lastIdx="4" clrIdx="21">
    <p:extLst>
      <p:ext uri="{19B8F6BF-5375-455C-9EA6-DF929625EA0E}">
        <p15:presenceInfo xmlns:p15="http://schemas.microsoft.com/office/powerpoint/2012/main" userId="S::ypopat@deloitte.co.za::f2d05cbc-a0a3-48bb-8d1c-3f2c8bd2db86" providerId="AD"/>
      </p:ext>
    </p:extLst>
  </p:cmAuthor>
  <p:cmAuthor id="3" name="Harris-Slabber, Dawn" initials="HD" lastIdx="48" clrIdx="2">
    <p:extLst>
      <p:ext uri="{19B8F6BF-5375-455C-9EA6-DF929625EA0E}">
        <p15:presenceInfo xmlns:p15="http://schemas.microsoft.com/office/powerpoint/2012/main" userId="S::daharris@deloitte.co.za::cf2d7905-5b3a-4d8d-94c4-b62bf241d8a7" providerId="AD"/>
      </p:ext>
    </p:extLst>
  </p:cmAuthor>
  <p:cmAuthor id="32" name="Balwanth, Sohil" initials="BS" lastIdx="2" clrIdx="22">
    <p:extLst>
      <p:ext uri="{19B8F6BF-5375-455C-9EA6-DF929625EA0E}">
        <p15:presenceInfo xmlns:p15="http://schemas.microsoft.com/office/powerpoint/2012/main" userId="S::sbalwanth@deloitte.co.za::b4ebe772-1011-4832-aacd-9e8cb0b30659" providerId="AD"/>
      </p:ext>
    </p:extLst>
  </p:cmAuthor>
  <p:cmAuthor id="4" name="Henderson, Warren" initials="HW" lastIdx="6" clrIdx="3">
    <p:extLst>
      <p:ext uri="{19B8F6BF-5375-455C-9EA6-DF929625EA0E}">
        <p15:presenceInfo xmlns:p15="http://schemas.microsoft.com/office/powerpoint/2012/main" userId="S::whenderson@deloitte.co.za::d1cd6c7b-c080-4b3d-ab32-556c464e1f95" providerId="AD"/>
      </p:ext>
    </p:extLst>
  </p:cmAuthor>
  <p:cmAuthor id="33" name="Mafela, Elelwani" initials="ME" lastIdx="1" clrIdx="23">
    <p:extLst>
      <p:ext uri="{19B8F6BF-5375-455C-9EA6-DF929625EA0E}">
        <p15:presenceInfo xmlns:p15="http://schemas.microsoft.com/office/powerpoint/2012/main" userId="S::emafela@deloitte.co.za::837aae90-9f09-486f-8083-b72fcb6bfc02" providerId="AD"/>
      </p:ext>
    </p:extLst>
  </p:cmAuthor>
  <p:cmAuthor id="34" name="Hofmeyr, Gill" initials="HG" lastIdx="18" clrIdx="24">
    <p:extLst>
      <p:ext uri="{19B8F6BF-5375-455C-9EA6-DF929625EA0E}">
        <p15:presenceInfo xmlns:p15="http://schemas.microsoft.com/office/powerpoint/2012/main" userId="S::ghofmeyr@deloitte.co.za::aaa89bd3-ee85-43c6-b66f-64f0e2970f0a" providerId="AD"/>
      </p:ext>
    </p:extLst>
  </p:cmAuthor>
  <p:cmAuthor id="35" name="Rampershad, Navreeth" initials="RN" lastIdx="1" clrIdx="25">
    <p:extLst>
      <p:ext uri="{19B8F6BF-5375-455C-9EA6-DF929625EA0E}">
        <p15:presenceInfo xmlns:p15="http://schemas.microsoft.com/office/powerpoint/2012/main" userId="S::nrampershad@deloitte.co.za::9083919a-e196-4f63-b267-a498d5092d24" providerId="AD"/>
      </p:ext>
    </p:extLst>
  </p:cmAuthor>
  <p:cmAuthor id="36" name="Arcangeli, Gino" initials="AG" lastIdx="1" clrIdx="26">
    <p:extLst>
      <p:ext uri="{19B8F6BF-5375-455C-9EA6-DF929625EA0E}">
        <p15:presenceInfo xmlns:p15="http://schemas.microsoft.com/office/powerpoint/2012/main" userId="S::giarcangeli@deloitte.co.za::c3eeb981-900c-4ae5-b418-5adab2bf0312" providerId="AD"/>
      </p:ext>
    </p:extLst>
  </p:cmAuthor>
  <p:cmAuthor id="37" name="Shahrukh, Mohammad" initials="SM" lastIdx="3" clrIdx="27">
    <p:extLst>
      <p:ext uri="{19B8F6BF-5375-455C-9EA6-DF929625EA0E}">
        <p15:presenceInfo xmlns:p15="http://schemas.microsoft.com/office/powerpoint/2012/main" userId="S::mshahrukh@deloitte.com::2455ec31-a2c2-4b32-97b2-d8a83f7c65d0" providerId="AD"/>
      </p:ext>
    </p:extLst>
  </p:cmAuthor>
  <p:cmAuthor id="14" name="Laher, Shaakirah" initials="LS" lastIdx="4" clrIdx="4">
    <p:extLst>
      <p:ext uri="{19B8F6BF-5375-455C-9EA6-DF929625EA0E}">
        <p15:presenceInfo xmlns:p15="http://schemas.microsoft.com/office/powerpoint/2012/main" userId="S-1-5-21-102131611-1071741325-1235820382-320756" providerId="AD"/>
      </p:ext>
    </p:extLst>
  </p:cmAuthor>
  <p:cmAuthor id="15" name="Henderson, Warren" initials="HW [2]" lastIdx="1" clrIdx="5">
    <p:extLst>
      <p:ext uri="{19B8F6BF-5375-455C-9EA6-DF929625EA0E}">
        <p15:presenceInfo xmlns:p15="http://schemas.microsoft.com/office/powerpoint/2012/main" userId="S-1-5-21-102131611-1071741325-1235820382-278951" providerId="AD"/>
      </p:ext>
    </p:extLst>
  </p:cmAuthor>
  <p:cmAuthor id="16" name="Dawn Harris-Slabber" initials="DHS" lastIdx="19" clrIdx="6">
    <p:extLst>
      <p:ext uri="{19B8F6BF-5375-455C-9EA6-DF929625EA0E}">
        <p15:presenceInfo xmlns:p15="http://schemas.microsoft.com/office/powerpoint/2012/main" userId="Dawn Harris-Slabber" providerId="None"/>
      </p:ext>
    </p:extLst>
  </p:cmAuthor>
  <p:cmAuthor id="17" name="Oosthuizen, Wessel" initials="OW" lastIdx="11" clrIdx="7">
    <p:extLst>
      <p:ext uri="{19B8F6BF-5375-455C-9EA6-DF929625EA0E}">
        <p15:presenceInfo xmlns:p15="http://schemas.microsoft.com/office/powerpoint/2012/main" userId="S-1-5-21-102131611-1071741325-1235820382-135552" providerId="AD"/>
      </p:ext>
    </p:extLst>
  </p:cmAuthor>
  <p:cmAuthor id="18" name="Williams, Quentin" initials="WQ" lastIdx="1" clrIdx="8">
    <p:extLst>
      <p:ext uri="{19B8F6BF-5375-455C-9EA6-DF929625EA0E}">
        <p15:presenceInfo xmlns:p15="http://schemas.microsoft.com/office/powerpoint/2012/main" userId="S::qwilliams@deloitte.co.za::1e8c5be9-5f15-40d0-b4b4-2b5c8d037cc8" providerId="AD"/>
      </p:ext>
    </p:extLst>
  </p:cmAuthor>
  <p:cmAuthor id="19" name="Theo Kotze" initials="TK" lastIdx="90" clrIdx="9">
    <p:extLst>
      <p:ext uri="{19B8F6BF-5375-455C-9EA6-DF929625EA0E}">
        <p15:presenceInfo xmlns:p15="http://schemas.microsoft.com/office/powerpoint/2012/main" userId="Theo Kotze" providerId="None"/>
      </p:ext>
    </p:extLst>
  </p:cmAuthor>
  <p:cmAuthor id="20" name="Viradh Singh" initials="VS" lastIdx="3" clrIdx="10">
    <p:extLst>
      <p:ext uri="{19B8F6BF-5375-455C-9EA6-DF929625EA0E}">
        <p15:presenceInfo xmlns:p15="http://schemas.microsoft.com/office/powerpoint/2012/main" userId="Viradh Singh" providerId="None"/>
      </p:ext>
    </p:extLst>
  </p:cmAuthor>
  <p:cmAuthor id="21" name="Anil Lalloo" initials="AL" lastIdx="6" clrIdx="11">
    <p:extLst>
      <p:ext uri="{19B8F6BF-5375-455C-9EA6-DF929625EA0E}">
        <p15:presenceInfo xmlns:p15="http://schemas.microsoft.com/office/powerpoint/2012/main" userId="Anil Lalloo" providerId="None"/>
      </p:ext>
    </p:extLst>
  </p:cmAuthor>
  <p:cmAuthor id="22" name="Quentin Williams" initials="QW" lastIdx="28" clrIdx="12">
    <p:extLst>
      <p:ext uri="{19B8F6BF-5375-455C-9EA6-DF929625EA0E}">
        <p15:presenceInfo xmlns:p15="http://schemas.microsoft.com/office/powerpoint/2012/main" userId="Quentin Williams" providerId="None"/>
      </p:ext>
    </p:extLst>
  </p:cmAuthor>
  <p:cmAuthor id="23" name="Naik, Mayank" initials="NM" lastIdx="5" clrIdx="13">
    <p:extLst>
      <p:ext uri="{19B8F6BF-5375-455C-9EA6-DF929625EA0E}">
        <p15:presenceInfo xmlns:p15="http://schemas.microsoft.com/office/powerpoint/2012/main" userId="S::mnaik@deloitte.co.za::6c88d61f-cc39-4217-8be8-6d6890b453a6" providerId="AD"/>
      </p:ext>
    </p:extLst>
  </p:cmAuthor>
  <p:cmAuthor id="24" name="George, Sufia" initials="GS" lastIdx="7" clrIdx="14">
    <p:extLst>
      <p:ext uri="{19B8F6BF-5375-455C-9EA6-DF929625EA0E}">
        <p15:presenceInfo xmlns:p15="http://schemas.microsoft.com/office/powerpoint/2012/main" userId="S::sugeorge@deloitte.co.za::7e898acf-0a36-4b14-ab46-3fb03e5961f3" providerId="AD"/>
      </p:ext>
    </p:extLst>
  </p:cmAuthor>
  <p:cmAuthor id="25" name="Mashigo, Raymond" initials="MR" lastIdx="1" clrIdx="15">
    <p:extLst>
      <p:ext uri="{19B8F6BF-5375-455C-9EA6-DF929625EA0E}">
        <p15:presenceInfo xmlns:p15="http://schemas.microsoft.com/office/powerpoint/2012/main" userId="S::rmashigo@deloitte.co.za::0a1b8836-9a68-46f6-9a7f-7639d99b9534" providerId="AD"/>
      </p:ext>
    </p:extLst>
  </p:cmAuthor>
  <p:cmAuthor id="26" name="Lalloo, Anil" initials="LA" lastIdx="2" clrIdx="16">
    <p:extLst>
      <p:ext uri="{19B8F6BF-5375-455C-9EA6-DF929625EA0E}">
        <p15:presenceInfo xmlns:p15="http://schemas.microsoft.com/office/powerpoint/2012/main" userId="S::alalloo@deloitte.co.za::5d4ffc26-98c0-4475-962c-1888d3e0a409" providerId="AD"/>
      </p:ext>
    </p:extLst>
  </p:cmAuthor>
  <p:cmAuthor id="27" name="Laher, Shaakirah" initials="LS [2]" lastIdx="1" clrIdx="17">
    <p:extLst>
      <p:ext uri="{19B8F6BF-5375-455C-9EA6-DF929625EA0E}">
        <p15:presenceInfo xmlns:p15="http://schemas.microsoft.com/office/powerpoint/2012/main" userId="S::shlaher@deloitte.co.za::fd7ccc1d-b1ca-437f-9323-4f47d0782c40" providerId="AD"/>
      </p:ext>
    </p:extLst>
  </p:cmAuthor>
  <p:cmAuthor id="28" name="Georgina Stubbs" initials="GS" lastIdx="2" clrIdx="18">
    <p:extLst>
      <p:ext uri="{19B8F6BF-5375-455C-9EA6-DF929625EA0E}">
        <p15:presenceInfo xmlns:p15="http://schemas.microsoft.com/office/powerpoint/2012/main" userId="Georgina Stubb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EFFF"/>
    <a:srgbClr val="D6DCE5"/>
    <a:srgbClr val="FFC000"/>
    <a:srgbClr val="000000"/>
    <a:srgbClr val="0097A9"/>
    <a:srgbClr val="00A3E0"/>
    <a:srgbClr val="2C5234"/>
    <a:srgbClr val="86BC25"/>
    <a:srgbClr val="BAE370"/>
    <a:srgbClr val="648D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72A8F-2681-4F4F-9753-B5FB86B1EA26}" v="5287" dt="2021-04-16T10:02:46.634"/>
    <p1510:client id="{6B90BEEC-E216-4BEF-84BA-2840C1E84E46}" v="12" dt="2021-04-16T15:50:35.501"/>
    <p1510:client id="{C40BA9AE-D036-41F0-80EC-10123636866D}" v="346" dt="2021-04-16T14:59:18.232"/>
    <p1510:client id="{C947944C-207D-4E65-AAD6-C5ADE53316DF}" v="2607" dt="2021-04-15T19:20:46.802"/>
    <p1510:client id="{E84225FF-6FF9-4E56-9E5E-D41EF33C4033}" v="336" dt="2021-04-16T15:09:48.2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72" autoAdjust="0"/>
  </p:normalViewPr>
  <p:slideViewPr>
    <p:cSldViewPr snapToGrid="0">
      <p:cViewPr varScale="1">
        <p:scale>
          <a:sx n="58" d="100"/>
          <a:sy n="58" d="100"/>
        </p:scale>
        <p:origin x="964" y="52"/>
      </p:cViewPr>
      <p:guideLst>
        <p:guide pos="6153"/>
        <p:guide orient="horz" pos="2069"/>
        <p:guide orient="horz" pos="1616"/>
        <p:guide orient="horz" pos="2568"/>
        <p:guide orient="horz" pos="3045"/>
        <p:guide orient="horz" pos="3566"/>
        <p:guide pos="3817"/>
        <p:guide pos="1935"/>
        <p:guide orient="horz" pos="1094"/>
      </p:guideLst>
    </p:cSldViewPr>
  </p:slideViewPr>
  <p:notesTextViewPr>
    <p:cViewPr>
      <p:scale>
        <a:sx n="1" d="1"/>
        <a:sy n="1" d="1"/>
      </p:scale>
      <p:origin x="0" y="0"/>
    </p:cViewPr>
  </p:notesTextViewPr>
  <p:notesViewPr>
    <p:cSldViewPr snapToGrid="0">
      <p:cViewPr>
        <p:scale>
          <a:sx n="1" d="2"/>
          <a:sy n="1" d="2"/>
        </p:scale>
        <p:origin x="0" y="0"/>
      </p:cViewPr>
      <p:guideLst>
        <p:guide orient="horz" pos="2839"/>
        <p:guide pos="209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no" userId="c3eeb981-900c-4ae5-b418-5adab2bf0312" providerId="ADAL" clId="{C947944C-207D-4E65-AAD6-C5ADE53316DF}"/>
    <pc:docChg chg="custSel modSld">
      <pc:chgData name="Gino" userId="c3eeb981-900c-4ae5-b418-5adab2bf0312" providerId="ADAL" clId="{C947944C-207D-4E65-AAD6-C5ADE53316DF}" dt="2021-04-14T13:30:56.562" v="577" actId="20577"/>
      <pc:docMkLst>
        <pc:docMk/>
      </pc:docMkLst>
      <pc:sldChg chg="addSp delSp modSp mod">
        <pc:chgData name="Gino" userId="c3eeb981-900c-4ae5-b418-5adab2bf0312" providerId="ADAL" clId="{C947944C-207D-4E65-AAD6-C5ADE53316DF}" dt="2021-04-14T13:07:25.606" v="40" actId="21"/>
        <pc:sldMkLst>
          <pc:docMk/>
          <pc:sldMk cId="2900973268" sldId="10113"/>
        </pc:sldMkLst>
        <pc:spChg chg="add del mod">
          <ac:chgData name="Gino" userId="c3eeb981-900c-4ae5-b418-5adab2bf0312" providerId="ADAL" clId="{C947944C-207D-4E65-AAD6-C5ADE53316DF}" dt="2021-04-14T13:07:25.606" v="40" actId="21"/>
          <ac:spMkLst>
            <pc:docMk/>
            <pc:sldMk cId="2900973268" sldId="10113"/>
            <ac:spMk id="12" creationId="{98D42206-0847-4D29-B856-08D0FBE2288B}"/>
          </ac:spMkLst>
        </pc:spChg>
      </pc:sldChg>
      <pc:sldChg chg="addSp modSp mod">
        <pc:chgData name="Gino" userId="c3eeb981-900c-4ae5-b418-5adab2bf0312" providerId="ADAL" clId="{C947944C-207D-4E65-AAD6-C5ADE53316DF}" dt="2021-04-14T13:30:56.562" v="577" actId="20577"/>
        <pc:sldMkLst>
          <pc:docMk/>
          <pc:sldMk cId="4020844815" sldId="10114"/>
        </pc:sldMkLst>
        <pc:spChg chg="add mod">
          <ac:chgData name="Gino" userId="c3eeb981-900c-4ae5-b418-5adab2bf0312" providerId="ADAL" clId="{C947944C-207D-4E65-AAD6-C5ADE53316DF}" dt="2021-04-14T13:30:56.562" v="577" actId="20577"/>
          <ac:spMkLst>
            <pc:docMk/>
            <pc:sldMk cId="4020844815" sldId="10114"/>
            <ac:spMk id="92" creationId="{003931D3-C869-411D-ADA1-601126D3DC4F}"/>
          </ac:spMkLst>
        </pc:spChg>
      </pc:sldChg>
      <pc:sldChg chg="addSp modSp mod">
        <pc:chgData name="Gino" userId="c3eeb981-900c-4ae5-b418-5adab2bf0312" providerId="ADAL" clId="{C947944C-207D-4E65-AAD6-C5ADE53316DF}" dt="2021-04-14T13:19:23.470" v="478" actId="14100"/>
        <pc:sldMkLst>
          <pc:docMk/>
          <pc:sldMk cId="3615526408" sldId="11920"/>
        </pc:sldMkLst>
        <pc:spChg chg="add mod">
          <ac:chgData name="Gino" userId="c3eeb981-900c-4ae5-b418-5adab2bf0312" providerId="ADAL" clId="{C947944C-207D-4E65-AAD6-C5ADE53316DF}" dt="2021-04-14T13:19:23.470" v="478" actId="14100"/>
          <ac:spMkLst>
            <pc:docMk/>
            <pc:sldMk cId="3615526408" sldId="11920"/>
            <ac:spMk id="80" creationId="{9747901E-F01D-4709-9036-8635E29B26A3}"/>
          </ac:spMkLst>
        </pc:spChg>
      </pc:sldChg>
      <pc:sldChg chg="addSp modSp mod">
        <pc:chgData name="Gino" userId="c3eeb981-900c-4ae5-b418-5adab2bf0312" providerId="ADAL" clId="{C947944C-207D-4E65-AAD6-C5ADE53316DF}" dt="2021-04-14T13:17:21.659" v="402" actId="313"/>
        <pc:sldMkLst>
          <pc:docMk/>
          <pc:sldMk cId="3241612131" sldId="11922"/>
        </pc:sldMkLst>
        <pc:spChg chg="add mod">
          <ac:chgData name="Gino" userId="c3eeb981-900c-4ae5-b418-5adab2bf0312" providerId="ADAL" clId="{C947944C-207D-4E65-AAD6-C5ADE53316DF}" dt="2021-04-14T13:17:21.659" v="402" actId="313"/>
          <ac:spMkLst>
            <pc:docMk/>
            <pc:sldMk cId="3241612131" sldId="11922"/>
            <ac:spMk id="48" creationId="{C150577D-4F54-402C-85C9-30C53267487C}"/>
          </ac:spMkLst>
        </pc:spChg>
      </pc:sldChg>
      <pc:sldChg chg="addSp modSp mod">
        <pc:chgData name="Gino" userId="c3eeb981-900c-4ae5-b418-5adab2bf0312" providerId="ADAL" clId="{C947944C-207D-4E65-AAD6-C5ADE53316DF}" dt="2021-04-14T13:30:35.603" v="561" actId="1076"/>
        <pc:sldMkLst>
          <pc:docMk/>
          <pc:sldMk cId="1863647343" sldId="11923"/>
        </pc:sldMkLst>
        <pc:spChg chg="add mod">
          <ac:chgData name="Gino" userId="c3eeb981-900c-4ae5-b418-5adab2bf0312" providerId="ADAL" clId="{C947944C-207D-4E65-AAD6-C5ADE53316DF}" dt="2021-04-14T13:30:35.603" v="561" actId="1076"/>
          <ac:spMkLst>
            <pc:docMk/>
            <pc:sldMk cId="1863647343" sldId="11923"/>
            <ac:spMk id="89" creationId="{5680333B-2CA9-4186-93B1-8BA9F2AD7A53}"/>
          </ac:spMkLst>
        </pc:spChg>
      </pc:sldChg>
    </pc:docChg>
  </pc:docChgLst>
  <pc:docChgLst>
    <pc:chgData name="Khumalo, Linda" userId="dec9ebdf-bb03-41b8-8be8-d403b092b381" providerId="ADAL" clId="{1F672A8F-2681-4F4F-9753-B5FB86B1EA26}"/>
    <pc:docChg chg="undo redo custSel addSld delSld modSld sldOrd">
      <pc:chgData name="Khumalo, Linda" userId="dec9ebdf-bb03-41b8-8be8-d403b092b381" providerId="ADAL" clId="{1F672A8F-2681-4F4F-9753-B5FB86B1EA26}" dt="2021-04-16T10:02:46.634" v="5254"/>
      <pc:docMkLst>
        <pc:docMk/>
      </pc:docMkLst>
      <pc:sldChg chg="addSp delSp modSp del mod">
        <pc:chgData name="Khumalo, Linda" userId="dec9ebdf-bb03-41b8-8be8-d403b092b381" providerId="ADAL" clId="{1F672A8F-2681-4F4F-9753-B5FB86B1EA26}" dt="2021-04-14T12:27:00.936" v="985" actId="47"/>
        <pc:sldMkLst>
          <pc:docMk/>
          <pc:sldMk cId="2790336000" sldId="499"/>
        </pc:sldMkLst>
        <pc:spChg chg="add del mod">
          <ac:chgData name="Khumalo, Linda" userId="dec9ebdf-bb03-41b8-8be8-d403b092b381" providerId="ADAL" clId="{1F672A8F-2681-4F4F-9753-B5FB86B1EA26}" dt="2021-04-14T12:06:32.957" v="164" actId="478"/>
          <ac:spMkLst>
            <pc:docMk/>
            <pc:sldMk cId="2790336000" sldId="499"/>
            <ac:spMk id="2" creationId="{6BC1CA2F-9EF6-4B84-86E4-DC196CB15C87}"/>
          </ac:spMkLst>
        </pc:spChg>
        <pc:spChg chg="mod">
          <ac:chgData name="Khumalo, Linda" userId="dec9ebdf-bb03-41b8-8be8-d403b092b381" providerId="ADAL" clId="{1F672A8F-2681-4F4F-9753-B5FB86B1EA26}" dt="2021-04-14T12:13:17.320" v="597" actId="20577"/>
          <ac:spMkLst>
            <pc:docMk/>
            <pc:sldMk cId="2790336000" sldId="499"/>
            <ac:spMk id="3"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4" creationId="{1F69B7E8-57F6-4FCE-889E-0DFF08507474}"/>
          </ac:spMkLst>
        </pc:spChg>
        <pc:spChg chg="mod topLvl">
          <ac:chgData name="Khumalo, Linda" userId="dec9ebdf-bb03-41b8-8be8-d403b092b381" providerId="ADAL" clId="{1F672A8F-2681-4F4F-9753-B5FB86B1EA26}" dt="2021-04-14T12:26:53.976" v="984" actId="165"/>
          <ac:spMkLst>
            <pc:docMk/>
            <pc:sldMk cId="2790336000" sldId="499"/>
            <ac:spMk id="5"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6"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7"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8" creationId="{00000000-0000-0000-0000-000000000000}"/>
          </ac:spMkLst>
        </pc:spChg>
        <pc:spChg chg="mod">
          <ac:chgData name="Khumalo, Linda" userId="dec9ebdf-bb03-41b8-8be8-d403b092b381" providerId="ADAL" clId="{1F672A8F-2681-4F4F-9753-B5FB86B1EA26}" dt="2021-04-14T12:25:07.075" v="942" actId="207"/>
          <ac:spMkLst>
            <pc:docMk/>
            <pc:sldMk cId="2790336000" sldId="499"/>
            <ac:spMk id="9" creationId="{2B1CC2AE-2FD4-4AED-85AB-C7B3521E2BB3}"/>
          </ac:spMkLst>
        </pc:spChg>
        <pc:spChg chg="mod">
          <ac:chgData name="Khumalo, Linda" userId="dec9ebdf-bb03-41b8-8be8-d403b092b381" providerId="ADAL" clId="{1F672A8F-2681-4F4F-9753-B5FB86B1EA26}" dt="2021-04-14T12:26:53.976" v="984" actId="165"/>
          <ac:spMkLst>
            <pc:docMk/>
            <pc:sldMk cId="2790336000" sldId="499"/>
            <ac:spMk id="10" creationId="{9569BFFC-B783-4382-9004-3DDFD92C09A5}"/>
          </ac:spMkLst>
        </pc:spChg>
        <pc:spChg chg="add mod">
          <ac:chgData name="Khumalo, Linda" userId="dec9ebdf-bb03-41b8-8be8-d403b092b381" providerId="ADAL" clId="{1F672A8F-2681-4F4F-9753-B5FB86B1EA26}" dt="2021-04-14T12:10:21.841" v="406" actId="20577"/>
          <ac:spMkLst>
            <pc:docMk/>
            <pc:sldMk cId="2790336000" sldId="499"/>
            <ac:spMk id="11" creationId="{28B54561-CAED-46DD-92B4-CD5629F37173}"/>
          </ac:spMkLst>
        </pc:spChg>
        <pc:spChg chg="mod">
          <ac:chgData name="Khumalo, Linda" userId="dec9ebdf-bb03-41b8-8be8-d403b092b381" providerId="ADAL" clId="{1F672A8F-2681-4F4F-9753-B5FB86B1EA26}" dt="2021-04-14T12:26:53.976" v="984" actId="165"/>
          <ac:spMkLst>
            <pc:docMk/>
            <pc:sldMk cId="2790336000" sldId="499"/>
            <ac:spMk id="12" creationId="{65AC9D80-81D1-4033-9D1D-E75AC8D73252}"/>
          </ac:spMkLst>
        </pc:spChg>
        <pc:spChg chg="mod">
          <ac:chgData name="Khumalo, Linda" userId="dec9ebdf-bb03-41b8-8be8-d403b092b381" providerId="ADAL" clId="{1F672A8F-2681-4F4F-9753-B5FB86B1EA26}" dt="2021-04-14T12:26:53.976" v="984" actId="165"/>
          <ac:spMkLst>
            <pc:docMk/>
            <pc:sldMk cId="2790336000" sldId="499"/>
            <ac:spMk id="13" creationId="{EED87981-092A-4858-93CB-8071248D7B7E}"/>
          </ac:spMkLst>
        </pc:spChg>
        <pc:spChg chg="mod topLvl">
          <ac:chgData name="Khumalo, Linda" userId="dec9ebdf-bb03-41b8-8be8-d403b092b381" providerId="ADAL" clId="{1F672A8F-2681-4F4F-9753-B5FB86B1EA26}" dt="2021-04-14T12:26:50.801" v="983" actId="165"/>
          <ac:spMkLst>
            <pc:docMk/>
            <pc:sldMk cId="2790336000" sldId="499"/>
            <ac:spMk id="14" creationId="{00000000-0000-0000-0000-000000000000}"/>
          </ac:spMkLst>
        </pc:spChg>
        <pc:spChg chg="mod topLvl">
          <ac:chgData name="Khumalo, Linda" userId="dec9ebdf-bb03-41b8-8be8-d403b092b381" providerId="ADAL" clId="{1F672A8F-2681-4F4F-9753-B5FB86B1EA26}" dt="2021-04-14T12:26:50.801" v="983" actId="165"/>
          <ac:spMkLst>
            <pc:docMk/>
            <pc:sldMk cId="2790336000" sldId="499"/>
            <ac:spMk id="15" creationId="{00000000-0000-0000-0000-000000000000}"/>
          </ac:spMkLst>
        </pc:spChg>
        <pc:spChg chg="mod topLvl">
          <ac:chgData name="Khumalo, Linda" userId="dec9ebdf-bb03-41b8-8be8-d403b092b381" providerId="ADAL" clId="{1F672A8F-2681-4F4F-9753-B5FB86B1EA26}" dt="2021-04-14T12:26:50.801" v="983" actId="165"/>
          <ac:spMkLst>
            <pc:docMk/>
            <pc:sldMk cId="2790336000" sldId="499"/>
            <ac:spMk id="16" creationId="{00000000-0000-0000-0000-000000000000}"/>
          </ac:spMkLst>
        </pc:spChg>
        <pc:spChg chg="mod topLvl">
          <ac:chgData name="Khumalo, Linda" userId="dec9ebdf-bb03-41b8-8be8-d403b092b381" providerId="ADAL" clId="{1F672A8F-2681-4F4F-9753-B5FB86B1EA26}" dt="2021-04-14T12:26:53.976" v="984" actId="165"/>
          <ac:spMkLst>
            <pc:docMk/>
            <pc:sldMk cId="2790336000" sldId="499"/>
            <ac:spMk id="18" creationId="{08A54291-C64D-48B3-9E72-C0231D2B2984}"/>
          </ac:spMkLst>
        </pc:spChg>
        <pc:spChg chg="mod topLvl">
          <ac:chgData name="Khumalo, Linda" userId="dec9ebdf-bb03-41b8-8be8-d403b092b381" providerId="ADAL" clId="{1F672A8F-2681-4F4F-9753-B5FB86B1EA26}" dt="2021-04-14T12:26:53.976" v="984" actId="165"/>
          <ac:spMkLst>
            <pc:docMk/>
            <pc:sldMk cId="2790336000" sldId="499"/>
            <ac:spMk id="19" creationId="{7B5CB603-8826-4938-8CE3-4A88D07713E3}"/>
          </ac:spMkLst>
        </pc:spChg>
        <pc:spChg chg="mod topLvl">
          <ac:chgData name="Khumalo, Linda" userId="dec9ebdf-bb03-41b8-8be8-d403b092b381" providerId="ADAL" clId="{1F672A8F-2681-4F4F-9753-B5FB86B1EA26}" dt="2021-04-14T12:26:53.976" v="984" actId="165"/>
          <ac:spMkLst>
            <pc:docMk/>
            <pc:sldMk cId="2790336000" sldId="499"/>
            <ac:spMk id="20" creationId="{F8C18DA1-7ACC-4909-9328-8E623E7ED1F7}"/>
          </ac:spMkLst>
        </pc:spChg>
        <pc:spChg chg="mod topLvl">
          <ac:chgData name="Khumalo, Linda" userId="dec9ebdf-bb03-41b8-8be8-d403b092b381" providerId="ADAL" clId="{1F672A8F-2681-4F4F-9753-B5FB86B1EA26}" dt="2021-04-14T12:26:53.976" v="984" actId="165"/>
          <ac:spMkLst>
            <pc:docMk/>
            <pc:sldMk cId="2790336000" sldId="499"/>
            <ac:spMk id="21" creationId="{8BCCED98-B507-4605-BF7D-BEA579D66EEC}"/>
          </ac:spMkLst>
        </pc:spChg>
        <pc:spChg chg="mod">
          <ac:chgData name="Khumalo, Linda" userId="dec9ebdf-bb03-41b8-8be8-d403b092b381" providerId="ADAL" clId="{1F672A8F-2681-4F4F-9753-B5FB86B1EA26}" dt="2021-04-14T12:26:27.412" v="981" actId="1076"/>
          <ac:spMkLst>
            <pc:docMk/>
            <pc:sldMk cId="2790336000" sldId="499"/>
            <ac:spMk id="22" creationId="{6E28F03B-F5E3-46E8-B797-AB14FD868EB9}"/>
          </ac:spMkLst>
        </pc:spChg>
        <pc:spChg chg="mod">
          <ac:chgData name="Khumalo, Linda" userId="dec9ebdf-bb03-41b8-8be8-d403b092b381" providerId="ADAL" clId="{1F672A8F-2681-4F4F-9753-B5FB86B1EA26}" dt="2021-04-14T12:26:53.976" v="984" actId="165"/>
          <ac:spMkLst>
            <pc:docMk/>
            <pc:sldMk cId="2790336000" sldId="499"/>
            <ac:spMk id="23" creationId="{897E4BF6-8952-4F01-829D-A781B22F5D78}"/>
          </ac:spMkLst>
        </pc:spChg>
        <pc:spChg chg="mod">
          <ac:chgData name="Khumalo, Linda" userId="dec9ebdf-bb03-41b8-8be8-d403b092b381" providerId="ADAL" clId="{1F672A8F-2681-4F4F-9753-B5FB86B1EA26}" dt="2021-04-14T12:26:50.801" v="983" actId="165"/>
          <ac:spMkLst>
            <pc:docMk/>
            <pc:sldMk cId="2790336000" sldId="499"/>
            <ac:spMk id="25" creationId="{30FD1A7E-6949-4E80-904C-55CB54EFD93A}"/>
          </ac:spMkLst>
        </pc:spChg>
        <pc:spChg chg="mod">
          <ac:chgData name="Khumalo, Linda" userId="dec9ebdf-bb03-41b8-8be8-d403b092b381" providerId="ADAL" clId="{1F672A8F-2681-4F4F-9753-B5FB86B1EA26}" dt="2021-04-14T12:09:55.067" v="376"/>
          <ac:spMkLst>
            <pc:docMk/>
            <pc:sldMk cId="2790336000" sldId="499"/>
            <ac:spMk id="26" creationId="{9A793883-70C3-45DB-B2A9-789153EEB6EA}"/>
          </ac:spMkLst>
        </pc:spChg>
        <pc:spChg chg="mod">
          <ac:chgData name="Khumalo, Linda" userId="dec9ebdf-bb03-41b8-8be8-d403b092b381" providerId="ADAL" clId="{1F672A8F-2681-4F4F-9753-B5FB86B1EA26}" dt="2021-04-14T12:26:50.801" v="983" actId="165"/>
          <ac:spMkLst>
            <pc:docMk/>
            <pc:sldMk cId="2790336000" sldId="499"/>
            <ac:spMk id="27" creationId="{72966451-3758-4719-8AC8-45C522F73B7A}"/>
          </ac:spMkLst>
        </pc:spChg>
        <pc:spChg chg="mod">
          <ac:chgData name="Khumalo, Linda" userId="dec9ebdf-bb03-41b8-8be8-d403b092b381" providerId="ADAL" clId="{1F672A8F-2681-4F4F-9753-B5FB86B1EA26}" dt="2021-04-14T12:26:50.801" v="983" actId="165"/>
          <ac:spMkLst>
            <pc:docMk/>
            <pc:sldMk cId="2790336000" sldId="499"/>
            <ac:spMk id="28" creationId="{55137C65-C73F-494D-AD7C-A2329C4AA50F}"/>
          </ac:spMkLst>
        </pc:spChg>
        <pc:spChg chg="mod">
          <ac:chgData name="Khumalo, Linda" userId="dec9ebdf-bb03-41b8-8be8-d403b092b381" providerId="ADAL" clId="{1F672A8F-2681-4F4F-9753-B5FB86B1EA26}" dt="2021-04-14T12:26:50.801" v="983" actId="165"/>
          <ac:spMkLst>
            <pc:docMk/>
            <pc:sldMk cId="2790336000" sldId="499"/>
            <ac:spMk id="29" creationId="{E0A99E60-0F97-4466-BE6E-ECE5A5BF73AE}"/>
          </ac:spMkLst>
        </pc:spChg>
        <pc:spChg chg="mod topLvl">
          <ac:chgData name="Khumalo, Linda" userId="dec9ebdf-bb03-41b8-8be8-d403b092b381" providerId="ADAL" clId="{1F672A8F-2681-4F4F-9753-B5FB86B1EA26}" dt="2021-04-14T12:26:53.976" v="984" actId="165"/>
          <ac:spMkLst>
            <pc:docMk/>
            <pc:sldMk cId="2790336000" sldId="499"/>
            <ac:spMk id="30" creationId="{79751498-E32B-4573-BA43-52EA5C0E3DB1}"/>
          </ac:spMkLst>
        </pc:spChg>
        <pc:spChg chg="mod topLvl">
          <ac:chgData name="Khumalo, Linda" userId="dec9ebdf-bb03-41b8-8be8-d403b092b381" providerId="ADAL" clId="{1F672A8F-2681-4F4F-9753-B5FB86B1EA26}" dt="2021-04-14T12:26:53.976" v="984" actId="165"/>
          <ac:spMkLst>
            <pc:docMk/>
            <pc:sldMk cId="2790336000" sldId="499"/>
            <ac:spMk id="31" creationId="{66A41E86-F67F-41EA-8C66-91787C5C445B}"/>
          </ac:spMkLst>
        </pc:spChg>
        <pc:spChg chg="mod topLvl">
          <ac:chgData name="Khumalo, Linda" userId="dec9ebdf-bb03-41b8-8be8-d403b092b381" providerId="ADAL" clId="{1F672A8F-2681-4F4F-9753-B5FB86B1EA26}" dt="2021-04-14T12:26:53.976" v="984" actId="165"/>
          <ac:spMkLst>
            <pc:docMk/>
            <pc:sldMk cId="2790336000" sldId="499"/>
            <ac:spMk id="32" creationId="{7F59939F-DAEE-4ED5-9DF6-54740F932954}"/>
          </ac:spMkLst>
        </pc:spChg>
        <pc:spChg chg="mod">
          <ac:chgData name="Khumalo, Linda" userId="dec9ebdf-bb03-41b8-8be8-d403b092b381" providerId="ADAL" clId="{1F672A8F-2681-4F4F-9753-B5FB86B1EA26}" dt="2021-04-14T12:26:53.976" v="984" actId="165"/>
          <ac:spMkLst>
            <pc:docMk/>
            <pc:sldMk cId="2790336000" sldId="499"/>
            <ac:spMk id="33" creationId="{01B114FE-E528-4D7E-A2F4-C2B46731D093}"/>
          </ac:spMkLst>
        </pc:spChg>
        <pc:spChg chg="mod">
          <ac:chgData name="Khumalo, Linda" userId="dec9ebdf-bb03-41b8-8be8-d403b092b381" providerId="ADAL" clId="{1F672A8F-2681-4F4F-9753-B5FB86B1EA26}" dt="2021-04-14T12:26:53.976" v="984" actId="165"/>
          <ac:spMkLst>
            <pc:docMk/>
            <pc:sldMk cId="2790336000" sldId="499"/>
            <ac:spMk id="35" creationId="{F63C0024-0C0D-4608-8915-C8EFC8CC0B66}"/>
          </ac:spMkLst>
        </pc:spChg>
        <pc:spChg chg="mod">
          <ac:chgData name="Khumalo, Linda" userId="dec9ebdf-bb03-41b8-8be8-d403b092b381" providerId="ADAL" clId="{1F672A8F-2681-4F4F-9753-B5FB86B1EA26}" dt="2021-04-14T12:26:50.801" v="983" actId="165"/>
          <ac:spMkLst>
            <pc:docMk/>
            <pc:sldMk cId="2790336000" sldId="499"/>
            <ac:spMk id="40" creationId="{D20B86C8-84E1-40B0-9A5A-2A09827C73C9}"/>
          </ac:spMkLst>
        </pc:spChg>
        <pc:spChg chg="mod">
          <ac:chgData name="Khumalo, Linda" userId="dec9ebdf-bb03-41b8-8be8-d403b092b381" providerId="ADAL" clId="{1F672A8F-2681-4F4F-9753-B5FB86B1EA26}" dt="2021-04-14T12:26:50.801" v="983" actId="165"/>
          <ac:spMkLst>
            <pc:docMk/>
            <pc:sldMk cId="2790336000" sldId="499"/>
            <ac:spMk id="41" creationId="{37B4452E-BFAF-4C0A-8637-1F2FBE70D033}"/>
          </ac:spMkLst>
        </pc:spChg>
        <pc:spChg chg="mod">
          <ac:chgData name="Khumalo, Linda" userId="dec9ebdf-bb03-41b8-8be8-d403b092b381" providerId="ADAL" clId="{1F672A8F-2681-4F4F-9753-B5FB86B1EA26}" dt="2021-04-14T12:26:50.801" v="983" actId="165"/>
          <ac:spMkLst>
            <pc:docMk/>
            <pc:sldMk cId="2790336000" sldId="499"/>
            <ac:spMk id="51" creationId="{FDB33309-CD37-439C-AB7F-CFEB3C6FB77C}"/>
          </ac:spMkLst>
        </pc:spChg>
        <pc:spChg chg="mod">
          <ac:chgData name="Khumalo, Linda" userId="dec9ebdf-bb03-41b8-8be8-d403b092b381" providerId="ADAL" clId="{1F672A8F-2681-4F4F-9753-B5FB86B1EA26}" dt="2021-04-14T12:26:50.801" v="983" actId="165"/>
          <ac:spMkLst>
            <pc:docMk/>
            <pc:sldMk cId="2790336000" sldId="499"/>
            <ac:spMk id="52" creationId="{A1DB2506-D739-48C2-801B-02FF0E527637}"/>
          </ac:spMkLst>
        </pc:spChg>
        <pc:spChg chg="mod">
          <ac:chgData name="Khumalo, Linda" userId="dec9ebdf-bb03-41b8-8be8-d403b092b381" providerId="ADAL" clId="{1F672A8F-2681-4F4F-9753-B5FB86B1EA26}" dt="2021-04-14T12:26:50.801" v="983" actId="165"/>
          <ac:spMkLst>
            <pc:docMk/>
            <pc:sldMk cId="2790336000" sldId="499"/>
            <ac:spMk id="53" creationId="{8AB52104-0ED8-49D5-BCA3-CBAFA0167A89}"/>
          </ac:spMkLst>
        </pc:spChg>
        <pc:spChg chg="mod">
          <ac:chgData name="Khumalo, Linda" userId="dec9ebdf-bb03-41b8-8be8-d403b092b381" providerId="ADAL" clId="{1F672A8F-2681-4F4F-9753-B5FB86B1EA26}" dt="2021-04-14T12:26:50.801" v="983" actId="165"/>
          <ac:spMkLst>
            <pc:docMk/>
            <pc:sldMk cId="2790336000" sldId="499"/>
            <ac:spMk id="54" creationId="{BE38CE14-8087-4288-B845-DB75609EF77E}"/>
          </ac:spMkLst>
        </pc:spChg>
        <pc:spChg chg="mod">
          <ac:chgData name="Khumalo, Linda" userId="dec9ebdf-bb03-41b8-8be8-d403b092b381" providerId="ADAL" clId="{1F672A8F-2681-4F4F-9753-B5FB86B1EA26}" dt="2021-04-14T12:26:50.801" v="983" actId="165"/>
          <ac:spMkLst>
            <pc:docMk/>
            <pc:sldMk cId="2790336000" sldId="499"/>
            <ac:spMk id="55" creationId="{C8CAB029-B503-471C-A84C-237990CD1ACA}"/>
          </ac:spMkLst>
        </pc:spChg>
        <pc:spChg chg="mod">
          <ac:chgData name="Khumalo, Linda" userId="dec9ebdf-bb03-41b8-8be8-d403b092b381" providerId="ADAL" clId="{1F672A8F-2681-4F4F-9753-B5FB86B1EA26}" dt="2021-04-14T12:26:50.801" v="983" actId="165"/>
          <ac:spMkLst>
            <pc:docMk/>
            <pc:sldMk cId="2790336000" sldId="499"/>
            <ac:spMk id="56" creationId="{070A5B50-0296-4A9C-813A-2C004B3909CD}"/>
          </ac:spMkLst>
        </pc:spChg>
        <pc:grpChg chg="add del mod">
          <ac:chgData name="Khumalo, Linda" userId="dec9ebdf-bb03-41b8-8be8-d403b092b381" providerId="ADAL" clId="{1F672A8F-2681-4F4F-9753-B5FB86B1EA26}" dt="2021-04-14T12:26:50.801" v="983" actId="165"/>
          <ac:grpSpMkLst>
            <pc:docMk/>
            <pc:sldMk cId="2790336000" sldId="499"/>
            <ac:grpSpMk id="17" creationId="{423DA1A3-A4BD-44E8-A294-A90D3BB04490}"/>
          </ac:grpSpMkLst>
        </pc:grpChg>
        <pc:grpChg chg="mod topLvl">
          <ac:chgData name="Khumalo, Linda" userId="dec9ebdf-bb03-41b8-8be8-d403b092b381" providerId="ADAL" clId="{1F672A8F-2681-4F4F-9753-B5FB86B1EA26}" dt="2021-04-14T12:26:53.976" v="984" actId="165"/>
          <ac:grpSpMkLst>
            <pc:docMk/>
            <pc:sldMk cId="2790336000" sldId="499"/>
            <ac:grpSpMk id="24" creationId="{5C3A4791-1053-47F9-89A1-7CACE98380D2}"/>
          </ac:grpSpMkLst>
        </pc:grpChg>
        <pc:grpChg chg="add del mod">
          <ac:chgData name="Khumalo, Linda" userId="dec9ebdf-bb03-41b8-8be8-d403b092b381" providerId="ADAL" clId="{1F672A8F-2681-4F4F-9753-B5FB86B1EA26}" dt="2021-04-14T12:26:53.976" v="984" actId="165"/>
          <ac:grpSpMkLst>
            <pc:docMk/>
            <pc:sldMk cId="2790336000" sldId="499"/>
            <ac:grpSpMk id="34" creationId="{E43BDE81-F7DB-4270-A914-1A3188666EF1}"/>
          </ac:grpSpMkLst>
        </pc:grpChg>
        <pc:grpChg chg="mod topLvl">
          <ac:chgData name="Khumalo, Linda" userId="dec9ebdf-bb03-41b8-8be8-d403b092b381" providerId="ADAL" clId="{1F672A8F-2681-4F4F-9753-B5FB86B1EA26}" dt="2021-04-14T12:26:50.801" v="983" actId="165"/>
          <ac:grpSpMkLst>
            <pc:docMk/>
            <pc:sldMk cId="2790336000" sldId="499"/>
            <ac:grpSpMk id="36" creationId="{1B52CA78-CEB5-4FA3-8ED9-2630FDD285E7}"/>
          </ac:grpSpMkLst>
        </pc:grpChg>
        <pc:grpChg chg="mod topLvl">
          <ac:chgData name="Khumalo, Linda" userId="dec9ebdf-bb03-41b8-8be8-d403b092b381" providerId="ADAL" clId="{1F672A8F-2681-4F4F-9753-B5FB86B1EA26}" dt="2021-04-14T12:26:50.801" v="983" actId="165"/>
          <ac:grpSpMkLst>
            <pc:docMk/>
            <pc:sldMk cId="2790336000" sldId="499"/>
            <ac:grpSpMk id="37" creationId="{DD52B49B-40CC-4C8B-93FA-44C599257CD1}"/>
          </ac:grpSpMkLst>
        </pc:grpChg>
        <pc:grpChg chg="mod topLvl">
          <ac:chgData name="Khumalo, Linda" userId="dec9ebdf-bb03-41b8-8be8-d403b092b381" providerId="ADAL" clId="{1F672A8F-2681-4F4F-9753-B5FB86B1EA26}" dt="2021-04-14T12:26:50.801" v="983" actId="165"/>
          <ac:grpSpMkLst>
            <pc:docMk/>
            <pc:sldMk cId="2790336000" sldId="499"/>
            <ac:grpSpMk id="42" creationId="{1328C73A-01F6-4E6D-A559-EF5F1455B260}"/>
          </ac:grpSpMkLst>
        </pc:grpChg>
        <pc:grpChg chg="mod topLvl">
          <ac:chgData name="Khumalo, Linda" userId="dec9ebdf-bb03-41b8-8be8-d403b092b381" providerId="ADAL" clId="{1F672A8F-2681-4F4F-9753-B5FB86B1EA26}" dt="2021-04-14T12:26:50.801" v="983" actId="165"/>
          <ac:grpSpMkLst>
            <pc:docMk/>
            <pc:sldMk cId="2790336000" sldId="499"/>
            <ac:grpSpMk id="50" creationId="{44D8A88F-9FCA-4C17-AADE-A75CB3CBF4E2}"/>
          </ac:grpSpMkLst>
        </pc:grpChg>
      </pc:sldChg>
      <pc:sldChg chg="addSp delSp modSp add del mod modTransition">
        <pc:chgData name="Khumalo, Linda" userId="dec9ebdf-bb03-41b8-8be8-d403b092b381" providerId="ADAL" clId="{1F672A8F-2681-4F4F-9753-B5FB86B1EA26}" dt="2021-04-15T14:22:49.715" v="2864" actId="2696"/>
        <pc:sldMkLst>
          <pc:docMk/>
          <pc:sldMk cId="2999611363" sldId="9602"/>
        </pc:sldMkLst>
        <pc:spChg chg="del">
          <ac:chgData name="Khumalo, Linda" userId="dec9ebdf-bb03-41b8-8be8-d403b092b381" providerId="ADAL" clId="{1F672A8F-2681-4F4F-9753-B5FB86B1EA26}" dt="2021-04-15T14:13:37.161" v="2834" actId="478"/>
          <ac:spMkLst>
            <pc:docMk/>
            <pc:sldMk cId="2999611363" sldId="9602"/>
            <ac:spMk id="2" creationId="{00000000-0000-0000-0000-000000000000}"/>
          </ac:spMkLst>
        </pc:spChg>
        <pc:spChg chg="mod">
          <ac:chgData name="Khumalo, Linda" userId="dec9ebdf-bb03-41b8-8be8-d403b092b381" providerId="ADAL" clId="{1F672A8F-2681-4F4F-9753-B5FB86B1EA26}" dt="2021-04-15T14:13:46.809" v="2837"/>
          <ac:spMkLst>
            <pc:docMk/>
            <pc:sldMk cId="2999611363" sldId="9602"/>
            <ac:spMk id="3" creationId="{00000000-0000-0000-0000-000000000000}"/>
          </ac:spMkLst>
        </pc:spChg>
        <pc:spChg chg="del">
          <ac:chgData name="Khumalo, Linda" userId="dec9ebdf-bb03-41b8-8be8-d403b092b381" providerId="ADAL" clId="{1F672A8F-2681-4F4F-9753-B5FB86B1EA26}" dt="2021-04-15T14:13:41.989" v="2835"/>
          <ac:spMkLst>
            <pc:docMk/>
            <pc:sldMk cId="2999611363" sldId="9602"/>
            <ac:spMk id="4" creationId="{00000000-0000-0000-0000-000000000000}"/>
          </ac:spMkLst>
        </pc:spChg>
        <pc:spChg chg="mod">
          <ac:chgData name="Khumalo, Linda" userId="dec9ebdf-bb03-41b8-8be8-d403b092b381" providerId="ADAL" clId="{1F672A8F-2681-4F4F-9753-B5FB86B1EA26}" dt="2021-04-15T14:13:04.126" v="2832" actId="408"/>
          <ac:spMkLst>
            <pc:docMk/>
            <pc:sldMk cId="2999611363" sldId="9602"/>
            <ac:spMk id="5" creationId="{CE2AFB03-EFBA-4AB1-B4B3-4733481BA34D}"/>
          </ac:spMkLst>
        </pc:spChg>
        <pc:spChg chg="mod">
          <ac:chgData name="Khumalo, Linda" userId="dec9ebdf-bb03-41b8-8be8-d403b092b381" providerId="ADAL" clId="{1F672A8F-2681-4F4F-9753-B5FB86B1EA26}" dt="2021-04-15T14:13:04.126" v="2832" actId="408"/>
          <ac:spMkLst>
            <pc:docMk/>
            <pc:sldMk cId="2999611363" sldId="9602"/>
            <ac:spMk id="6" creationId="{47E7BB30-36A4-4F4A-BAEE-D026EC75365C}"/>
          </ac:spMkLst>
        </pc:spChg>
        <pc:spChg chg="mod">
          <ac:chgData name="Khumalo, Linda" userId="dec9ebdf-bb03-41b8-8be8-d403b092b381" providerId="ADAL" clId="{1F672A8F-2681-4F4F-9753-B5FB86B1EA26}" dt="2021-04-15T14:13:04.126" v="2832" actId="408"/>
          <ac:spMkLst>
            <pc:docMk/>
            <pc:sldMk cId="2999611363" sldId="9602"/>
            <ac:spMk id="7"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8" creationId="{607EAE10-3A28-49C5-9706-8959B6A40503}"/>
          </ac:spMkLst>
        </pc:spChg>
        <pc:spChg chg="add del mod">
          <ac:chgData name="Khumalo, Linda" userId="dec9ebdf-bb03-41b8-8be8-d403b092b381" providerId="ADAL" clId="{1F672A8F-2681-4F4F-9753-B5FB86B1EA26}" dt="2021-04-15T14:13:44.650" v="2836" actId="478"/>
          <ac:spMkLst>
            <pc:docMk/>
            <pc:sldMk cId="2999611363" sldId="9602"/>
            <ac:spMk id="9" creationId="{777A9C71-22E5-4801-BD4D-5B5F477E9FC2}"/>
          </ac:spMkLst>
        </pc:spChg>
        <pc:spChg chg="add mod">
          <ac:chgData name="Khumalo, Linda" userId="dec9ebdf-bb03-41b8-8be8-d403b092b381" providerId="ADAL" clId="{1F672A8F-2681-4F4F-9753-B5FB86B1EA26}" dt="2021-04-15T14:13:41.989" v="2835"/>
          <ac:spMkLst>
            <pc:docMk/>
            <pc:sldMk cId="2999611363" sldId="9602"/>
            <ac:spMk id="10" creationId="{FA7A23C0-7CA8-4899-803D-0BD6D0EFF09C}"/>
          </ac:spMkLst>
        </pc:spChg>
        <pc:spChg chg="mod">
          <ac:chgData name="Khumalo, Linda" userId="dec9ebdf-bb03-41b8-8be8-d403b092b381" providerId="ADAL" clId="{1F672A8F-2681-4F4F-9753-B5FB86B1EA26}" dt="2021-04-15T14:13:04.126" v="2832" actId="408"/>
          <ac:spMkLst>
            <pc:docMk/>
            <pc:sldMk cId="2999611363" sldId="9602"/>
            <ac:spMk id="11" creationId="{CE2AFB03-EFBA-4AB1-B4B3-4733481BA34D}"/>
          </ac:spMkLst>
        </pc:spChg>
        <pc:spChg chg="mod">
          <ac:chgData name="Khumalo, Linda" userId="dec9ebdf-bb03-41b8-8be8-d403b092b381" providerId="ADAL" clId="{1F672A8F-2681-4F4F-9753-B5FB86B1EA26}" dt="2021-04-15T14:13:12.743" v="2833" actId="553"/>
          <ac:spMkLst>
            <pc:docMk/>
            <pc:sldMk cId="2999611363" sldId="9602"/>
            <ac:spMk id="12" creationId="{607EAE10-3A28-49C5-9706-8959B6A40503}"/>
          </ac:spMkLst>
        </pc:spChg>
        <pc:spChg chg="mod">
          <ac:chgData name="Khumalo, Linda" userId="dec9ebdf-bb03-41b8-8be8-d403b092b381" providerId="ADAL" clId="{1F672A8F-2681-4F4F-9753-B5FB86B1EA26}" dt="2021-04-15T14:16:16.590" v="2859" actId="113"/>
          <ac:spMkLst>
            <pc:docMk/>
            <pc:sldMk cId="2999611363" sldId="9602"/>
            <ac:spMk id="18"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19" creationId="{47E7BB30-36A4-4F4A-BAEE-D026EC75365C}"/>
          </ac:spMkLst>
        </pc:spChg>
        <pc:spChg chg="mod">
          <ac:chgData name="Khumalo, Linda" userId="dec9ebdf-bb03-41b8-8be8-d403b092b381" providerId="ADAL" clId="{1F672A8F-2681-4F4F-9753-B5FB86B1EA26}" dt="2021-04-15T14:21:21.031" v="2860"/>
          <ac:spMkLst>
            <pc:docMk/>
            <pc:sldMk cId="2999611363" sldId="9602"/>
            <ac:spMk id="20"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21"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22"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23"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24" creationId="{47E7BB30-36A4-4F4A-BAEE-D026EC75365C}"/>
          </ac:spMkLst>
        </pc:spChg>
        <pc:spChg chg="mod">
          <ac:chgData name="Khumalo, Linda" userId="dec9ebdf-bb03-41b8-8be8-d403b092b381" providerId="ADAL" clId="{1F672A8F-2681-4F4F-9753-B5FB86B1EA26}" dt="2021-04-15T14:21:27.684" v="2861"/>
          <ac:spMkLst>
            <pc:docMk/>
            <pc:sldMk cId="2999611363" sldId="9602"/>
            <ac:spMk id="25"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26"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27"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28"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29" creationId="{47E7BB30-36A4-4F4A-BAEE-D026EC75365C}"/>
          </ac:spMkLst>
        </pc:spChg>
        <pc:spChg chg="mod">
          <ac:chgData name="Khumalo, Linda" userId="dec9ebdf-bb03-41b8-8be8-d403b092b381" providerId="ADAL" clId="{1F672A8F-2681-4F4F-9753-B5FB86B1EA26}" dt="2021-04-15T14:21:38.295" v="2863" actId="20577"/>
          <ac:spMkLst>
            <pc:docMk/>
            <pc:sldMk cId="2999611363" sldId="9602"/>
            <ac:spMk id="30"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31"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32"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43"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44" creationId="{47E7BB30-36A4-4F4A-BAEE-D026EC75365C}"/>
          </ac:spMkLst>
        </pc:spChg>
        <pc:spChg chg="mod">
          <ac:chgData name="Khumalo, Linda" userId="dec9ebdf-bb03-41b8-8be8-d403b092b381" providerId="ADAL" clId="{1F672A8F-2681-4F4F-9753-B5FB86B1EA26}" dt="2021-04-15T14:11:34.239" v="2823" actId="553"/>
          <ac:spMkLst>
            <pc:docMk/>
            <pc:sldMk cId="2999611363" sldId="9602"/>
            <ac:spMk id="45"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46"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47"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49"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50" creationId="{47E7BB30-36A4-4F4A-BAEE-D026EC75365C}"/>
          </ac:spMkLst>
        </pc:spChg>
        <pc:spChg chg="mod">
          <ac:chgData name="Khumalo, Linda" userId="dec9ebdf-bb03-41b8-8be8-d403b092b381" providerId="ADAL" clId="{1F672A8F-2681-4F4F-9753-B5FB86B1EA26}" dt="2021-04-15T14:11:34.239" v="2823" actId="553"/>
          <ac:spMkLst>
            <pc:docMk/>
            <pc:sldMk cId="2999611363" sldId="9602"/>
            <ac:spMk id="51"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52"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53" creationId="{607EAE10-3A28-49C5-9706-8959B6A40503}"/>
          </ac:spMkLst>
        </pc:spChg>
        <pc:spChg chg="mod">
          <ac:chgData name="Khumalo, Linda" userId="dec9ebdf-bb03-41b8-8be8-d403b092b381" providerId="ADAL" clId="{1F672A8F-2681-4F4F-9753-B5FB86B1EA26}" dt="2021-04-15T14:16:07.210" v="2857" actId="465"/>
          <ac:spMkLst>
            <pc:docMk/>
            <pc:sldMk cId="2999611363" sldId="9602"/>
            <ac:spMk id="55" creationId="{CE2AFB03-EFBA-4AB1-B4B3-4733481BA34D}"/>
          </ac:spMkLst>
        </pc:spChg>
        <pc:spChg chg="mod">
          <ac:chgData name="Khumalo, Linda" userId="dec9ebdf-bb03-41b8-8be8-d403b092b381" providerId="ADAL" clId="{1F672A8F-2681-4F4F-9753-B5FB86B1EA26}" dt="2021-04-15T14:10:08.195" v="2809" actId="1076"/>
          <ac:spMkLst>
            <pc:docMk/>
            <pc:sldMk cId="2999611363" sldId="9602"/>
            <ac:spMk id="56" creationId="{47E7BB30-36A4-4F4A-BAEE-D026EC75365C}"/>
          </ac:spMkLst>
        </pc:spChg>
        <pc:spChg chg="mod">
          <ac:chgData name="Khumalo, Linda" userId="dec9ebdf-bb03-41b8-8be8-d403b092b381" providerId="ADAL" clId="{1F672A8F-2681-4F4F-9753-B5FB86B1EA26}" dt="2021-04-15T14:11:34.239" v="2823" actId="553"/>
          <ac:spMkLst>
            <pc:docMk/>
            <pc:sldMk cId="2999611363" sldId="9602"/>
            <ac:spMk id="57" creationId="{894966A1-4666-4BAF-BF16-9D8E3F5728A7}"/>
          </ac:spMkLst>
        </pc:spChg>
        <pc:spChg chg="del">
          <ac:chgData name="Khumalo, Linda" userId="dec9ebdf-bb03-41b8-8be8-d403b092b381" providerId="ADAL" clId="{1F672A8F-2681-4F4F-9753-B5FB86B1EA26}" dt="2021-04-15T14:09:51.295" v="2806" actId="478"/>
          <ac:spMkLst>
            <pc:docMk/>
            <pc:sldMk cId="2999611363" sldId="9602"/>
            <ac:spMk id="58" creationId="{607EAE10-3A28-49C5-9706-8959B6A40503}"/>
          </ac:spMkLst>
        </pc:spChg>
        <pc:spChg chg="mod">
          <ac:chgData name="Khumalo, Linda" userId="dec9ebdf-bb03-41b8-8be8-d403b092b381" providerId="ADAL" clId="{1F672A8F-2681-4F4F-9753-B5FB86B1EA26}" dt="2021-04-15T14:13:12.743" v="2833" actId="553"/>
          <ac:spMkLst>
            <pc:docMk/>
            <pc:sldMk cId="2999611363" sldId="9602"/>
            <ac:spMk id="59" creationId="{607EAE10-3A28-49C5-9706-8959B6A40503}"/>
          </ac:spMkLst>
        </pc:spChg>
        <pc:spChg chg="add mod">
          <ac:chgData name="Khumalo, Linda" userId="dec9ebdf-bb03-41b8-8be8-d403b092b381" providerId="ADAL" clId="{1F672A8F-2681-4F4F-9753-B5FB86B1EA26}" dt="2021-04-15T14:10:19.822" v="2812" actId="571"/>
          <ac:spMkLst>
            <pc:docMk/>
            <pc:sldMk cId="2999611363" sldId="9602"/>
            <ac:spMk id="66" creationId="{80B3A675-B82D-4D26-8EC6-C20C2102026F}"/>
          </ac:spMkLst>
        </pc:spChg>
        <pc:spChg chg="add mod">
          <ac:chgData name="Khumalo, Linda" userId="dec9ebdf-bb03-41b8-8be8-d403b092b381" providerId="ADAL" clId="{1F672A8F-2681-4F4F-9753-B5FB86B1EA26}" dt="2021-04-15T14:10:19.822" v="2812" actId="571"/>
          <ac:spMkLst>
            <pc:docMk/>
            <pc:sldMk cId="2999611363" sldId="9602"/>
            <ac:spMk id="72" creationId="{A35A110B-06B1-4922-94BD-23895551FE92}"/>
          </ac:spMkLst>
        </pc:spChg>
        <pc:spChg chg="add mod">
          <ac:chgData name="Khumalo, Linda" userId="dec9ebdf-bb03-41b8-8be8-d403b092b381" providerId="ADAL" clId="{1F672A8F-2681-4F4F-9753-B5FB86B1EA26}" dt="2021-04-15T14:10:19.822" v="2812" actId="571"/>
          <ac:spMkLst>
            <pc:docMk/>
            <pc:sldMk cId="2999611363" sldId="9602"/>
            <ac:spMk id="73" creationId="{7F2C146D-E826-4AE4-9431-70EEE93C3398}"/>
          </ac:spMkLst>
        </pc:spChg>
        <pc:spChg chg="add mod">
          <ac:chgData name="Khumalo, Linda" userId="dec9ebdf-bb03-41b8-8be8-d403b092b381" providerId="ADAL" clId="{1F672A8F-2681-4F4F-9753-B5FB86B1EA26}" dt="2021-04-15T14:10:19.822" v="2812" actId="571"/>
          <ac:spMkLst>
            <pc:docMk/>
            <pc:sldMk cId="2999611363" sldId="9602"/>
            <ac:spMk id="74" creationId="{A01AD236-9AA2-464F-ADF7-C1DDF5C201B6}"/>
          </ac:spMkLst>
        </pc:spChg>
        <pc:spChg chg="add mod">
          <ac:chgData name="Khumalo, Linda" userId="dec9ebdf-bb03-41b8-8be8-d403b092b381" providerId="ADAL" clId="{1F672A8F-2681-4F4F-9753-B5FB86B1EA26}" dt="2021-04-15T14:10:19.822" v="2812" actId="571"/>
          <ac:spMkLst>
            <pc:docMk/>
            <pc:sldMk cId="2999611363" sldId="9602"/>
            <ac:spMk id="75" creationId="{5D213153-4177-4F0B-AD60-1DC0CB288C40}"/>
          </ac:spMkLst>
        </pc:spChg>
        <pc:spChg chg="add mod">
          <ac:chgData name="Khumalo, Linda" userId="dec9ebdf-bb03-41b8-8be8-d403b092b381" providerId="ADAL" clId="{1F672A8F-2681-4F4F-9753-B5FB86B1EA26}" dt="2021-04-15T14:10:19.822" v="2812" actId="571"/>
          <ac:spMkLst>
            <pc:docMk/>
            <pc:sldMk cId="2999611363" sldId="9602"/>
            <ac:spMk id="76" creationId="{0DFA50D1-31DA-4A68-AEE4-AF546D8025E7}"/>
          </ac:spMkLst>
        </pc:spChg>
        <pc:spChg chg="add mod">
          <ac:chgData name="Khumalo, Linda" userId="dec9ebdf-bb03-41b8-8be8-d403b092b381" providerId="ADAL" clId="{1F672A8F-2681-4F4F-9753-B5FB86B1EA26}" dt="2021-04-15T14:10:19.822" v="2812" actId="571"/>
          <ac:spMkLst>
            <pc:docMk/>
            <pc:sldMk cId="2999611363" sldId="9602"/>
            <ac:spMk id="77" creationId="{EE7D0BAA-5E05-4D76-B26F-0F86375CE89D}"/>
          </ac:spMkLst>
        </pc:spChg>
        <pc:spChg chg="add mod">
          <ac:chgData name="Khumalo, Linda" userId="dec9ebdf-bb03-41b8-8be8-d403b092b381" providerId="ADAL" clId="{1F672A8F-2681-4F4F-9753-B5FB86B1EA26}" dt="2021-04-15T14:10:19.822" v="2812" actId="571"/>
          <ac:spMkLst>
            <pc:docMk/>
            <pc:sldMk cId="2999611363" sldId="9602"/>
            <ac:spMk id="78" creationId="{1A23E231-84E7-44AA-A422-5A02D5953D41}"/>
          </ac:spMkLst>
        </pc:spChg>
        <pc:spChg chg="add mod">
          <ac:chgData name="Khumalo, Linda" userId="dec9ebdf-bb03-41b8-8be8-d403b092b381" providerId="ADAL" clId="{1F672A8F-2681-4F4F-9753-B5FB86B1EA26}" dt="2021-04-15T14:11:04.991" v="2817" actId="571"/>
          <ac:spMkLst>
            <pc:docMk/>
            <pc:sldMk cId="2999611363" sldId="9602"/>
            <ac:spMk id="80" creationId="{38B8F6B2-F733-4EAB-80A8-30D0FDBB9602}"/>
          </ac:spMkLst>
        </pc:spChg>
        <pc:spChg chg="mod">
          <ac:chgData name="Khumalo, Linda" userId="dec9ebdf-bb03-41b8-8be8-d403b092b381" providerId="ADAL" clId="{1F672A8F-2681-4F4F-9753-B5FB86B1EA26}" dt="2021-04-15T14:16:07.210" v="2857" actId="465"/>
          <ac:spMkLst>
            <pc:docMk/>
            <pc:sldMk cId="2999611363" sldId="9602"/>
            <ac:spMk id="84" creationId="{CE2AFB03-EFBA-4AB1-B4B3-4733481BA34D}"/>
          </ac:spMkLst>
        </pc:spChg>
        <pc:spChg chg="mod">
          <ac:chgData name="Khumalo, Linda" userId="dec9ebdf-bb03-41b8-8be8-d403b092b381" providerId="ADAL" clId="{1F672A8F-2681-4F4F-9753-B5FB86B1EA26}" dt="2021-04-15T14:16:07.210" v="2857" actId="465"/>
          <ac:spMkLst>
            <pc:docMk/>
            <pc:sldMk cId="2999611363" sldId="9602"/>
            <ac:spMk id="85" creationId="{CE2AFB03-EFBA-4AB1-B4B3-4733481BA34D}"/>
          </ac:spMkLst>
        </pc:spChg>
        <pc:spChg chg="mod">
          <ac:chgData name="Khumalo, Linda" userId="dec9ebdf-bb03-41b8-8be8-d403b092b381" providerId="ADAL" clId="{1F672A8F-2681-4F4F-9753-B5FB86B1EA26}" dt="2021-04-15T14:11:34.239" v="2823" actId="553"/>
          <ac:spMkLst>
            <pc:docMk/>
            <pc:sldMk cId="2999611363" sldId="9602"/>
            <ac:spMk id="86" creationId="{CE2AFB03-EFBA-4AB1-B4B3-4733481BA34D}"/>
          </ac:spMkLst>
        </pc:spChg>
        <pc:spChg chg="del">
          <ac:chgData name="Khumalo, Linda" userId="dec9ebdf-bb03-41b8-8be8-d403b092b381" providerId="ADAL" clId="{1F672A8F-2681-4F4F-9753-B5FB86B1EA26}" dt="2021-04-15T14:09:51.295" v="2806" actId="478"/>
          <ac:spMkLst>
            <pc:docMk/>
            <pc:sldMk cId="2999611363" sldId="9602"/>
            <ac:spMk id="87" creationId="{47E7BB30-36A4-4F4A-BAEE-D026EC75365C}"/>
          </ac:spMkLst>
        </pc:spChg>
        <pc:spChg chg="mod">
          <ac:chgData name="Khumalo, Linda" userId="dec9ebdf-bb03-41b8-8be8-d403b092b381" providerId="ADAL" clId="{1F672A8F-2681-4F4F-9753-B5FB86B1EA26}" dt="2021-04-15T14:10:08.195" v="2809" actId="1076"/>
          <ac:spMkLst>
            <pc:docMk/>
            <pc:sldMk cId="2999611363" sldId="9602"/>
            <ac:spMk id="88" creationId="{894966A1-4666-4BAF-BF16-9D8E3F5728A7}"/>
          </ac:spMkLst>
        </pc:spChg>
        <pc:spChg chg="mod">
          <ac:chgData name="Khumalo, Linda" userId="dec9ebdf-bb03-41b8-8be8-d403b092b381" providerId="ADAL" clId="{1F672A8F-2681-4F4F-9753-B5FB86B1EA26}" dt="2021-04-15T14:13:12.743" v="2833" actId="553"/>
          <ac:spMkLst>
            <pc:docMk/>
            <pc:sldMk cId="2999611363" sldId="9602"/>
            <ac:spMk id="89" creationId="{607EAE10-3A28-49C5-9706-8959B6A40503}"/>
          </ac:spMkLst>
        </pc:spChg>
        <pc:spChg chg="mod">
          <ac:chgData name="Khumalo, Linda" userId="dec9ebdf-bb03-41b8-8be8-d403b092b381" providerId="ADAL" clId="{1F672A8F-2681-4F4F-9753-B5FB86B1EA26}" dt="2021-04-15T14:11:34.239" v="2823" actId="553"/>
          <ac:spMkLst>
            <pc:docMk/>
            <pc:sldMk cId="2999611363" sldId="9602"/>
            <ac:spMk id="90" creationId="{CE2AFB03-EFBA-4AB1-B4B3-4733481BA34D}"/>
          </ac:spMkLst>
        </pc:spChg>
        <pc:spChg chg="del">
          <ac:chgData name="Khumalo, Linda" userId="dec9ebdf-bb03-41b8-8be8-d403b092b381" providerId="ADAL" clId="{1F672A8F-2681-4F4F-9753-B5FB86B1EA26}" dt="2021-04-15T14:09:51.295" v="2806" actId="478"/>
          <ac:spMkLst>
            <pc:docMk/>
            <pc:sldMk cId="2999611363" sldId="9602"/>
            <ac:spMk id="91" creationId="{47E7BB30-36A4-4F4A-BAEE-D026EC75365C}"/>
          </ac:spMkLst>
        </pc:spChg>
        <pc:spChg chg="mod">
          <ac:chgData name="Khumalo, Linda" userId="dec9ebdf-bb03-41b8-8be8-d403b092b381" providerId="ADAL" clId="{1F672A8F-2681-4F4F-9753-B5FB86B1EA26}" dt="2021-04-15T14:10:08.195" v="2809" actId="1076"/>
          <ac:spMkLst>
            <pc:docMk/>
            <pc:sldMk cId="2999611363" sldId="9602"/>
            <ac:spMk id="92" creationId="{894966A1-4666-4BAF-BF16-9D8E3F5728A7}"/>
          </ac:spMkLst>
        </pc:spChg>
        <pc:spChg chg="mod">
          <ac:chgData name="Khumalo, Linda" userId="dec9ebdf-bb03-41b8-8be8-d403b092b381" providerId="ADAL" clId="{1F672A8F-2681-4F4F-9753-B5FB86B1EA26}" dt="2021-04-15T14:13:12.743" v="2833" actId="553"/>
          <ac:spMkLst>
            <pc:docMk/>
            <pc:sldMk cId="2999611363" sldId="9602"/>
            <ac:spMk id="93" creationId="{607EAE10-3A28-49C5-9706-8959B6A40503}"/>
          </ac:spMkLst>
        </pc:spChg>
        <pc:spChg chg="add mod">
          <ac:chgData name="Khumalo, Linda" userId="dec9ebdf-bb03-41b8-8be8-d403b092b381" providerId="ADAL" clId="{1F672A8F-2681-4F4F-9753-B5FB86B1EA26}" dt="2021-04-15T14:11:04.991" v="2817" actId="571"/>
          <ac:spMkLst>
            <pc:docMk/>
            <pc:sldMk cId="2999611363" sldId="9602"/>
            <ac:spMk id="97" creationId="{FD500618-D797-43B2-BF8E-FC6035B1203E}"/>
          </ac:spMkLst>
        </pc:spChg>
        <pc:spChg chg="add mod">
          <ac:chgData name="Khumalo, Linda" userId="dec9ebdf-bb03-41b8-8be8-d403b092b381" providerId="ADAL" clId="{1F672A8F-2681-4F4F-9753-B5FB86B1EA26}" dt="2021-04-15T14:11:04.991" v="2817" actId="571"/>
          <ac:spMkLst>
            <pc:docMk/>
            <pc:sldMk cId="2999611363" sldId="9602"/>
            <ac:spMk id="98" creationId="{363E5B3D-90C8-4466-8AF4-75ADE1533853}"/>
          </ac:spMkLst>
        </pc:spChg>
        <pc:spChg chg="add mod">
          <ac:chgData name="Khumalo, Linda" userId="dec9ebdf-bb03-41b8-8be8-d403b092b381" providerId="ADAL" clId="{1F672A8F-2681-4F4F-9753-B5FB86B1EA26}" dt="2021-04-15T14:11:04.991" v="2817" actId="571"/>
          <ac:spMkLst>
            <pc:docMk/>
            <pc:sldMk cId="2999611363" sldId="9602"/>
            <ac:spMk id="99" creationId="{2803FBF1-1767-40AE-B771-01ED05DFE901}"/>
          </ac:spMkLst>
        </pc:spChg>
        <pc:spChg chg="add mod">
          <ac:chgData name="Khumalo, Linda" userId="dec9ebdf-bb03-41b8-8be8-d403b092b381" providerId="ADAL" clId="{1F672A8F-2681-4F4F-9753-B5FB86B1EA26}" dt="2021-04-15T14:11:04.991" v="2817" actId="571"/>
          <ac:spMkLst>
            <pc:docMk/>
            <pc:sldMk cId="2999611363" sldId="9602"/>
            <ac:spMk id="100" creationId="{8653699B-9780-4AEE-87B4-516E937E3129}"/>
          </ac:spMkLst>
        </pc:spChg>
        <pc:spChg chg="add mod">
          <ac:chgData name="Khumalo, Linda" userId="dec9ebdf-bb03-41b8-8be8-d403b092b381" providerId="ADAL" clId="{1F672A8F-2681-4F4F-9753-B5FB86B1EA26}" dt="2021-04-15T14:11:04.991" v="2817" actId="571"/>
          <ac:spMkLst>
            <pc:docMk/>
            <pc:sldMk cId="2999611363" sldId="9602"/>
            <ac:spMk id="101" creationId="{16F275B9-49CC-479E-93F1-18DD545C540B}"/>
          </ac:spMkLst>
        </pc:spChg>
        <pc:spChg chg="add mod">
          <ac:chgData name="Khumalo, Linda" userId="dec9ebdf-bb03-41b8-8be8-d403b092b381" providerId="ADAL" clId="{1F672A8F-2681-4F4F-9753-B5FB86B1EA26}" dt="2021-04-15T14:11:04.991" v="2817" actId="571"/>
          <ac:spMkLst>
            <pc:docMk/>
            <pc:sldMk cId="2999611363" sldId="9602"/>
            <ac:spMk id="102" creationId="{B7778D43-7538-4D5A-BEB6-65585897B943}"/>
          </ac:spMkLst>
        </pc:spChg>
        <pc:spChg chg="add mod">
          <ac:chgData name="Khumalo, Linda" userId="dec9ebdf-bb03-41b8-8be8-d403b092b381" providerId="ADAL" clId="{1F672A8F-2681-4F4F-9753-B5FB86B1EA26}" dt="2021-04-15T14:11:20.308" v="2821" actId="571"/>
          <ac:spMkLst>
            <pc:docMk/>
            <pc:sldMk cId="2999611363" sldId="9602"/>
            <ac:spMk id="103" creationId="{714A4FC6-4220-424E-BBDE-A4946C8CEA99}"/>
          </ac:spMkLst>
        </pc:spChg>
        <pc:spChg chg="add mod">
          <ac:chgData name="Khumalo, Linda" userId="dec9ebdf-bb03-41b8-8be8-d403b092b381" providerId="ADAL" clId="{1F672A8F-2681-4F4F-9753-B5FB86B1EA26}" dt="2021-04-15T14:11:20.308" v="2821" actId="571"/>
          <ac:spMkLst>
            <pc:docMk/>
            <pc:sldMk cId="2999611363" sldId="9602"/>
            <ac:spMk id="104" creationId="{C1878BA9-4F3D-4920-8C98-D57EDE3597F3}"/>
          </ac:spMkLst>
        </pc:spChg>
        <pc:spChg chg="add mod">
          <ac:chgData name="Khumalo, Linda" userId="dec9ebdf-bb03-41b8-8be8-d403b092b381" providerId="ADAL" clId="{1F672A8F-2681-4F4F-9753-B5FB86B1EA26}" dt="2021-04-15T14:11:20.308" v="2821" actId="571"/>
          <ac:spMkLst>
            <pc:docMk/>
            <pc:sldMk cId="2999611363" sldId="9602"/>
            <ac:spMk id="105" creationId="{2FA08AC5-57A4-4BAD-87A4-23F9129FF63C}"/>
          </ac:spMkLst>
        </pc:spChg>
        <pc:spChg chg="add mod">
          <ac:chgData name="Khumalo, Linda" userId="dec9ebdf-bb03-41b8-8be8-d403b092b381" providerId="ADAL" clId="{1F672A8F-2681-4F4F-9753-B5FB86B1EA26}" dt="2021-04-15T14:11:20.308" v="2821" actId="571"/>
          <ac:spMkLst>
            <pc:docMk/>
            <pc:sldMk cId="2999611363" sldId="9602"/>
            <ac:spMk id="106" creationId="{6238D485-65B6-481C-9B3F-B6D09835732B}"/>
          </ac:spMkLst>
        </pc:spChg>
        <pc:spChg chg="add mod">
          <ac:chgData name="Khumalo, Linda" userId="dec9ebdf-bb03-41b8-8be8-d403b092b381" providerId="ADAL" clId="{1F672A8F-2681-4F4F-9753-B5FB86B1EA26}" dt="2021-04-15T14:11:41.744" v="2825" actId="571"/>
          <ac:spMkLst>
            <pc:docMk/>
            <pc:sldMk cId="2999611363" sldId="9602"/>
            <ac:spMk id="107" creationId="{BDBE7B97-3059-4673-9242-51B5B3EC7B4A}"/>
          </ac:spMkLst>
        </pc:spChg>
        <pc:spChg chg="add mod">
          <ac:chgData name="Khumalo, Linda" userId="dec9ebdf-bb03-41b8-8be8-d403b092b381" providerId="ADAL" clId="{1F672A8F-2681-4F4F-9753-B5FB86B1EA26}" dt="2021-04-15T14:11:41.744" v="2825" actId="571"/>
          <ac:spMkLst>
            <pc:docMk/>
            <pc:sldMk cId="2999611363" sldId="9602"/>
            <ac:spMk id="108" creationId="{DC9F9D65-578C-428D-86AE-31014F011C80}"/>
          </ac:spMkLst>
        </pc:spChg>
        <pc:spChg chg="add mod">
          <ac:chgData name="Khumalo, Linda" userId="dec9ebdf-bb03-41b8-8be8-d403b092b381" providerId="ADAL" clId="{1F672A8F-2681-4F4F-9753-B5FB86B1EA26}" dt="2021-04-15T14:11:50.777" v="2830" actId="571"/>
          <ac:spMkLst>
            <pc:docMk/>
            <pc:sldMk cId="2999611363" sldId="9602"/>
            <ac:spMk id="109" creationId="{07908B4F-0683-426A-8448-58F78CC9E195}"/>
          </ac:spMkLst>
        </pc:spChg>
        <pc:spChg chg="add mod">
          <ac:chgData name="Khumalo, Linda" userId="dec9ebdf-bb03-41b8-8be8-d403b092b381" providerId="ADAL" clId="{1F672A8F-2681-4F4F-9753-B5FB86B1EA26}" dt="2021-04-15T14:11:50.777" v="2830" actId="571"/>
          <ac:spMkLst>
            <pc:docMk/>
            <pc:sldMk cId="2999611363" sldId="9602"/>
            <ac:spMk id="110" creationId="{E3B59B1A-8FAD-403E-8C92-8BDEEA37F48C}"/>
          </ac:spMkLst>
        </pc:spChg>
        <pc:spChg chg="add mod">
          <ac:chgData name="Khumalo, Linda" userId="dec9ebdf-bb03-41b8-8be8-d403b092b381" providerId="ADAL" clId="{1F672A8F-2681-4F4F-9753-B5FB86B1EA26}" dt="2021-04-15T14:11:50.777" v="2830" actId="571"/>
          <ac:spMkLst>
            <pc:docMk/>
            <pc:sldMk cId="2999611363" sldId="9602"/>
            <ac:spMk id="111" creationId="{0BEE73DB-2358-406E-9AEF-9F7ADE1A56F1}"/>
          </ac:spMkLst>
        </pc:spChg>
        <pc:spChg chg="add mod">
          <ac:chgData name="Khumalo, Linda" userId="dec9ebdf-bb03-41b8-8be8-d403b092b381" providerId="ADAL" clId="{1F672A8F-2681-4F4F-9753-B5FB86B1EA26}" dt="2021-04-15T14:11:50.777" v="2830" actId="571"/>
          <ac:spMkLst>
            <pc:docMk/>
            <pc:sldMk cId="2999611363" sldId="9602"/>
            <ac:spMk id="112" creationId="{26A18FEB-5FFA-4D3D-BCA6-53A9416AF4EA}"/>
          </ac:spMkLst>
        </pc:spChg>
        <pc:spChg chg="add mod">
          <ac:chgData name="Khumalo, Linda" userId="dec9ebdf-bb03-41b8-8be8-d403b092b381" providerId="ADAL" clId="{1F672A8F-2681-4F4F-9753-B5FB86B1EA26}" dt="2021-04-15T14:11:50.777" v="2830" actId="571"/>
          <ac:spMkLst>
            <pc:docMk/>
            <pc:sldMk cId="2999611363" sldId="9602"/>
            <ac:spMk id="113" creationId="{DE4A15CC-5786-45F4-94A8-2EF8202AB8C9}"/>
          </ac:spMkLst>
        </pc:spChg>
        <pc:spChg chg="add mod">
          <ac:chgData name="Khumalo, Linda" userId="dec9ebdf-bb03-41b8-8be8-d403b092b381" providerId="ADAL" clId="{1F672A8F-2681-4F4F-9753-B5FB86B1EA26}" dt="2021-04-15T14:11:50.777" v="2830" actId="571"/>
          <ac:spMkLst>
            <pc:docMk/>
            <pc:sldMk cId="2999611363" sldId="9602"/>
            <ac:spMk id="114" creationId="{97FAE98D-B94B-4655-8132-D7168BE2C745}"/>
          </ac:spMkLst>
        </pc:spChg>
        <pc:spChg chg="add mod">
          <ac:chgData name="Khumalo, Linda" userId="dec9ebdf-bb03-41b8-8be8-d403b092b381" providerId="ADAL" clId="{1F672A8F-2681-4F4F-9753-B5FB86B1EA26}" dt="2021-04-15T14:11:50.777" v="2830" actId="571"/>
          <ac:spMkLst>
            <pc:docMk/>
            <pc:sldMk cId="2999611363" sldId="9602"/>
            <ac:spMk id="115" creationId="{6A32BCD7-B562-4990-83F1-60EC42560882}"/>
          </ac:spMkLst>
        </pc:spChg>
        <pc:spChg chg="add mod">
          <ac:chgData name="Khumalo, Linda" userId="dec9ebdf-bb03-41b8-8be8-d403b092b381" providerId="ADAL" clId="{1F672A8F-2681-4F4F-9753-B5FB86B1EA26}" dt="2021-04-15T14:11:50.777" v="2830" actId="571"/>
          <ac:spMkLst>
            <pc:docMk/>
            <pc:sldMk cId="2999611363" sldId="9602"/>
            <ac:spMk id="116" creationId="{469ACAAA-984B-4B7E-BF5D-191EE565E41A}"/>
          </ac:spMkLst>
        </pc:spChg>
        <pc:spChg chg="add mod">
          <ac:chgData name="Khumalo, Linda" userId="dec9ebdf-bb03-41b8-8be8-d403b092b381" providerId="ADAL" clId="{1F672A8F-2681-4F4F-9753-B5FB86B1EA26}" dt="2021-04-15T14:16:07.210" v="2857" actId="465"/>
          <ac:spMkLst>
            <pc:docMk/>
            <pc:sldMk cId="2999611363" sldId="9602"/>
            <ac:spMk id="117" creationId="{58A48689-38D4-43A1-99CB-F517EB93CCAF}"/>
          </ac:spMkLst>
        </pc:spChg>
      </pc:sldChg>
      <pc:sldChg chg="addSp delSp modSp del mod ord">
        <pc:chgData name="Khumalo, Linda" userId="dec9ebdf-bb03-41b8-8be8-d403b092b381" providerId="ADAL" clId="{1F672A8F-2681-4F4F-9753-B5FB86B1EA26}" dt="2021-04-15T12:35:08.347" v="1893" actId="2696"/>
        <pc:sldMkLst>
          <pc:docMk/>
          <pc:sldMk cId="583870688" sldId="10112"/>
        </pc:sldMkLst>
        <pc:spChg chg="mod">
          <ac:chgData name="Khumalo, Linda" userId="dec9ebdf-bb03-41b8-8be8-d403b092b381" providerId="ADAL" clId="{1F672A8F-2681-4F4F-9753-B5FB86B1EA26}" dt="2021-04-14T12:13:45.567" v="602" actId="20577"/>
          <ac:spMkLst>
            <pc:docMk/>
            <pc:sldMk cId="583870688" sldId="10112"/>
            <ac:spMk id="2" creationId="{8527156C-A1B0-47D4-AB7D-0399A0B725DE}"/>
          </ac:spMkLst>
        </pc:spChg>
        <pc:spChg chg="mod">
          <ac:chgData name="Khumalo, Linda" userId="dec9ebdf-bb03-41b8-8be8-d403b092b381" providerId="ADAL" clId="{1F672A8F-2681-4F4F-9753-B5FB86B1EA26}" dt="2021-04-14T12:10:45.794" v="436"/>
          <ac:spMkLst>
            <pc:docMk/>
            <pc:sldMk cId="583870688" sldId="10112"/>
            <ac:spMk id="3" creationId="{BB071715-49D6-406C-8CE0-F8F2E9649F51}"/>
          </ac:spMkLst>
        </pc:spChg>
        <pc:spChg chg="add del mod">
          <ac:chgData name="Khumalo, Linda" userId="dec9ebdf-bb03-41b8-8be8-d403b092b381" providerId="ADAL" clId="{1F672A8F-2681-4F4F-9753-B5FB86B1EA26}" dt="2021-04-14T12:06:41.410" v="166" actId="478"/>
          <ac:spMkLst>
            <pc:docMk/>
            <pc:sldMk cId="583870688" sldId="10112"/>
            <ac:spMk id="4" creationId="{44B769E5-B63D-4544-B66E-3F63473F61BF}"/>
          </ac:spMkLst>
        </pc:spChg>
        <pc:spChg chg="add mod">
          <ac:chgData name="Khumalo, Linda" userId="dec9ebdf-bb03-41b8-8be8-d403b092b381" providerId="ADAL" clId="{1F672A8F-2681-4F4F-9753-B5FB86B1EA26}" dt="2021-04-14T12:10:53.230" v="462" actId="20577"/>
          <ac:spMkLst>
            <pc:docMk/>
            <pc:sldMk cId="583870688" sldId="10112"/>
            <ac:spMk id="5" creationId="{99109D65-8F49-421E-AE4C-D21408159185}"/>
          </ac:spMkLst>
        </pc:spChg>
        <pc:spChg chg="del mod">
          <ac:chgData name="Khumalo, Linda" userId="dec9ebdf-bb03-41b8-8be8-d403b092b381" providerId="ADAL" clId="{1F672A8F-2681-4F4F-9753-B5FB86B1EA26}" dt="2021-04-15T12:34:45.196" v="1888" actId="21"/>
          <ac:spMkLst>
            <pc:docMk/>
            <pc:sldMk cId="583870688" sldId="10112"/>
            <ac:spMk id="153" creationId="{42C0DD01-07F1-4C3F-B169-8137BA113C84}"/>
          </ac:spMkLst>
        </pc:spChg>
        <pc:spChg chg="del mod">
          <ac:chgData name="Khumalo, Linda" userId="dec9ebdf-bb03-41b8-8be8-d403b092b381" providerId="ADAL" clId="{1F672A8F-2681-4F4F-9753-B5FB86B1EA26}" dt="2021-04-15T12:35:02.756" v="1891" actId="478"/>
          <ac:spMkLst>
            <pc:docMk/>
            <pc:sldMk cId="583870688" sldId="10112"/>
            <ac:spMk id="154" creationId="{A9A7A465-F186-4FBD-8008-D30B96B4078C}"/>
          </ac:spMkLst>
        </pc:spChg>
        <pc:spChg chg="del">
          <ac:chgData name="Khumalo, Linda" userId="dec9ebdf-bb03-41b8-8be8-d403b092b381" providerId="ADAL" clId="{1F672A8F-2681-4F4F-9753-B5FB86B1EA26}" dt="2021-04-15T12:35:02.756" v="1891" actId="478"/>
          <ac:spMkLst>
            <pc:docMk/>
            <pc:sldMk cId="583870688" sldId="10112"/>
            <ac:spMk id="172" creationId="{FB22BBD6-BD86-4E52-B6A1-86751856A9F3}"/>
          </ac:spMkLst>
        </pc:spChg>
        <pc:spChg chg="del">
          <ac:chgData name="Khumalo, Linda" userId="dec9ebdf-bb03-41b8-8be8-d403b092b381" providerId="ADAL" clId="{1F672A8F-2681-4F4F-9753-B5FB86B1EA26}" dt="2021-04-15T12:35:02.756" v="1891" actId="478"/>
          <ac:spMkLst>
            <pc:docMk/>
            <pc:sldMk cId="583870688" sldId="10112"/>
            <ac:spMk id="174" creationId="{F8101C57-4042-4D5B-A302-28A45960D3D8}"/>
          </ac:spMkLst>
        </pc:spChg>
        <pc:spChg chg="del">
          <ac:chgData name="Khumalo, Linda" userId="dec9ebdf-bb03-41b8-8be8-d403b092b381" providerId="ADAL" clId="{1F672A8F-2681-4F4F-9753-B5FB86B1EA26}" dt="2021-04-15T12:35:04.974" v="1892" actId="478"/>
          <ac:spMkLst>
            <pc:docMk/>
            <pc:sldMk cId="583870688" sldId="10112"/>
            <ac:spMk id="175" creationId="{0D8C444A-1966-461A-A65D-E7296C4C6414}"/>
          </ac:spMkLst>
        </pc:spChg>
        <pc:grpChg chg="del">
          <ac:chgData name="Khumalo, Linda" userId="dec9ebdf-bb03-41b8-8be8-d403b092b381" providerId="ADAL" clId="{1F672A8F-2681-4F4F-9753-B5FB86B1EA26}" dt="2021-04-15T12:35:02.756" v="1891" actId="478"/>
          <ac:grpSpMkLst>
            <pc:docMk/>
            <pc:sldMk cId="583870688" sldId="10112"/>
            <ac:grpSpMk id="11" creationId="{889D6AB4-84FD-43C2-91AF-5A463E62AF3C}"/>
          </ac:grpSpMkLst>
        </pc:grpChg>
        <pc:cxnChg chg="mod">
          <ac:chgData name="Khumalo, Linda" userId="dec9ebdf-bb03-41b8-8be8-d403b092b381" providerId="ADAL" clId="{1F672A8F-2681-4F4F-9753-B5FB86B1EA26}" dt="2021-04-15T12:35:02.756" v="1891" actId="478"/>
          <ac:cxnSpMkLst>
            <pc:docMk/>
            <pc:sldMk cId="583870688" sldId="10112"/>
            <ac:cxnSpMk id="136" creationId="{E97CE4B5-9D96-4A75-8D16-EF28518AACD4}"/>
          </ac:cxnSpMkLst>
        </pc:cxnChg>
        <pc:cxnChg chg="mod">
          <ac:chgData name="Khumalo, Linda" userId="dec9ebdf-bb03-41b8-8be8-d403b092b381" providerId="ADAL" clId="{1F672A8F-2681-4F4F-9753-B5FB86B1EA26}" dt="2021-04-15T12:35:02.756" v="1891" actId="478"/>
          <ac:cxnSpMkLst>
            <pc:docMk/>
            <pc:sldMk cId="583870688" sldId="10112"/>
            <ac:cxnSpMk id="138" creationId="{7930DD95-B081-4062-B222-C4391819D60F}"/>
          </ac:cxnSpMkLst>
        </pc:cxnChg>
        <pc:cxnChg chg="mod">
          <ac:chgData name="Khumalo, Linda" userId="dec9ebdf-bb03-41b8-8be8-d403b092b381" providerId="ADAL" clId="{1F672A8F-2681-4F4F-9753-B5FB86B1EA26}" dt="2021-04-15T12:35:02.756" v="1891" actId="478"/>
          <ac:cxnSpMkLst>
            <pc:docMk/>
            <pc:sldMk cId="583870688" sldId="10112"/>
            <ac:cxnSpMk id="140" creationId="{84A9CA32-B53A-451F-A1B9-11E1BB14F8C2}"/>
          </ac:cxnSpMkLst>
        </pc:cxnChg>
        <pc:cxnChg chg="mod">
          <ac:chgData name="Khumalo, Linda" userId="dec9ebdf-bb03-41b8-8be8-d403b092b381" providerId="ADAL" clId="{1F672A8F-2681-4F4F-9753-B5FB86B1EA26}" dt="2021-04-15T12:35:02.756" v="1891" actId="478"/>
          <ac:cxnSpMkLst>
            <pc:docMk/>
            <pc:sldMk cId="583870688" sldId="10112"/>
            <ac:cxnSpMk id="149" creationId="{A78B0752-AF88-4158-B9BE-E2BDCCA9CB96}"/>
          </ac:cxnSpMkLst>
        </pc:cxnChg>
        <pc:cxnChg chg="mod">
          <ac:chgData name="Khumalo, Linda" userId="dec9ebdf-bb03-41b8-8be8-d403b092b381" providerId="ADAL" clId="{1F672A8F-2681-4F4F-9753-B5FB86B1EA26}" dt="2021-04-15T12:35:02.756" v="1891" actId="478"/>
          <ac:cxnSpMkLst>
            <pc:docMk/>
            <pc:sldMk cId="583870688" sldId="10112"/>
            <ac:cxnSpMk id="168" creationId="{44747046-5E4B-4A80-AD53-EC3B251225A7}"/>
          </ac:cxnSpMkLst>
        </pc:cxnChg>
        <pc:cxnChg chg="mod">
          <ac:chgData name="Khumalo, Linda" userId="dec9ebdf-bb03-41b8-8be8-d403b092b381" providerId="ADAL" clId="{1F672A8F-2681-4F4F-9753-B5FB86B1EA26}" dt="2021-04-15T12:35:02.756" v="1891" actId="478"/>
          <ac:cxnSpMkLst>
            <pc:docMk/>
            <pc:sldMk cId="583870688" sldId="10112"/>
            <ac:cxnSpMk id="171" creationId="{84E70F9B-E66B-4399-835F-0C0928B8FDFC}"/>
          </ac:cxnSpMkLst>
        </pc:cxnChg>
      </pc:sldChg>
      <pc:sldChg chg="addSp modSp del mod">
        <pc:chgData name="Khumalo, Linda" userId="dec9ebdf-bb03-41b8-8be8-d403b092b381" providerId="ADAL" clId="{1F672A8F-2681-4F4F-9753-B5FB86B1EA26}" dt="2021-04-15T13:26:14.739" v="2394" actId="47"/>
        <pc:sldMkLst>
          <pc:docMk/>
          <pc:sldMk cId="2900973268" sldId="10113"/>
        </pc:sldMkLst>
        <pc:spChg chg="mod">
          <ac:chgData name="Khumalo, Linda" userId="dec9ebdf-bb03-41b8-8be8-d403b092b381" providerId="ADAL" clId="{1F672A8F-2681-4F4F-9753-B5FB86B1EA26}" dt="2021-04-14T12:13:39.214" v="599" actId="20577"/>
          <ac:spMkLst>
            <pc:docMk/>
            <pc:sldMk cId="2900973268" sldId="10113"/>
            <ac:spMk id="2" creationId="{8527156C-A1B0-47D4-AB7D-0399A0B725DE}"/>
          </ac:spMkLst>
        </pc:spChg>
        <pc:spChg chg="mod">
          <ac:chgData name="Khumalo, Linda" userId="dec9ebdf-bb03-41b8-8be8-d403b092b381" providerId="ADAL" clId="{1F672A8F-2681-4F4F-9753-B5FB86B1EA26}" dt="2021-04-14T12:22:41.044" v="933" actId="20577"/>
          <ac:spMkLst>
            <pc:docMk/>
            <pc:sldMk cId="2900973268" sldId="10113"/>
            <ac:spMk id="3" creationId="{BB071715-49D6-406C-8CE0-F8F2E9649F51}"/>
          </ac:spMkLst>
        </pc:spChg>
        <pc:spChg chg="mod">
          <ac:chgData name="Khumalo, Linda" userId="dec9ebdf-bb03-41b8-8be8-d403b092b381" providerId="ADAL" clId="{1F672A8F-2681-4F4F-9753-B5FB86B1EA26}" dt="2021-04-14T12:19:50.452" v="669"/>
          <ac:spMkLst>
            <pc:docMk/>
            <pc:sldMk cId="2900973268" sldId="10113"/>
            <ac:spMk id="5" creationId="{4A08A56C-AB10-4E22-8733-B1F189205FC6}"/>
          </ac:spMkLst>
        </pc:spChg>
        <pc:spChg chg="mod">
          <ac:chgData name="Khumalo, Linda" userId="dec9ebdf-bb03-41b8-8be8-d403b092b381" providerId="ADAL" clId="{1F672A8F-2681-4F4F-9753-B5FB86B1EA26}" dt="2021-04-14T12:19:50.452" v="669"/>
          <ac:spMkLst>
            <pc:docMk/>
            <pc:sldMk cId="2900973268" sldId="10113"/>
            <ac:spMk id="6" creationId="{17DA35AA-BA9A-4B8A-BCCC-E35E5CDFBF99}"/>
          </ac:spMkLst>
        </pc:spChg>
        <pc:spChg chg="mod">
          <ac:chgData name="Khumalo, Linda" userId="dec9ebdf-bb03-41b8-8be8-d403b092b381" providerId="ADAL" clId="{1F672A8F-2681-4F4F-9753-B5FB86B1EA26}" dt="2021-04-14T12:19:50.452" v="669"/>
          <ac:spMkLst>
            <pc:docMk/>
            <pc:sldMk cId="2900973268" sldId="10113"/>
            <ac:spMk id="7" creationId="{B082870F-BC76-4FF3-B891-42009576949F}"/>
          </ac:spMkLst>
        </pc:spChg>
        <pc:spChg chg="mod">
          <ac:chgData name="Khumalo, Linda" userId="dec9ebdf-bb03-41b8-8be8-d403b092b381" providerId="ADAL" clId="{1F672A8F-2681-4F4F-9753-B5FB86B1EA26}" dt="2021-04-14T12:19:50.452" v="669"/>
          <ac:spMkLst>
            <pc:docMk/>
            <pc:sldMk cId="2900973268" sldId="10113"/>
            <ac:spMk id="10" creationId="{0588D022-093B-4B71-891D-330D74C3793C}"/>
          </ac:spMkLst>
        </pc:spChg>
        <pc:spChg chg="add mod">
          <ac:chgData name="Khumalo, Linda" userId="dec9ebdf-bb03-41b8-8be8-d403b092b381" providerId="ADAL" clId="{1F672A8F-2681-4F4F-9753-B5FB86B1EA26}" dt="2021-04-14T12:10:40.077" v="435" actId="20577"/>
          <ac:spMkLst>
            <pc:docMk/>
            <pc:sldMk cId="2900973268" sldId="10113"/>
            <ac:spMk id="11" creationId="{3789C6AE-4B16-4914-93B4-BC2EADF8FC04}"/>
          </ac:spMkLst>
        </pc:spChg>
        <pc:spChg chg="mod">
          <ac:chgData name="Khumalo, Linda" userId="dec9ebdf-bb03-41b8-8be8-d403b092b381" providerId="ADAL" clId="{1F672A8F-2681-4F4F-9753-B5FB86B1EA26}" dt="2021-04-14T12:19:50.452" v="669"/>
          <ac:spMkLst>
            <pc:docMk/>
            <pc:sldMk cId="2900973268" sldId="10113"/>
            <ac:spMk id="17" creationId="{4565E91D-A9EE-4760-AE8F-7AEBB658F226}"/>
          </ac:spMkLst>
        </pc:spChg>
        <pc:spChg chg="mod">
          <ac:chgData name="Khumalo, Linda" userId="dec9ebdf-bb03-41b8-8be8-d403b092b381" providerId="ADAL" clId="{1F672A8F-2681-4F4F-9753-B5FB86B1EA26}" dt="2021-04-14T17:29:32.576" v="1353" actId="12"/>
          <ac:spMkLst>
            <pc:docMk/>
            <pc:sldMk cId="2900973268" sldId="10113"/>
            <ac:spMk id="18" creationId="{1B9B8505-CB5C-456B-845F-2F69187E850A}"/>
          </ac:spMkLst>
        </pc:spChg>
        <pc:spChg chg="mod">
          <ac:chgData name="Khumalo, Linda" userId="dec9ebdf-bb03-41b8-8be8-d403b092b381" providerId="ADAL" clId="{1F672A8F-2681-4F4F-9753-B5FB86B1EA26}" dt="2021-04-14T12:19:50.452" v="669"/>
          <ac:spMkLst>
            <pc:docMk/>
            <pc:sldMk cId="2900973268" sldId="10113"/>
            <ac:spMk id="21" creationId="{3C511B74-AC8B-4396-B52C-B401A3EFD5D3}"/>
          </ac:spMkLst>
        </pc:spChg>
        <pc:spChg chg="mod">
          <ac:chgData name="Khumalo, Linda" userId="dec9ebdf-bb03-41b8-8be8-d403b092b381" providerId="ADAL" clId="{1F672A8F-2681-4F4F-9753-B5FB86B1EA26}" dt="2021-04-14T12:19:50.452" v="669"/>
          <ac:spMkLst>
            <pc:docMk/>
            <pc:sldMk cId="2900973268" sldId="10113"/>
            <ac:spMk id="24" creationId="{BF594B1B-835A-407B-9ECE-2719853FBC5D}"/>
          </ac:spMkLst>
        </pc:spChg>
        <pc:spChg chg="mod">
          <ac:chgData name="Khumalo, Linda" userId="dec9ebdf-bb03-41b8-8be8-d403b092b381" providerId="ADAL" clId="{1F672A8F-2681-4F4F-9753-B5FB86B1EA26}" dt="2021-04-14T12:19:50.452" v="669"/>
          <ac:spMkLst>
            <pc:docMk/>
            <pc:sldMk cId="2900973268" sldId="10113"/>
            <ac:spMk id="27" creationId="{51465036-7889-41B0-82EF-6234EBFCDD37}"/>
          </ac:spMkLst>
        </pc:spChg>
        <pc:grpChg chg="mod">
          <ac:chgData name="Khumalo, Linda" userId="dec9ebdf-bb03-41b8-8be8-d403b092b381" providerId="ADAL" clId="{1F672A8F-2681-4F4F-9753-B5FB86B1EA26}" dt="2021-04-14T12:19:50.452" v="669"/>
          <ac:grpSpMkLst>
            <pc:docMk/>
            <pc:sldMk cId="2900973268" sldId="10113"/>
            <ac:grpSpMk id="8" creationId="{B51C9D6A-4489-46A4-839C-674D33F1096F}"/>
          </ac:grpSpMkLst>
        </pc:grpChg>
        <pc:grpChg chg="mod">
          <ac:chgData name="Khumalo, Linda" userId="dec9ebdf-bb03-41b8-8be8-d403b092b381" providerId="ADAL" clId="{1F672A8F-2681-4F4F-9753-B5FB86B1EA26}" dt="2021-04-14T12:19:50.452" v="669"/>
          <ac:grpSpMkLst>
            <pc:docMk/>
            <pc:sldMk cId="2900973268" sldId="10113"/>
            <ac:grpSpMk id="9" creationId="{B0296735-9C9E-45D2-9568-C911A21E7CFC}"/>
          </ac:grpSpMkLst>
        </pc:grpChg>
        <pc:grpChg chg="mod">
          <ac:chgData name="Khumalo, Linda" userId="dec9ebdf-bb03-41b8-8be8-d403b092b381" providerId="ADAL" clId="{1F672A8F-2681-4F4F-9753-B5FB86B1EA26}" dt="2021-04-14T12:19:50.452" v="669"/>
          <ac:grpSpMkLst>
            <pc:docMk/>
            <pc:sldMk cId="2900973268" sldId="10113"/>
            <ac:grpSpMk id="26" creationId="{4A7E8066-F856-4FF9-AAF2-6C95498B0C4C}"/>
          </ac:grpSpMkLst>
        </pc:grpChg>
        <pc:grpChg chg="mod">
          <ac:chgData name="Khumalo, Linda" userId="dec9ebdf-bb03-41b8-8be8-d403b092b381" providerId="ADAL" clId="{1F672A8F-2681-4F4F-9753-B5FB86B1EA26}" dt="2021-04-14T12:19:50.452" v="669"/>
          <ac:grpSpMkLst>
            <pc:docMk/>
            <pc:sldMk cId="2900973268" sldId="10113"/>
            <ac:grpSpMk id="28" creationId="{7C00825F-46E6-4950-AC03-B6B94EF0B864}"/>
          </ac:grpSpMkLst>
        </pc:grpChg>
        <pc:picChg chg="mod">
          <ac:chgData name="Khumalo, Linda" userId="dec9ebdf-bb03-41b8-8be8-d403b092b381" providerId="ADAL" clId="{1F672A8F-2681-4F4F-9753-B5FB86B1EA26}" dt="2021-04-14T12:19:50.452" v="669"/>
          <ac:picMkLst>
            <pc:docMk/>
            <pc:sldMk cId="2900973268" sldId="10113"/>
            <ac:picMk id="4" creationId="{BF71D4FD-6B0E-4EBF-837F-C9D7673A7CDB}"/>
          </ac:picMkLst>
        </pc:picChg>
        <pc:picChg chg="mod">
          <ac:chgData name="Khumalo, Linda" userId="dec9ebdf-bb03-41b8-8be8-d403b092b381" providerId="ADAL" clId="{1F672A8F-2681-4F4F-9753-B5FB86B1EA26}" dt="2021-04-14T12:19:50.452" v="669"/>
          <ac:picMkLst>
            <pc:docMk/>
            <pc:sldMk cId="2900973268" sldId="10113"/>
            <ac:picMk id="13" creationId="{C90C97D8-41A9-47AB-BA2C-6BC7ECDDD19C}"/>
          </ac:picMkLst>
        </pc:picChg>
        <pc:picChg chg="mod">
          <ac:chgData name="Khumalo, Linda" userId="dec9ebdf-bb03-41b8-8be8-d403b092b381" providerId="ADAL" clId="{1F672A8F-2681-4F4F-9753-B5FB86B1EA26}" dt="2021-04-14T12:19:50.452" v="669"/>
          <ac:picMkLst>
            <pc:docMk/>
            <pc:sldMk cId="2900973268" sldId="10113"/>
            <ac:picMk id="14" creationId="{032FE882-F727-43DE-8EEC-04F6A6C9E449}"/>
          </ac:picMkLst>
        </pc:picChg>
        <pc:picChg chg="mod">
          <ac:chgData name="Khumalo, Linda" userId="dec9ebdf-bb03-41b8-8be8-d403b092b381" providerId="ADAL" clId="{1F672A8F-2681-4F4F-9753-B5FB86B1EA26}" dt="2021-04-14T12:19:50.452" v="669"/>
          <ac:picMkLst>
            <pc:docMk/>
            <pc:sldMk cId="2900973268" sldId="10113"/>
            <ac:picMk id="15" creationId="{74ECABB5-C551-48D8-B37E-18C4EA2ACE98}"/>
          </ac:picMkLst>
        </pc:picChg>
        <pc:cxnChg chg="mod">
          <ac:chgData name="Khumalo, Linda" userId="dec9ebdf-bb03-41b8-8be8-d403b092b381" providerId="ADAL" clId="{1F672A8F-2681-4F4F-9753-B5FB86B1EA26}" dt="2021-04-14T12:19:50.452" v="669"/>
          <ac:cxnSpMkLst>
            <pc:docMk/>
            <pc:sldMk cId="2900973268" sldId="10113"/>
            <ac:cxnSpMk id="22" creationId="{9E7BC311-4B92-4800-BFD6-502ACD2F06A5}"/>
          </ac:cxnSpMkLst>
        </pc:cxnChg>
        <pc:cxnChg chg="mod">
          <ac:chgData name="Khumalo, Linda" userId="dec9ebdf-bb03-41b8-8be8-d403b092b381" providerId="ADAL" clId="{1F672A8F-2681-4F4F-9753-B5FB86B1EA26}" dt="2021-04-14T12:19:50.452" v="669"/>
          <ac:cxnSpMkLst>
            <pc:docMk/>
            <pc:sldMk cId="2900973268" sldId="10113"/>
            <ac:cxnSpMk id="25" creationId="{269B1ABA-E873-4D39-B622-ED4ABAD01296}"/>
          </ac:cxnSpMkLst>
        </pc:cxnChg>
      </pc:sldChg>
      <pc:sldChg chg="addSp delSp modSp mod modNotesTx">
        <pc:chgData name="Khumalo, Linda" userId="dec9ebdf-bb03-41b8-8be8-d403b092b381" providerId="ADAL" clId="{1F672A8F-2681-4F4F-9753-B5FB86B1EA26}" dt="2021-04-16T09:42:52.212" v="5252" actId="20577"/>
        <pc:sldMkLst>
          <pc:docMk/>
          <pc:sldMk cId="4020844815" sldId="10114"/>
        </pc:sldMkLst>
        <pc:spChg chg="add mod">
          <ac:chgData name="Khumalo, Linda" userId="dec9ebdf-bb03-41b8-8be8-d403b092b381" providerId="ADAL" clId="{1F672A8F-2681-4F4F-9753-B5FB86B1EA26}" dt="2021-04-15T16:33:57.616" v="4404"/>
          <ac:spMkLst>
            <pc:docMk/>
            <pc:sldMk cId="4020844815" sldId="10114"/>
            <ac:spMk id="2" creationId="{6D037550-4324-4BBA-B662-9B81932EF4C3}"/>
          </ac:spMkLst>
        </pc:spChg>
        <pc:spChg chg="add mod">
          <ac:chgData name="Khumalo, Linda" userId="dec9ebdf-bb03-41b8-8be8-d403b092b381" providerId="ADAL" clId="{1F672A8F-2681-4F4F-9753-B5FB86B1EA26}" dt="2021-04-14T12:14:11.368" v="606" actId="20577"/>
          <ac:spMkLst>
            <pc:docMk/>
            <pc:sldMk cId="4020844815" sldId="10114"/>
            <ac:spMk id="2" creationId="{C9691E46-5106-4F71-B66B-C53F81F15A57}"/>
          </ac:spMkLst>
        </pc:spChg>
        <pc:spChg chg="add del mod">
          <ac:chgData name="Khumalo, Linda" userId="dec9ebdf-bb03-41b8-8be8-d403b092b381" providerId="ADAL" clId="{1F672A8F-2681-4F4F-9753-B5FB86B1EA26}" dt="2021-04-14T12:05:31.236" v="99" actId="478"/>
          <ac:spMkLst>
            <pc:docMk/>
            <pc:sldMk cId="4020844815" sldId="10114"/>
            <ac:spMk id="3" creationId="{965EB4EC-58E6-4C7C-B36E-004C6FE4A54D}"/>
          </ac:spMkLst>
        </pc:spChg>
        <pc:spChg chg="add mod">
          <ac:chgData name="Khumalo, Linda" userId="dec9ebdf-bb03-41b8-8be8-d403b092b381" providerId="ADAL" clId="{1F672A8F-2681-4F4F-9753-B5FB86B1EA26}" dt="2021-04-15T16:33:57.616" v="4404"/>
          <ac:spMkLst>
            <pc:docMk/>
            <pc:sldMk cId="4020844815" sldId="10114"/>
            <ac:spMk id="3" creationId="{BEA17759-BA13-408D-BC6B-083D93281D2B}"/>
          </ac:spMkLst>
        </pc:spChg>
        <pc:spChg chg="mod">
          <ac:chgData name="Khumalo, Linda" userId="dec9ebdf-bb03-41b8-8be8-d403b092b381" providerId="ADAL" clId="{1F672A8F-2681-4F4F-9753-B5FB86B1EA26}" dt="2021-04-14T17:24:16.968" v="1319"/>
          <ac:spMkLst>
            <pc:docMk/>
            <pc:sldMk cId="4020844815" sldId="10114"/>
            <ac:spMk id="5" creationId="{777F0BDC-9AC9-41F4-B026-4357517F4E02}"/>
          </ac:spMkLst>
        </pc:spChg>
        <pc:spChg chg="add del mod">
          <ac:chgData name="Khumalo, Linda" userId="dec9ebdf-bb03-41b8-8be8-d403b092b381" providerId="ADAL" clId="{1F672A8F-2681-4F4F-9753-B5FB86B1EA26}" dt="2021-04-14T12:06:01.860" v="155" actId="478"/>
          <ac:spMkLst>
            <pc:docMk/>
            <pc:sldMk cId="4020844815" sldId="10114"/>
            <ac:spMk id="6" creationId="{4283C8C4-6E06-4A5D-B830-5BA4E496E71B}"/>
          </ac:spMkLst>
        </pc:spChg>
        <pc:spChg chg="add del mod">
          <ac:chgData name="Khumalo, Linda" userId="dec9ebdf-bb03-41b8-8be8-d403b092b381" providerId="ADAL" clId="{1F672A8F-2681-4F4F-9753-B5FB86B1EA26}" dt="2021-04-14T12:11:02.448" v="464"/>
          <ac:spMkLst>
            <pc:docMk/>
            <pc:sldMk cId="4020844815" sldId="10114"/>
            <ac:spMk id="8" creationId="{2FE4F2BC-782E-49D0-99EB-5AA7DF132188}"/>
          </ac:spMkLst>
        </pc:spChg>
        <pc:spChg chg="add del mod">
          <ac:chgData name="Khumalo, Linda" userId="dec9ebdf-bb03-41b8-8be8-d403b092b381" providerId="ADAL" clId="{1F672A8F-2681-4F4F-9753-B5FB86B1EA26}" dt="2021-04-14T12:11:02.448" v="464"/>
          <ac:spMkLst>
            <pc:docMk/>
            <pc:sldMk cId="4020844815" sldId="10114"/>
            <ac:spMk id="9" creationId="{798AF561-6801-4C9D-AEE7-09DC5DC8023B}"/>
          </ac:spMkLst>
        </pc:spChg>
        <pc:spChg chg="mod">
          <ac:chgData name="Khumalo, Linda" userId="dec9ebdf-bb03-41b8-8be8-d403b092b381" providerId="ADAL" clId="{1F672A8F-2681-4F4F-9753-B5FB86B1EA26}" dt="2021-04-14T17:24:16.968" v="1319"/>
          <ac:spMkLst>
            <pc:docMk/>
            <pc:sldMk cId="4020844815" sldId="10114"/>
            <ac:spMk id="10" creationId="{9945BCA5-9AB3-4C6F-804C-62E444A2DCC6}"/>
          </ac:spMkLst>
        </pc:spChg>
        <pc:spChg chg="mod">
          <ac:chgData name="Khumalo, Linda" userId="dec9ebdf-bb03-41b8-8be8-d403b092b381" providerId="ADAL" clId="{1F672A8F-2681-4F4F-9753-B5FB86B1EA26}" dt="2021-04-14T17:24:16.968" v="1319"/>
          <ac:spMkLst>
            <pc:docMk/>
            <pc:sldMk cId="4020844815" sldId="10114"/>
            <ac:spMk id="11" creationId="{6C215F41-C218-4CFB-8220-9A1196BA1371}"/>
          </ac:spMkLst>
        </pc:spChg>
        <pc:spChg chg="mod">
          <ac:chgData name="Khumalo, Linda" userId="dec9ebdf-bb03-41b8-8be8-d403b092b381" providerId="ADAL" clId="{1F672A8F-2681-4F4F-9753-B5FB86B1EA26}" dt="2021-04-14T17:24:16.968" v="1319"/>
          <ac:spMkLst>
            <pc:docMk/>
            <pc:sldMk cId="4020844815" sldId="10114"/>
            <ac:spMk id="12" creationId="{DC469DEE-85FD-4F2F-A841-6A1CD15E8023}"/>
          </ac:spMkLst>
        </pc:spChg>
        <pc:spChg chg="mod">
          <ac:chgData name="Khumalo, Linda" userId="dec9ebdf-bb03-41b8-8be8-d403b092b381" providerId="ADAL" clId="{1F672A8F-2681-4F4F-9753-B5FB86B1EA26}" dt="2021-04-14T17:24:16.968" v="1319"/>
          <ac:spMkLst>
            <pc:docMk/>
            <pc:sldMk cId="4020844815" sldId="10114"/>
            <ac:spMk id="13" creationId="{4BDF7615-A838-4421-93D3-25751DB01FCE}"/>
          </ac:spMkLst>
        </pc:spChg>
        <pc:spChg chg="add del mod">
          <ac:chgData name="Khumalo, Linda" userId="dec9ebdf-bb03-41b8-8be8-d403b092b381" providerId="ADAL" clId="{1F672A8F-2681-4F4F-9753-B5FB86B1EA26}" dt="2021-04-14T12:11:02.448" v="464"/>
          <ac:spMkLst>
            <pc:docMk/>
            <pc:sldMk cId="4020844815" sldId="10114"/>
            <ac:spMk id="14" creationId="{9C8B20BD-2588-4818-841A-05AC4ECBFBDB}"/>
          </ac:spMkLst>
        </pc:spChg>
        <pc:spChg chg="mod">
          <ac:chgData name="Khumalo, Linda" userId="dec9ebdf-bb03-41b8-8be8-d403b092b381" providerId="ADAL" clId="{1F672A8F-2681-4F4F-9753-B5FB86B1EA26}" dt="2021-04-14T17:24:16.968" v="1319"/>
          <ac:spMkLst>
            <pc:docMk/>
            <pc:sldMk cId="4020844815" sldId="10114"/>
            <ac:spMk id="15" creationId="{48259A90-3699-46DD-ADFF-0F72E0936F7A}"/>
          </ac:spMkLst>
        </pc:spChg>
        <pc:spChg chg="add del mod">
          <ac:chgData name="Khumalo, Linda" userId="dec9ebdf-bb03-41b8-8be8-d403b092b381" providerId="ADAL" clId="{1F672A8F-2681-4F4F-9753-B5FB86B1EA26}" dt="2021-04-14T12:11:07.606" v="466" actId="478"/>
          <ac:spMkLst>
            <pc:docMk/>
            <pc:sldMk cId="4020844815" sldId="10114"/>
            <ac:spMk id="17" creationId="{37D43196-CFF0-4753-80CD-E0BBEA9CDCB9}"/>
          </ac:spMkLst>
        </pc:spChg>
        <pc:spChg chg="add mod">
          <ac:chgData name="Khumalo, Linda" userId="dec9ebdf-bb03-41b8-8be8-d403b092b381" providerId="ADAL" clId="{1F672A8F-2681-4F4F-9753-B5FB86B1EA26}" dt="2021-04-15T16:33:57.616" v="4404"/>
          <ac:spMkLst>
            <pc:docMk/>
            <pc:sldMk cId="4020844815" sldId="10114"/>
            <ac:spMk id="18" creationId="{424E4E5A-43D5-4939-85CF-C27DEEDAE719}"/>
          </ac:spMkLst>
        </pc:spChg>
        <pc:spChg chg="del">
          <ac:chgData name="Khumalo, Linda" userId="dec9ebdf-bb03-41b8-8be8-d403b092b381" providerId="ADAL" clId="{1F672A8F-2681-4F4F-9753-B5FB86B1EA26}" dt="2021-04-14T16:22:46.736" v="1077" actId="478"/>
          <ac:spMkLst>
            <pc:docMk/>
            <pc:sldMk cId="4020844815" sldId="10114"/>
            <ac:spMk id="22" creationId="{2EFC46D3-0644-4784-B88C-289A41BFEC26}"/>
          </ac:spMkLst>
        </pc:spChg>
        <pc:spChg chg="del">
          <ac:chgData name="Khumalo, Linda" userId="dec9ebdf-bb03-41b8-8be8-d403b092b381" providerId="ADAL" clId="{1F672A8F-2681-4F4F-9753-B5FB86B1EA26}" dt="2021-04-14T16:22:38.140" v="1075" actId="478"/>
          <ac:spMkLst>
            <pc:docMk/>
            <pc:sldMk cId="4020844815" sldId="10114"/>
            <ac:spMk id="23" creationId="{00BAD9CE-A06F-4EA7-8AB9-5812FC104DE4}"/>
          </ac:spMkLst>
        </pc:spChg>
        <pc:spChg chg="del">
          <ac:chgData name="Khumalo, Linda" userId="dec9ebdf-bb03-41b8-8be8-d403b092b381" providerId="ADAL" clId="{1F672A8F-2681-4F4F-9753-B5FB86B1EA26}" dt="2021-04-14T16:22:27.313" v="1071" actId="478"/>
          <ac:spMkLst>
            <pc:docMk/>
            <pc:sldMk cId="4020844815" sldId="10114"/>
            <ac:spMk id="24" creationId="{3BBCB8B2-D47E-482E-88B7-177615DA65FA}"/>
          </ac:spMkLst>
        </pc:spChg>
        <pc:spChg chg="del">
          <ac:chgData name="Khumalo, Linda" userId="dec9ebdf-bb03-41b8-8be8-d403b092b381" providerId="ADAL" clId="{1F672A8F-2681-4F4F-9753-B5FB86B1EA26}" dt="2021-04-14T16:22:19.164" v="1069" actId="478"/>
          <ac:spMkLst>
            <pc:docMk/>
            <pc:sldMk cId="4020844815" sldId="10114"/>
            <ac:spMk id="25" creationId="{CE267859-BC3A-4E76-8C8C-B07EE4749DBB}"/>
          </ac:spMkLst>
        </pc:spChg>
        <pc:spChg chg="del">
          <ac:chgData name="Khumalo, Linda" userId="dec9ebdf-bb03-41b8-8be8-d403b092b381" providerId="ADAL" clId="{1F672A8F-2681-4F4F-9753-B5FB86B1EA26}" dt="2021-04-14T16:22:06.625" v="1065" actId="478"/>
          <ac:spMkLst>
            <pc:docMk/>
            <pc:sldMk cId="4020844815" sldId="10114"/>
            <ac:spMk id="26" creationId="{3691B8A0-5BC6-42E6-9EEC-0F822A39A911}"/>
          </ac:spMkLst>
        </pc:spChg>
        <pc:spChg chg="del mod">
          <ac:chgData name="Khumalo, Linda" userId="dec9ebdf-bb03-41b8-8be8-d403b092b381" providerId="ADAL" clId="{1F672A8F-2681-4F4F-9753-B5FB86B1EA26}" dt="2021-04-14T17:13:44.953" v="1214" actId="478"/>
          <ac:spMkLst>
            <pc:docMk/>
            <pc:sldMk cId="4020844815" sldId="10114"/>
            <ac:spMk id="27" creationId="{79785209-7A1E-4222-B30E-6E8F58F3C363}"/>
          </ac:spMkLst>
        </pc:spChg>
        <pc:spChg chg="mod">
          <ac:chgData name="Khumalo, Linda" userId="dec9ebdf-bb03-41b8-8be8-d403b092b381" providerId="ADAL" clId="{1F672A8F-2681-4F4F-9753-B5FB86B1EA26}" dt="2021-04-14T17:24:16.968" v="1319"/>
          <ac:spMkLst>
            <pc:docMk/>
            <pc:sldMk cId="4020844815" sldId="10114"/>
            <ac:spMk id="28" creationId="{9FF60A72-4F37-4582-8EAC-222E75130A43}"/>
          </ac:spMkLst>
        </pc:spChg>
        <pc:spChg chg="mod">
          <ac:chgData name="Khumalo, Linda" userId="dec9ebdf-bb03-41b8-8be8-d403b092b381" providerId="ADAL" clId="{1F672A8F-2681-4F4F-9753-B5FB86B1EA26}" dt="2021-04-14T17:24:16.968" v="1319"/>
          <ac:spMkLst>
            <pc:docMk/>
            <pc:sldMk cId="4020844815" sldId="10114"/>
            <ac:spMk id="29" creationId="{BD52E586-2605-4FD3-9B60-B2628BB49365}"/>
          </ac:spMkLst>
        </pc:spChg>
        <pc:spChg chg="mod">
          <ac:chgData name="Khumalo, Linda" userId="dec9ebdf-bb03-41b8-8be8-d403b092b381" providerId="ADAL" clId="{1F672A8F-2681-4F4F-9753-B5FB86B1EA26}" dt="2021-04-14T17:24:16.968" v="1319"/>
          <ac:spMkLst>
            <pc:docMk/>
            <pc:sldMk cId="4020844815" sldId="10114"/>
            <ac:spMk id="38" creationId="{017E5B4B-A837-47DB-82C6-91C9C93101DA}"/>
          </ac:spMkLst>
        </pc:spChg>
        <pc:spChg chg="mod">
          <ac:chgData name="Khumalo, Linda" userId="dec9ebdf-bb03-41b8-8be8-d403b092b381" providerId="ADAL" clId="{1F672A8F-2681-4F4F-9753-B5FB86B1EA26}" dt="2021-04-14T17:24:16.968" v="1319"/>
          <ac:spMkLst>
            <pc:docMk/>
            <pc:sldMk cId="4020844815" sldId="10114"/>
            <ac:spMk id="40" creationId="{C2457105-7056-4109-B74F-F586BF840BA3}"/>
          </ac:spMkLst>
        </pc:spChg>
        <pc:spChg chg="mod">
          <ac:chgData name="Khumalo, Linda" userId="dec9ebdf-bb03-41b8-8be8-d403b092b381" providerId="ADAL" clId="{1F672A8F-2681-4F4F-9753-B5FB86B1EA26}" dt="2021-04-14T17:24:16.968" v="1319"/>
          <ac:spMkLst>
            <pc:docMk/>
            <pc:sldMk cId="4020844815" sldId="10114"/>
            <ac:spMk id="41" creationId="{AED1988E-20E2-403D-9C0C-8808402C104C}"/>
          </ac:spMkLst>
        </pc:spChg>
        <pc:spChg chg="mod">
          <ac:chgData name="Khumalo, Linda" userId="dec9ebdf-bb03-41b8-8be8-d403b092b381" providerId="ADAL" clId="{1F672A8F-2681-4F4F-9753-B5FB86B1EA26}" dt="2021-04-14T17:24:16.968" v="1319"/>
          <ac:spMkLst>
            <pc:docMk/>
            <pc:sldMk cId="4020844815" sldId="10114"/>
            <ac:spMk id="42" creationId="{B4F97E10-6235-4B0E-AE44-A564050A10AF}"/>
          </ac:spMkLst>
        </pc:spChg>
        <pc:spChg chg="mod">
          <ac:chgData name="Khumalo, Linda" userId="dec9ebdf-bb03-41b8-8be8-d403b092b381" providerId="ADAL" clId="{1F672A8F-2681-4F4F-9753-B5FB86B1EA26}" dt="2021-04-14T17:24:16.968" v="1319"/>
          <ac:spMkLst>
            <pc:docMk/>
            <pc:sldMk cId="4020844815" sldId="10114"/>
            <ac:spMk id="44" creationId="{8521F131-96A2-40C3-BA82-DEA1E3AE7DD1}"/>
          </ac:spMkLst>
        </pc:spChg>
        <pc:spChg chg="mod">
          <ac:chgData name="Khumalo, Linda" userId="dec9ebdf-bb03-41b8-8be8-d403b092b381" providerId="ADAL" clId="{1F672A8F-2681-4F4F-9753-B5FB86B1EA26}" dt="2021-04-14T17:24:16.968" v="1319"/>
          <ac:spMkLst>
            <pc:docMk/>
            <pc:sldMk cId="4020844815" sldId="10114"/>
            <ac:spMk id="45" creationId="{BA2FDF3E-9EE5-4931-9B13-258A3BC53DCC}"/>
          </ac:spMkLst>
        </pc:spChg>
        <pc:spChg chg="mod">
          <ac:chgData name="Khumalo, Linda" userId="dec9ebdf-bb03-41b8-8be8-d403b092b381" providerId="ADAL" clId="{1F672A8F-2681-4F4F-9753-B5FB86B1EA26}" dt="2021-04-14T17:24:16.968" v="1319"/>
          <ac:spMkLst>
            <pc:docMk/>
            <pc:sldMk cId="4020844815" sldId="10114"/>
            <ac:spMk id="46" creationId="{115A92BF-1261-4CD2-B38E-C8AA84414067}"/>
          </ac:spMkLst>
        </pc:spChg>
        <pc:spChg chg="mod">
          <ac:chgData name="Khumalo, Linda" userId="dec9ebdf-bb03-41b8-8be8-d403b092b381" providerId="ADAL" clId="{1F672A8F-2681-4F4F-9753-B5FB86B1EA26}" dt="2021-04-14T17:24:16.968" v="1319"/>
          <ac:spMkLst>
            <pc:docMk/>
            <pc:sldMk cId="4020844815" sldId="10114"/>
            <ac:spMk id="47" creationId="{04F5F917-5D46-4178-B274-36DE27D31A99}"/>
          </ac:spMkLst>
        </pc:spChg>
        <pc:spChg chg="mod">
          <ac:chgData name="Khumalo, Linda" userId="dec9ebdf-bb03-41b8-8be8-d403b092b381" providerId="ADAL" clId="{1F672A8F-2681-4F4F-9753-B5FB86B1EA26}" dt="2021-04-14T17:24:16.968" v="1319"/>
          <ac:spMkLst>
            <pc:docMk/>
            <pc:sldMk cId="4020844815" sldId="10114"/>
            <ac:spMk id="48" creationId="{5ECEB1EF-08B3-425F-900F-031658C8C66D}"/>
          </ac:spMkLst>
        </pc:spChg>
        <pc:spChg chg="mod">
          <ac:chgData name="Khumalo, Linda" userId="dec9ebdf-bb03-41b8-8be8-d403b092b381" providerId="ADAL" clId="{1F672A8F-2681-4F4F-9753-B5FB86B1EA26}" dt="2021-04-14T17:24:16.968" v="1319"/>
          <ac:spMkLst>
            <pc:docMk/>
            <pc:sldMk cId="4020844815" sldId="10114"/>
            <ac:spMk id="49" creationId="{F0D76AD6-6AA5-4544-BDEE-DD29FE3E5C3A}"/>
          </ac:spMkLst>
        </pc:spChg>
        <pc:spChg chg="mod">
          <ac:chgData name="Khumalo, Linda" userId="dec9ebdf-bb03-41b8-8be8-d403b092b381" providerId="ADAL" clId="{1F672A8F-2681-4F4F-9753-B5FB86B1EA26}" dt="2021-04-14T17:24:16.968" v="1319"/>
          <ac:spMkLst>
            <pc:docMk/>
            <pc:sldMk cId="4020844815" sldId="10114"/>
            <ac:spMk id="50" creationId="{BED8B697-A423-4404-B8D8-F941D2DFB668}"/>
          </ac:spMkLst>
        </pc:spChg>
        <pc:spChg chg="mod">
          <ac:chgData name="Khumalo, Linda" userId="dec9ebdf-bb03-41b8-8be8-d403b092b381" providerId="ADAL" clId="{1F672A8F-2681-4F4F-9753-B5FB86B1EA26}" dt="2021-04-14T17:24:16.968" v="1319"/>
          <ac:spMkLst>
            <pc:docMk/>
            <pc:sldMk cId="4020844815" sldId="10114"/>
            <ac:spMk id="51" creationId="{0072A306-6B54-466A-A867-58EFE120AC33}"/>
          </ac:spMkLst>
        </pc:spChg>
        <pc:spChg chg="mod">
          <ac:chgData name="Khumalo, Linda" userId="dec9ebdf-bb03-41b8-8be8-d403b092b381" providerId="ADAL" clId="{1F672A8F-2681-4F4F-9753-B5FB86B1EA26}" dt="2021-04-14T17:24:16.968" v="1319"/>
          <ac:spMkLst>
            <pc:docMk/>
            <pc:sldMk cId="4020844815" sldId="10114"/>
            <ac:spMk id="52" creationId="{9BB4FAB3-184A-417B-8B82-45AC493ED410}"/>
          </ac:spMkLst>
        </pc:spChg>
        <pc:spChg chg="mod">
          <ac:chgData name="Khumalo, Linda" userId="dec9ebdf-bb03-41b8-8be8-d403b092b381" providerId="ADAL" clId="{1F672A8F-2681-4F4F-9753-B5FB86B1EA26}" dt="2021-04-14T17:24:16.968" v="1319"/>
          <ac:spMkLst>
            <pc:docMk/>
            <pc:sldMk cId="4020844815" sldId="10114"/>
            <ac:spMk id="53" creationId="{0FEFB851-92E4-4900-BFF6-9B78821EB749}"/>
          </ac:spMkLst>
        </pc:spChg>
        <pc:spChg chg="mod">
          <ac:chgData name="Khumalo, Linda" userId="dec9ebdf-bb03-41b8-8be8-d403b092b381" providerId="ADAL" clId="{1F672A8F-2681-4F4F-9753-B5FB86B1EA26}" dt="2021-04-14T17:24:16.968" v="1319"/>
          <ac:spMkLst>
            <pc:docMk/>
            <pc:sldMk cId="4020844815" sldId="10114"/>
            <ac:spMk id="55" creationId="{CFEFE920-CC6F-4589-A747-159F4DD29A92}"/>
          </ac:spMkLst>
        </pc:spChg>
        <pc:spChg chg="mod">
          <ac:chgData name="Khumalo, Linda" userId="dec9ebdf-bb03-41b8-8be8-d403b092b381" providerId="ADAL" clId="{1F672A8F-2681-4F4F-9753-B5FB86B1EA26}" dt="2021-04-14T17:24:16.968" v="1319"/>
          <ac:spMkLst>
            <pc:docMk/>
            <pc:sldMk cId="4020844815" sldId="10114"/>
            <ac:spMk id="73" creationId="{B228B38E-60E7-4DD8-931F-FD4C3B3411D4}"/>
          </ac:spMkLst>
        </pc:spChg>
        <pc:spChg chg="mod">
          <ac:chgData name="Khumalo, Linda" userId="dec9ebdf-bb03-41b8-8be8-d403b092b381" providerId="ADAL" clId="{1F672A8F-2681-4F4F-9753-B5FB86B1EA26}" dt="2021-04-14T17:24:16.968" v="1319"/>
          <ac:spMkLst>
            <pc:docMk/>
            <pc:sldMk cId="4020844815" sldId="10114"/>
            <ac:spMk id="74" creationId="{5BF000DF-2703-4231-8E4B-00EB0F8B9592}"/>
          </ac:spMkLst>
        </pc:spChg>
        <pc:spChg chg="mod">
          <ac:chgData name="Khumalo, Linda" userId="dec9ebdf-bb03-41b8-8be8-d403b092b381" providerId="ADAL" clId="{1F672A8F-2681-4F4F-9753-B5FB86B1EA26}" dt="2021-04-14T17:24:16.968" v="1319"/>
          <ac:spMkLst>
            <pc:docMk/>
            <pc:sldMk cId="4020844815" sldId="10114"/>
            <ac:spMk id="75" creationId="{8F5C7DD6-EF06-4380-83B6-01FD0E30E632}"/>
          </ac:spMkLst>
        </pc:spChg>
        <pc:spChg chg="mod">
          <ac:chgData name="Khumalo, Linda" userId="dec9ebdf-bb03-41b8-8be8-d403b092b381" providerId="ADAL" clId="{1F672A8F-2681-4F4F-9753-B5FB86B1EA26}" dt="2021-04-14T17:24:16.968" v="1319"/>
          <ac:spMkLst>
            <pc:docMk/>
            <pc:sldMk cId="4020844815" sldId="10114"/>
            <ac:spMk id="76" creationId="{7C64D024-FFB1-4027-BA01-B2D8AAF0222D}"/>
          </ac:spMkLst>
        </pc:spChg>
        <pc:spChg chg="mod">
          <ac:chgData name="Khumalo, Linda" userId="dec9ebdf-bb03-41b8-8be8-d403b092b381" providerId="ADAL" clId="{1F672A8F-2681-4F4F-9753-B5FB86B1EA26}" dt="2021-04-14T17:24:16.968" v="1319"/>
          <ac:spMkLst>
            <pc:docMk/>
            <pc:sldMk cId="4020844815" sldId="10114"/>
            <ac:spMk id="77" creationId="{BB09B088-71CE-4B42-87E9-D797F1641E99}"/>
          </ac:spMkLst>
        </pc:spChg>
        <pc:spChg chg="mod">
          <ac:chgData name="Khumalo, Linda" userId="dec9ebdf-bb03-41b8-8be8-d403b092b381" providerId="ADAL" clId="{1F672A8F-2681-4F4F-9753-B5FB86B1EA26}" dt="2021-04-14T17:24:16.968" v="1319"/>
          <ac:spMkLst>
            <pc:docMk/>
            <pc:sldMk cId="4020844815" sldId="10114"/>
            <ac:spMk id="78" creationId="{4B2FF5AC-E8C9-49B5-AA92-69A12DC10638}"/>
          </ac:spMkLst>
        </pc:spChg>
        <pc:spChg chg="mod">
          <ac:chgData name="Khumalo, Linda" userId="dec9ebdf-bb03-41b8-8be8-d403b092b381" providerId="ADAL" clId="{1F672A8F-2681-4F4F-9753-B5FB86B1EA26}" dt="2021-04-16T09:42:08.695" v="5181" actId="14100"/>
          <ac:spMkLst>
            <pc:docMk/>
            <pc:sldMk cId="4020844815" sldId="10114"/>
            <ac:spMk id="92" creationId="{003931D3-C869-411D-ADA1-601126D3DC4F}"/>
          </ac:spMkLst>
        </pc:spChg>
        <pc:spChg chg="mod">
          <ac:chgData name="Khumalo, Linda" userId="dec9ebdf-bb03-41b8-8be8-d403b092b381" providerId="ADAL" clId="{1F672A8F-2681-4F4F-9753-B5FB86B1EA26}" dt="2021-04-14T17:24:16.968" v="1319"/>
          <ac:spMkLst>
            <pc:docMk/>
            <pc:sldMk cId="4020844815" sldId="10114"/>
            <ac:spMk id="98" creationId="{E15508EA-D27B-4F5A-ADD8-256BBFC90B8F}"/>
          </ac:spMkLst>
        </pc:spChg>
        <pc:spChg chg="mod">
          <ac:chgData name="Khumalo, Linda" userId="dec9ebdf-bb03-41b8-8be8-d403b092b381" providerId="ADAL" clId="{1F672A8F-2681-4F4F-9753-B5FB86B1EA26}" dt="2021-04-14T17:24:16.968" v="1319"/>
          <ac:spMkLst>
            <pc:docMk/>
            <pc:sldMk cId="4020844815" sldId="10114"/>
            <ac:spMk id="100" creationId="{7E6568A2-A284-430D-87DC-DE4058F146CD}"/>
          </ac:spMkLst>
        </pc:spChg>
        <pc:spChg chg="mod">
          <ac:chgData name="Khumalo, Linda" userId="dec9ebdf-bb03-41b8-8be8-d403b092b381" providerId="ADAL" clId="{1F672A8F-2681-4F4F-9753-B5FB86B1EA26}" dt="2021-04-14T17:24:16.968" v="1319"/>
          <ac:spMkLst>
            <pc:docMk/>
            <pc:sldMk cId="4020844815" sldId="10114"/>
            <ac:spMk id="102" creationId="{DB3C488A-F118-44C4-9AD8-54F3F3801440}"/>
          </ac:spMkLst>
        </pc:spChg>
        <pc:spChg chg="mod">
          <ac:chgData name="Khumalo, Linda" userId="dec9ebdf-bb03-41b8-8be8-d403b092b381" providerId="ADAL" clId="{1F672A8F-2681-4F4F-9753-B5FB86B1EA26}" dt="2021-04-14T16:23:39.198" v="1086" actId="408"/>
          <ac:spMkLst>
            <pc:docMk/>
            <pc:sldMk cId="4020844815" sldId="10114"/>
            <ac:spMk id="104" creationId="{46243984-F306-45F0-97A7-D822927DC029}"/>
          </ac:spMkLst>
        </pc:spChg>
        <pc:spChg chg="mod">
          <ac:chgData name="Khumalo, Linda" userId="dec9ebdf-bb03-41b8-8be8-d403b092b381" providerId="ADAL" clId="{1F672A8F-2681-4F4F-9753-B5FB86B1EA26}" dt="2021-04-14T16:23:17.917" v="1085" actId="555"/>
          <ac:spMkLst>
            <pc:docMk/>
            <pc:sldMk cId="4020844815" sldId="10114"/>
            <ac:spMk id="107" creationId="{E69DF09D-B878-44FB-B2E8-356328809C7D}"/>
          </ac:spMkLst>
        </pc:spChg>
        <pc:spChg chg="mod">
          <ac:chgData name="Khumalo, Linda" userId="dec9ebdf-bb03-41b8-8be8-d403b092b381" providerId="ADAL" clId="{1F672A8F-2681-4F4F-9753-B5FB86B1EA26}" dt="2021-04-14T16:23:39.198" v="1086" actId="408"/>
          <ac:spMkLst>
            <pc:docMk/>
            <pc:sldMk cId="4020844815" sldId="10114"/>
            <ac:spMk id="111" creationId="{6C30C3EA-450B-4E18-BB0E-1B67F525DA5C}"/>
          </ac:spMkLst>
        </pc:spChg>
        <pc:spChg chg="mod">
          <ac:chgData name="Khumalo, Linda" userId="dec9ebdf-bb03-41b8-8be8-d403b092b381" providerId="ADAL" clId="{1F672A8F-2681-4F4F-9753-B5FB86B1EA26}" dt="2021-04-14T16:29:36.821" v="1098" actId="555"/>
          <ac:spMkLst>
            <pc:docMk/>
            <pc:sldMk cId="4020844815" sldId="10114"/>
            <ac:spMk id="115" creationId="{34255814-4F4B-4A75-A1F4-7454FA725AF1}"/>
          </ac:spMkLst>
        </pc:spChg>
        <pc:spChg chg="mod">
          <ac:chgData name="Khumalo, Linda" userId="dec9ebdf-bb03-41b8-8be8-d403b092b381" providerId="ADAL" clId="{1F672A8F-2681-4F4F-9753-B5FB86B1EA26}" dt="2021-04-14T17:24:16.968" v="1319"/>
          <ac:spMkLst>
            <pc:docMk/>
            <pc:sldMk cId="4020844815" sldId="10114"/>
            <ac:spMk id="117" creationId="{444D05A3-3B5D-40F1-912B-E1F8212B80A9}"/>
          </ac:spMkLst>
        </pc:spChg>
        <pc:spChg chg="mod">
          <ac:chgData name="Khumalo, Linda" userId="dec9ebdf-bb03-41b8-8be8-d403b092b381" providerId="ADAL" clId="{1F672A8F-2681-4F4F-9753-B5FB86B1EA26}" dt="2021-04-14T17:25:59.206" v="1333" actId="1076"/>
          <ac:spMkLst>
            <pc:docMk/>
            <pc:sldMk cId="4020844815" sldId="10114"/>
            <ac:spMk id="118" creationId="{59A6251D-0F75-4583-8ECA-2DF774925F3D}"/>
          </ac:spMkLst>
        </pc:spChg>
        <pc:spChg chg="mod">
          <ac:chgData name="Khumalo, Linda" userId="dec9ebdf-bb03-41b8-8be8-d403b092b381" providerId="ADAL" clId="{1F672A8F-2681-4F4F-9753-B5FB86B1EA26}" dt="2021-04-14T16:23:17.917" v="1085" actId="555"/>
          <ac:spMkLst>
            <pc:docMk/>
            <pc:sldMk cId="4020844815" sldId="10114"/>
            <ac:spMk id="121" creationId="{20C937D4-AB21-4954-AD31-25364E620E1D}"/>
          </ac:spMkLst>
        </pc:spChg>
        <pc:spChg chg="mod">
          <ac:chgData name="Khumalo, Linda" userId="dec9ebdf-bb03-41b8-8be8-d403b092b381" providerId="ADAL" clId="{1F672A8F-2681-4F4F-9753-B5FB86B1EA26}" dt="2021-04-14T16:29:43.161" v="1110" actId="20577"/>
          <ac:spMkLst>
            <pc:docMk/>
            <pc:sldMk cId="4020844815" sldId="10114"/>
            <ac:spMk id="124" creationId="{70F4856C-6810-4743-B6FB-7548BE8B0604}"/>
          </ac:spMkLst>
        </pc:spChg>
        <pc:spChg chg="del">
          <ac:chgData name="Khumalo, Linda" userId="dec9ebdf-bb03-41b8-8be8-d403b092b381" providerId="ADAL" clId="{1F672A8F-2681-4F4F-9753-B5FB86B1EA26}" dt="2021-04-14T16:22:01.560" v="1063" actId="478"/>
          <ac:spMkLst>
            <pc:docMk/>
            <pc:sldMk cId="4020844815" sldId="10114"/>
            <ac:spMk id="125" creationId="{0E1C646E-6537-46B9-8BA1-0C8D2F738BE2}"/>
          </ac:spMkLst>
        </pc:spChg>
        <pc:spChg chg="del">
          <ac:chgData name="Khumalo, Linda" userId="dec9ebdf-bb03-41b8-8be8-d403b092b381" providerId="ADAL" clId="{1F672A8F-2681-4F4F-9753-B5FB86B1EA26}" dt="2021-04-14T16:22:13.118" v="1067" actId="478"/>
          <ac:spMkLst>
            <pc:docMk/>
            <pc:sldMk cId="4020844815" sldId="10114"/>
            <ac:spMk id="126" creationId="{453CFCBA-5E28-4695-A16F-08FEC5C425D1}"/>
          </ac:spMkLst>
        </pc:spChg>
        <pc:spChg chg="del">
          <ac:chgData name="Khumalo, Linda" userId="dec9ebdf-bb03-41b8-8be8-d403b092b381" providerId="ADAL" clId="{1F672A8F-2681-4F4F-9753-B5FB86B1EA26}" dt="2021-04-14T16:22:29.105" v="1072" actId="478"/>
          <ac:spMkLst>
            <pc:docMk/>
            <pc:sldMk cId="4020844815" sldId="10114"/>
            <ac:spMk id="127" creationId="{9C690822-B616-4EB4-84FD-D1D9AE4CBC01}"/>
          </ac:spMkLst>
        </pc:spChg>
        <pc:spChg chg="del">
          <ac:chgData name="Khumalo, Linda" userId="dec9ebdf-bb03-41b8-8be8-d403b092b381" providerId="ADAL" clId="{1F672A8F-2681-4F4F-9753-B5FB86B1EA26}" dt="2021-04-14T16:22:35.537" v="1074" actId="478"/>
          <ac:spMkLst>
            <pc:docMk/>
            <pc:sldMk cId="4020844815" sldId="10114"/>
            <ac:spMk id="128" creationId="{2A16325A-C411-465A-B222-5BA9CFF97522}"/>
          </ac:spMkLst>
        </pc:spChg>
        <pc:spChg chg="del">
          <ac:chgData name="Khumalo, Linda" userId="dec9ebdf-bb03-41b8-8be8-d403b092b381" providerId="ADAL" clId="{1F672A8F-2681-4F4F-9753-B5FB86B1EA26}" dt="2021-04-14T16:22:48.303" v="1078" actId="478"/>
          <ac:spMkLst>
            <pc:docMk/>
            <pc:sldMk cId="4020844815" sldId="10114"/>
            <ac:spMk id="129" creationId="{A396A6FE-0078-4447-864B-F447256E770D}"/>
          </ac:spMkLst>
        </pc:spChg>
        <pc:spChg chg="mod">
          <ac:chgData name="Khumalo, Linda" userId="dec9ebdf-bb03-41b8-8be8-d403b092b381" providerId="ADAL" clId="{1F672A8F-2681-4F4F-9753-B5FB86B1EA26}" dt="2021-04-14T17:24:16.968" v="1319"/>
          <ac:spMkLst>
            <pc:docMk/>
            <pc:sldMk cId="4020844815" sldId="10114"/>
            <ac:spMk id="132" creationId="{BDF8F8A4-6155-44E0-8442-E6D1145303CA}"/>
          </ac:spMkLst>
        </pc:spChg>
        <pc:spChg chg="mod">
          <ac:chgData name="Khumalo, Linda" userId="dec9ebdf-bb03-41b8-8be8-d403b092b381" providerId="ADAL" clId="{1F672A8F-2681-4F4F-9753-B5FB86B1EA26}" dt="2021-04-14T17:24:16.968" v="1319"/>
          <ac:spMkLst>
            <pc:docMk/>
            <pc:sldMk cId="4020844815" sldId="10114"/>
            <ac:spMk id="133" creationId="{E75BC04F-7732-457F-9600-C6BA87724B43}"/>
          </ac:spMkLst>
        </pc:spChg>
        <pc:spChg chg="mod">
          <ac:chgData name="Khumalo, Linda" userId="dec9ebdf-bb03-41b8-8be8-d403b092b381" providerId="ADAL" clId="{1F672A8F-2681-4F4F-9753-B5FB86B1EA26}" dt="2021-04-14T17:24:16.968" v="1319"/>
          <ac:spMkLst>
            <pc:docMk/>
            <pc:sldMk cId="4020844815" sldId="10114"/>
            <ac:spMk id="134" creationId="{FFC5D0C4-7CFD-402F-A977-5E60A4011ED7}"/>
          </ac:spMkLst>
        </pc:spChg>
        <pc:spChg chg="mod">
          <ac:chgData name="Khumalo, Linda" userId="dec9ebdf-bb03-41b8-8be8-d403b092b381" providerId="ADAL" clId="{1F672A8F-2681-4F4F-9753-B5FB86B1EA26}" dt="2021-04-14T17:24:16.968" v="1319"/>
          <ac:spMkLst>
            <pc:docMk/>
            <pc:sldMk cId="4020844815" sldId="10114"/>
            <ac:spMk id="135" creationId="{F8BC4242-B37D-416A-8A1E-D257F7699C8E}"/>
          </ac:spMkLst>
        </pc:spChg>
        <pc:spChg chg="mod">
          <ac:chgData name="Khumalo, Linda" userId="dec9ebdf-bb03-41b8-8be8-d403b092b381" providerId="ADAL" clId="{1F672A8F-2681-4F4F-9753-B5FB86B1EA26}" dt="2021-04-14T17:24:16.968" v="1319"/>
          <ac:spMkLst>
            <pc:docMk/>
            <pc:sldMk cId="4020844815" sldId="10114"/>
            <ac:spMk id="136" creationId="{593371A4-4309-4201-8195-6C5A041CD6FA}"/>
          </ac:spMkLst>
        </pc:spChg>
        <pc:spChg chg="mod">
          <ac:chgData name="Khumalo, Linda" userId="dec9ebdf-bb03-41b8-8be8-d403b092b381" providerId="ADAL" clId="{1F672A8F-2681-4F4F-9753-B5FB86B1EA26}" dt="2021-04-14T17:24:16.968" v="1319"/>
          <ac:spMkLst>
            <pc:docMk/>
            <pc:sldMk cId="4020844815" sldId="10114"/>
            <ac:spMk id="137" creationId="{510F69C5-CB17-4C42-AF22-C97164D07D3C}"/>
          </ac:spMkLst>
        </pc:spChg>
        <pc:spChg chg="mod">
          <ac:chgData name="Khumalo, Linda" userId="dec9ebdf-bb03-41b8-8be8-d403b092b381" providerId="ADAL" clId="{1F672A8F-2681-4F4F-9753-B5FB86B1EA26}" dt="2021-04-14T17:24:16.968" v="1319"/>
          <ac:spMkLst>
            <pc:docMk/>
            <pc:sldMk cId="4020844815" sldId="10114"/>
            <ac:spMk id="138" creationId="{F4F24F5C-5320-4011-9253-AF7EA3631F96}"/>
          </ac:spMkLst>
        </pc:spChg>
        <pc:spChg chg="mod">
          <ac:chgData name="Khumalo, Linda" userId="dec9ebdf-bb03-41b8-8be8-d403b092b381" providerId="ADAL" clId="{1F672A8F-2681-4F4F-9753-B5FB86B1EA26}" dt="2021-04-14T17:24:16.968" v="1319"/>
          <ac:spMkLst>
            <pc:docMk/>
            <pc:sldMk cId="4020844815" sldId="10114"/>
            <ac:spMk id="139" creationId="{4D71135D-4BB5-4913-92CC-21773D44AB56}"/>
          </ac:spMkLst>
        </pc:spChg>
        <pc:spChg chg="add del mod">
          <ac:chgData name="Khumalo, Linda" userId="dec9ebdf-bb03-41b8-8be8-d403b092b381" providerId="ADAL" clId="{1F672A8F-2681-4F4F-9753-B5FB86B1EA26}" dt="2021-04-14T16:31:32.802" v="1112" actId="478"/>
          <ac:spMkLst>
            <pc:docMk/>
            <pc:sldMk cId="4020844815" sldId="10114"/>
            <ac:spMk id="140" creationId="{02A767A2-0D92-4FB2-8697-52B706D57620}"/>
          </ac:spMkLst>
        </pc:spChg>
        <pc:spChg chg="add del mod">
          <ac:chgData name="Khumalo, Linda" userId="dec9ebdf-bb03-41b8-8be8-d403b092b381" providerId="ADAL" clId="{1F672A8F-2681-4F4F-9753-B5FB86B1EA26}" dt="2021-04-14T17:26:46.035" v="1339" actId="478"/>
          <ac:spMkLst>
            <pc:docMk/>
            <pc:sldMk cId="4020844815" sldId="10114"/>
            <ac:spMk id="141" creationId="{1CF661EA-8991-4481-931D-62DA61831C7F}"/>
          </ac:spMkLst>
        </pc:spChg>
        <pc:spChg chg="mod topLvl">
          <ac:chgData name="Khumalo, Linda" userId="dec9ebdf-bb03-41b8-8be8-d403b092b381" providerId="ADAL" clId="{1F672A8F-2681-4F4F-9753-B5FB86B1EA26}" dt="2021-04-14T17:14:01.890" v="1218" actId="1076"/>
          <ac:spMkLst>
            <pc:docMk/>
            <pc:sldMk cId="4020844815" sldId="10114"/>
            <ac:spMk id="150" creationId="{F0F0A051-8ABE-43A6-86EC-81E9EBC4578F}"/>
          </ac:spMkLst>
        </pc:spChg>
        <pc:spChg chg="add del mod">
          <ac:chgData name="Khumalo, Linda" userId="dec9ebdf-bb03-41b8-8be8-d403b092b381" providerId="ADAL" clId="{1F672A8F-2681-4F4F-9753-B5FB86B1EA26}" dt="2021-04-14T17:14:26.094" v="1220" actId="478"/>
          <ac:spMkLst>
            <pc:docMk/>
            <pc:sldMk cId="4020844815" sldId="10114"/>
            <ac:spMk id="152" creationId="{98E98B04-BC34-4850-92B8-D8626F792D15}"/>
          </ac:spMkLst>
        </pc:spChg>
        <pc:spChg chg="add del mod">
          <ac:chgData name="Khumalo, Linda" userId="dec9ebdf-bb03-41b8-8be8-d403b092b381" providerId="ADAL" clId="{1F672A8F-2681-4F4F-9753-B5FB86B1EA26}" dt="2021-04-14T17:17:10.435" v="1223" actId="478"/>
          <ac:spMkLst>
            <pc:docMk/>
            <pc:sldMk cId="4020844815" sldId="10114"/>
            <ac:spMk id="153" creationId="{C062E76C-A453-4B03-8315-C52B89B3F1AB}"/>
          </ac:spMkLst>
        </pc:spChg>
        <pc:spChg chg="add del mod">
          <ac:chgData name="Khumalo, Linda" userId="dec9ebdf-bb03-41b8-8be8-d403b092b381" providerId="ADAL" clId="{1F672A8F-2681-4F4F-9753-B5FB86B1EA26}" dt="2021-04-14T17:17:43.579" v="1226" actId="478"/>
          <ac:spMkLst>
            <pc:docMk/>
            <pc:sldMk cId="4020844815" sldId="10114"/>
            <ac:spMk id="154" creationId="{99FDE74B-941E-455E-8270-9AB99E0A7D64}"/>
          </ac:spMkLst>
        </pc:spChg>
        <pc:spChg chg="add del mod">
          <ac:chgData name="Khumalo, Linda" userId="dec9ebdf-bb03-41b8-8be8-d403b092b381" providerId="ADAL" clId="{1F672A8F-2681-4F4F-9753-B5FB86B1EA26}" dt="2021-04-14T17:26:37.270" v="1338" actId="478"/>
          <ac:spMkLst>
            <pc:docMk/>
            <pc:sldMk cId="4020844815" sldId="10114"/>
            <ac:spMk id="155" creationId="{B9126B88-48B4-42FB-A834-BB07C6448E57}"/>
          </ac:spMkLst>
        </pc:spChg>
        <pc:spChg chg="mod">
          <ac:chgData name="Khumalo, Linda" userId="dec9ebdf-bb03-41b8-8be8-d403b092b381" providerId="ADAL" clId="{1F672A8F-2681-4F4F-9753-B5FB86B1EA26}" dt="2021-04-14T17:24:16.968" v="1319"/>
          <ac:spMkLst>
            <pc:docMk/>
            <pc:sldMk cId="4020844815" sldId="10114"/>
            <ac:spMk id="181" creationId="{1F88A62B-D9B5-4FF2-A4AF-701DA6BCB099}"/>
          </ac:spMkLst>
        </pc:spChg>
        <pc:spChg chg="mod">
          <ac:chgData name="Khumalo, Linda" userId="dec9ebdf-bb03-41b8-8be8-d403b092b381" providerId="ADAL" clId="{1F672A8F-2681-4F4F-9753-B5FB86B1EA26}" dt="2021-04-14T17:24:16.968" v="1319"/>
          <ac:spMkLst>
            <pc:docMk/>
            <pc:sldMk cId="4020844815" sldId="10114"/>
            <ac:spMk id="182" creationId="{7BF3D945-91FB-41F8-9FDD-BBFFD5F191C3}"/>
          </ac:spMkLst>
        </pc:spChg>
        <pc:spChg chg="mod">
          <ac:chgData name="Khumalo, Linda" userId="dec9ebdf-bb03-41b8-8be8-d403b092b381" providerId="ADAL" clId="{1F672A8F-2681-4F4F-9753-B5FB86B1EA26}" dt="2021-04-14T17:24:16.968" v="1319"/>
          <ac:spMkLst>
            <pc:docMk/>
            <pc:sldMk cId="4020844815" sldId="10114"/>
            <ac:spMk id="191" creationId="{233F00C5-B6FE-491A-9CCE-B2A5089A810B}"/>
          </ac:spMkLst>
        </pc:spChg>
        <pc:spChg chg="mod">
          <ac:chgData name="Khumalo, Linda" userId="dec9ebdf-bb03-41b8-8be8-d403b092b381" providerId="ADAL" clId="{1F672A8F-2681-4F4F-9753-B5FB86B1EA26}" dt="2021-04-15T15:05:46.895" v="3265" actId="554"/>
          <ac:spMkLst>
            <pc:docMk/>
            <pc:sldMk cId="4020844815" sldId="10114"/>
            <ac:spMk id="206" creationId="{9219E498-1061-419E-BD5F-0CE494253CB8}"/>
          </ac:spMkLst>
        </pc:spChg>
        <pc:spChg chg="mod">
          <ac:chgData name="Khumalo, Linda" userId="dec9ebdf-bb03-41b8-8be8-d403b092b381" providerId="ADAL" clId="{1F672A8F-2681-4F4F-9753-B5FB86B1EA26}" dt="2021-04-15T15:05:46.895" v="3265" actId="554"/>
          <ac:spMkLst>
            <pc:docMk/>
            <pc:sldMk cId="4020844815" sldId="10114"/>
            <ac:spMk id="221" creationId="{4A7691C6-044F-4C3D-B432-196E4470CF96}"/>
          </ac:spMkLst>
        </pc:spChg>
        <pc:spChg chg="del mod">
          <ac:chgData name="Khumalo, Linda" userId="dec9ebdf-bb03-41b8-8be8-d403b092b381" providerId="ADAL" clId="{1F672A8F-2681-4F4F-9753-B5FB86B1EA26}" dt="2021-04-14T12:06:04.838" v="156" actId="478"/>
          <ac:spMkLst>
            <pc:docMk/>
            <pc:sldMk cId="4020844815" sldId="10114"/>
            <ac:spMk id="303" creationId="{CAB199F1-FEB1-45B8-9016-556B617F3202}"/>
          </ac:spMkLst>
        </pc:spChg>
        <pc:grpChg chg="mod">
          <ac:chgData name="Khumalo, Linda" userId="dec9ebdf-bb03-41b8-8be8-d403b092b381" providerId="ADAL" clId="{1F672A8F-2681-4F4F-9753-B5FB86B1EA26}" dt="2021-04-14T17:24:16.968" v="1319"/>
          <ac:grpSpMkLst>
            <pc:docMk/>
            <pc:sldMk cId="4020844815" sldId="10114"/>
            <ac:grpSpMk id="4" creationId="{17C6AE82-2DF9-494E-AEF8-B0FC82583E22}"/>
          </ac:grpSpMkLst>
        </pc:grpChg>
        <pc:grpChg chg="add mod">
          <ac:chgData name="Khumalo, Linda" userId="dec9ebdf-bb03-41b8-8be8-d403b092b381" providerId="ADAL" clId="{1F672A8F-2681-4F4F-9753-B5FB86B1EA26}" dt="2021-04-14T16:23:39.198" v="1086" actId="408"/>
          <ac:grpSpMkLst>
            <pc:docMk/>
            <pc:sldMk cId="4020844815" sldId="10114"/>
            <ac:grpSpMk id="94" creationId="{CDE3EBDA-E6AB-4F67-A6AC-A9A642CFF300}"/>
          </ac:grpSpMkLst>
        </pc:grpChg>
        <pc:grpChg chg="mod">
          <ac:chgData name="Khumalo, Linda" userId="dec9ebdf-bb03-41b8-8be8-d403b092b381" providerId="ADAL" clId="{1F672A8F-2681-4F4F-9753-B5FB86B1EA26}" dt="2021-04-14T17:24:16.968" v="1319"/>
          <ac:grpSpMkLst>
            <pc:docMk/>
            <pc:sldMk cId="4020844815" sldId="10114"/>
            <ac:grpSpMk id="96" creationId="{ED1894DF-BA40-46F1-9F1E-03FA672718E6}"/>
          </ac:grpSpMkLst>
        </pc:grpChg>
        <pc:grpChg chg="add mod">
          <ac:chgData name="Khumalo, Linda" userId="dec9ebdf-bb03-41b8-8be8-d403b092b381" providerId="ADAL" clId="{1F672A8F-2681-4F4F-9753-B5FB86B1EA26}" dt="2021-04-14T16:23:39.198" v="1086" actId="408"/>
          <ac:grpSpMkLst>
            <pc:docMk/>
            <pc:sldMk cId="4020844815" sldId="10114"/>
            <ac:grpSpMk id="106" creationId="{5F676D7E-616A-48D7-9523-22B73F837CDA}"/>
          </ac:grpSpMkLst>
        </pc:grpChg>
        <pc:grpChg chg="add mod">
          <ac:chgData name="Khumalo, Linda" userId="dec9ebdf-bb03-41b8-8be8-d403b092b381" providerId="ADAL" clId="{1F672A8F-2681-4F4F-9753-B5FB86B1EA26}" dt="2021-04-14T16:23:39.198" v="1086" actId="408"/>
          <ac:grpSpMkLst>
            <pc:docMk/>
            <pc:sldMk cId="4020844815" sldId="10114"/>
            <ac:grpSpMk id="109" creationId="{3195E59C-4B9C-455B-A0AA-2AA3B790FE2E}"/>
          </ac:grpSpMkLst>
        </pc:grpChg>
        <pc:grpChg chg="add mod">
          <ac:chgData name="Khumalo, Linda" userId="dec9ebdf-bb03-41b8-8be8-d403b092b381" providerId="ADAL" clId="{1F672A8F-2681-4F4F-9753-B5FB86B1EA26}" dt="2021-04-14T17:29:03.150" v="1352" actId="1076"/>
          <ac:grpSpMkLst>
            <pc:docMk/>
            <pc:sldMk cId="4020844815" sldId="10114"/>
            <ac:grpSpMk id="113" creationId="{5F323516-2378-4BD6-B777-6123A2F8AE82}"/>
          </ac:grpSpMkLst>
        </pc:grpChg>
        <pc:grpChg chg="add del mod">
          <ac:chgData name="Khumalo, Linda" userId="dec9ebdf-bb03-41b8-8be8-d403b092b381" providerId="ADAL" clId="{1F672A8F-2681-4F4F-9753-B5FB86B1EA26}" dt="2021-04-14T16:29:11.973" v="1091" actId="478"/>
          <ac:grpSpMkLst>
            <pc:docMk/>
            <pc:sldMk cId="4020844815" sldId="10114"/>
            <ac:grpSpMk id="120" creationId="{30349102-A9B9-4619-B925-B39EBC4E642C}"/>
          </ac:grpSpMkLst>
        </pc:grpChg>
        <pc:grpChg chg="add mod">
          <ac:chgData name="Khumalo, Linda" userId="dec9ebdf-bb03-41b8-8be8-d403b092b381" providerId="ADAL" clId="{1F672A8F-2681-4F4F-9753-B5FB86B1EA26}" dt="2021-04-14T16:29:36.821" v="1098" actId="555"/>
          <ac:grpSpMkLst>
            <pc:docMk/>
            <pc:sldMk cId="4020844815" sldId="10114"/>
            <ac:grpSpMk id="123" creationId="{FBD52091-322A-4A8B-99D1-10713DCE1DF1}"/>
          </ac:grpSpMkLst>
        </pc:grpChg>
        <pc:grpChg chg="mod">
          <ac:chgData name="Khumalo, Linda" userId="dec9ebdf-bb03-41b8-8be8-d403b092b381" providerId="ADAL" clId="{1F672A8F-2681-4F4F-9753-B5FB86B1EA26}" dt="2021-04-14T17:24:16.968" v="1319"/>
          <ac:grpSpMkLst>
            <pc:docMk/>
            <pc:sldMk cId="4020844815" sldId="10114"/>
            <ac:grpSpMk id="145" creationId="{BCBDEB0B-714A-4C97-A7B0-2EC64978C820}"/>
          </ac:grpSpMkLst>
        </pc:grpChg>
        <pc:grpChg chg="add del mod">
          <ac:chgData name="Khumalo, Linda" userId="dec9ebdf-bb03-41b8-8be8-d403b092b381" providerId="ADAL" clId="{1F672A8F-2681-4F4F-9753-B5FB86B1EA26}" dt="2021-04-14T17:11:49.225" v="1199" actId="478"/>
          <ac:grpSpMkLst>
            <pc:docMk/>
            <pc:sldMk cId="4020844815" sldId="10114"/>
            <ac:grpSpMk id="149" creationId="{C628BE82-39FA-4688-82C0-5D6FF98AD42E}"/>
          </ac:grpSpMkLst>
        </pc:grpChg>
        <pc:grpChg chg="del mod">
          <ac:chgData name="Khumalo, Linda" userId="dec9ebdf-bb03-41b8-8be8-d403b092b381" providerId="ADAL" clId="{1F672A8F-2681-4F4F-9753-B5FB86B1EA26}" dt="2021-04-14T17:14:26.094" v="1220" actId="478"/>
          <ac:grpSpMkLst>
            <pc:docMk/>
            <pc:sldMk cId="4020844815" sldId="10114"/>
            <ac:grpSpMk id="174" creationId="{04FC124B-05C9-4745-A933-4DECB21EE39F}"/>
          </ac:grpSpMkLst>
        </pc:grpChg>
        <pc:grpChg chg="mod">
          <ac:chgData name="Khumalo, Linda" userId="dec9ebdf-bb03-41b8-8be8-d403b092b381" providerId="ADAL" clId="{1F672A8F-2681-4F4F-9753-B5FB86B1EA26}" dt="2021-04-14T17:24:16.968" v="1319"/>
          <ac:grpSpMkLst>
            <pc:docMk/>
            <pc:sldMk cId="4020844815" sldId="10114"/>
            <ac:grpSpMk id="184" creationId="{9F3DA134-337F-492F-8FBD-5F46F5F6F9EC}"/>
          </ac:grpSpMkLst>
        </pc:grpChg>
        <pc:grpChg chg="mod">
          <ac:chgData name="Khumalo, Linda" userId="dec9ebdf-bb03-41b8-8be8-d403b092b381" providerId="ADAL" clId="{1F672A8F-2681-4F4F-9753-B5FB86B1EA26}" dt="2021-04-14T17:24:16.968" v="1319"/>
          <ac:grpSpMkLst>
            <pc:docMk/>
            <pc:sldMk cId="4020844815" sldId="10114"/>
            <ac:grpSpMk id="185" creationId="{CAF1DB53-4C45-44E0-86FE-2D659798B14D}"/>
          </ac:grpSpMkLst>
        </pc:grpChg>
        <pc:grpChg chg="mod">
          <ac:chgData name="Khumalo, Linda" userId="dec9ebdf-bb03-41b8-8be8-d403b092b381" providerId="ADAL" clId="{1F672A8F-2681-4F4F-9753-B5FB86B1EA26}" dt="2021-04-14T17:24:16.968" v="1319"/>
          <ac:grpSpMkLst>
            <pc:docMk/>
            <pc:sldMk cId="4020844815" sldId="10114"/>
            <ac:grpSpMk id="196" creationId="{D00D8EE3-CF7B-409F-B18B-5D17BAF004E8}"/>
          </ac:grpSpMkLst>
        </pc:grpChg>
        <pc:grpChg chg="mod">
          <ac:chgData name="Khumalo, Linda" userId="dec9ebdf-bb03-41b8-8be8-d403b092b381" providerId="ADAL" clId="{1F672A8F-2681-4F4F-9753-B5FB86B1EA26}" dt="2021-04-15T15:05:46.895" v="3265" actId="554"/>
          <ac:grpSpMkLst>
            <pc:docMk/>
            <pc:sldMk cId="4020844815" sldId="10114"/>
            <ac:grpSpMk id="205" creationId="{B3AB4903-516D-4BCB-9E49-79B8CB0DF8E5}"/>
          </ac:grpSpMkLst>
        </pc:grpChg>
        <pc:grpChg chg="mod">
          <ac:chgData name="Khumalo, Linda" userId="dec9ebdf-bb03-41b8-8be8-d403b092b381" providerId="ADAL" clId="{1F672A8F-2681-4F4F-9753-B5FB86B1EA26}" dt="2021-04-15T15:05:46.895" v="3265" actId="554"/>
          <ac:grpSpMkLst>
            <pc:docMk/>
            <pc:sldMk cId="4020844815" sldId="10114"/>
            <ac:grpSpMk id="220" creationId="{803C42AA-6D08-42B1-87F4-9AA4674CC60A}"/>
          </ac:grpSpMkLst>
        </pc:grpChg>
        <pc:picChg chg="mod">
          <ac:chgData name="Khumalo, Linda" userId="dec9ebdf-bb03-41b8-8be8-d403b092b381" providerId="ADAL" clId="{1F672A8F-2681-4F4F-9753-B5FB86B1EA26}" dt="2021-04-14T17:26:10.073" v="1335" actId="14100"/>
          <ac:picMkLst>
            <pc:docMk/>
            <pc:sldMk cId="4020844815" sldId="10114"/>
            <ac:picMk id="7" creationId="{1340CDCF-3191-4EC5-82FC-5D07B2611F69}"/>
          </ac:picMkLst>
        </pc:picChg>
        <pc:picChg chg="mod">
          <ac:chgData name="Khumalo, Linda" userId="dec9ebdf-bb03-41b8-8be8-d403b092b381" providerId="ADAL" clId="{1F672A8F-2681-4F4F-9753-B5FB86B1EA26}" dt="2021-04-14T16:23:39.198" v="1086" actId="408"/>
          <ac:picMkLst>
            <pc:docMk/>
            <pc:sldMk cId="4020844815" sldId="10114"/>
            <ac:picMk id="105" creationId="{4F985B87-951E-46B8-BB29-4AF2FB9360B3}"/>
          </ac:picMkLst>
        </pc:picChg>
        <pc:picChg chg="mod">
          <ac:chgData name="Khumalo, Linda" userId="dec9ebdf-bb03-41b8-8be8-d403b092b381" providerId="ADAL" clId="{1F672A8F-2681-4F4F-9753-B5FB86B1EA26}" dt="2021-04-14T16:23:17.917" v="1085" actId="555"/>
          <ac:picMkLst>
            <pc:docMk/>
            <pc:sldMk cId="4020844815" sldId="10114"/>
            <ac:picMk id="108" creationId="{A3E11D13-E1FC-4725-A9D1-6BC1C4DB4518}"/>
          </ac:picMkLst>
        </pc:picChg>
        <pc:picChg chg="mod">
          <ac:chgData name="Khumalo, Linda" userId="dec9ebdf-bb03-41b8-8be8-d403b092b381" providerId="ADAL" clId="{1F672A8F-2681-4F4F-9753-B5FB86B1EA26}" dt="2021-04-14T16:23:39.198" v="1086" actId="408"/>
          <ac:picMkLst>
            <pc:docMk/>
            <pc:sldMk cId="4020844815" sldId="10114"/>
            <ac:picMk id="110" creationId="{17E5EB1D-2F39-4C35-A3FF-77B33EDCA8E0}"/>
          </ac:picMkLst>
        </pc:picChg>
        <pc:picChg chg="mod">
          <ac:chgData name="Khumalo, Linda" userId="dec9ebdf-bb03-41b8-8be8-d403b092b381" providerId="ADAL" clId="{1F672A8F-2681-4F4F-9753-B5FB86B1EA26}" dt="2021-04-14T16:29:36.821" v="1098" actId="555"/>
          <ac:picMkLst>
            <pc:docMk/>
            <pc:sldMk cId="4020844815" sldId="10114"/>
            <ac:picMk id="119" creationId="{287DF040-1C3E-46CB-A13B-9EE33874B479}"/>
          </ac:picMkLst>
        </pc:picChg>
        <pc:picChg chg="mod">
          <ac:chgData name="Khumalo, Linda" userId="dec9ebdf-bb03-41b8-8be8-d403b092b381" providerId="ADAL" clId="{1F672A8F-2681-4F4F-9753-B5FB86B1EA26}" dt="2021-04-14T16:23:17.917" v="1085" actId="555"/>
          <ac:picMkLst>
            <pc:docMk/>
            <pc:sldMk cId="4020844815" sldId="10114"/>
            <ac:picMk id="122" creationId="{02450140-D9EC-46F4-A962-230D33EB96A5}"/>
          </ac:picMkLst>
        </pc:picChg>
        <pc:picChg chg="mod">
          <ac:chgData name="Khumalo, Linda" userId="dec9ebdf-bb03-41b8-8be8-d403b092b381" providerId="ADAL" clId="{1F672A8F-2681-4F4F-9753-B5FB86B1EA26}" dt="2021-04-14T16:29:36.821" v="1098" actId="555"/>
          <ac:picMkLst>
            <pc:docMk/>
            <pc:sldMk cId="4020844815" sldId="10114"/>
            <ac:picMk id="130" creationId="{3C8D9DCB-5D28-430F-824B-02BBA970697E}"/>
          </ac:picMkLst>
        </pc:picChg>
        <pc:picChg chg="add mod">
          <ac:chgData name="Khumalo, Linda" userId="dec9ebdf-bb03-41b8-8be8-d403b092b381" providerId="ADAL" clId="{1F672A8F-2681-4F4F-9753-B5FB86B1EA26}" dt="2021-04-14T16:34:44.810" v="1136" actId="14100"/>
          <ac:picMkLst>
            <pc:docMk/>
            <pc:sldMk cId="4020844815" sldId="10114"/>
            <ac:picMk id="142" creationId="{96526983-D88B-4214-8C3B-14B14752A28F}"/>
          </ac:picMkLst>
        </pc:picChg>
        <pc:picChg chg="add mod">
          <ac:chgData name="Khumalo, Linda" userId="dec9ebdf-bb03-41b8-8be8-d403b092b381" providerId="ADAL" clId="{1F672A8F-2681-4F4F-9753-B5FB86B1EA26}" dt="2021-04-14T17:28:01.601" v="1349" actId="14100"/>
          <ac:picMkLst>
            <pc:docMk/>
            <pc:sldMk cId="4020844815" sldId="10114"/>
            <ac:picMk id="143" creationId="{49894EC0-1BF4-4184-8C52-3C9DC5A05A94}"/>
          </ac:picMkLst>
        </pc:picChg>
        <pc:picChg chg="add mod">
          <ac:chgData name="Khumalo, Linda" userId="dec9ebdf-bb03-41b8-8be8-d403b092b381" providerId="ADAL" clId="{1F672A8F-2681-4F4F-9753-B5FB86B1EA26}" dt="2021-04-14T17:28:46.342" v="1350" actId="553"/>
          <ac:picMkLst>
            <pc:docMk/>
            <pc:sldMk cId="4020844815" sldId="10114"/>
            <ac:picMk id="144" creationId="{D89760D5-D630-49B0-93A0-9E62D3676AC6}"/>
          </ac:picMkLst>
        </pc:picChg>
        <pc:picChg chg="add mod">
          <ac:chgData name="Khumalo, Linda" userId="dec9ebdf-bb03-41b8-8be8-d403b092b381" providerId="ADAL" clId="{1F672A8F-2681-4F4F-9753-B5FB86B1EA26}" dt="2021-04-14T17:08:11.895" v="1166" actId="14100"/>
          <ac:picMkLst>
            <pc:docMk/>
            <pc:sldMk cId="4020844815" sldId="10114"/>
            <ac:picMk id="146" creationId="{E4E0DD24-A3B4-497F-90D4-E915D429CF4B}"/>
          </ac:picMkLst>
        </pc:picChg>
        <pc:picChg chg="add mod">
          <ac:chgData name="Khumalo, Linda" userId="dec9ebdf-bb03-41b8-8be8-d403b092b381" providerId="ADAL" clId="{1F672A8F-2681-4F4F-9753-B5FB86B1EA26}" dt="2021-04-14T17:28:46.342" v="1350" actId="553"/>
          <ac:picMkLst>
            <pc:docMk/>
            <pc:sldMk cId="4020844815" sldId="10114"/>
            <ac:picMk id="147" creationId="{D79B9A89-698A-48EA-A322-F0D166807B04}"/>
          </ac:picMkLst>
        </pc:picChg>
        <pc:picChg chg="add mod ord">
          <ac:chgData name="Khumalo, Linda" userId="dec9ebdf-bb03-41b8-8be8-d403b092b381" providerId="ADAL" clId="{1F672A8F-2681-4F4F-9753-B5FB86B1EA26}" dt="2021-04-14T17:14:15.514" v="1219" actId="1076"/>
          <ac:picMkLst>
            <pc:docMk/>
            <pc:sldMk cId="4020844815" sldId="10114"/>
            <ac:picMk id="148" creationId="{AE840148-D24D-40B0-BC38-9CDFB7232199}"/>
          </ac:picMkLst>
        </pc:picChg>
        <pc:picChg chg="del mod topLvl">
          <ac:chgData name="Khumalo, Linda" userId="dec9ebdf-bb03-41b8-8be8-d403b092b381" providerId="ADAL" clId="{1F672A8F-2681-4F4F-9753-B5FB86B1EA26}" dt="2021-04-14T17:11:49.225" v="1199" actId="478"/>
          <ac:picMkLst>
            <pc:docMk/>
            <pc:sldMk cId="4020844815" sldId="10114"/>
            <ac:picMk id="151" creationId="{CDAC9050-D557-4DAC-B23E-10598BEE2CD1}"/>
          </ac:picMkLst>
        </pc:picChg>
        <pc:picChg chg="add mod">
          <ac:chgData name="Khumalo, Linda" userId="dec9ebdf-bb03-41b8-8be8-d403b092b381" providerId="ADAL" clId="{1F672A8F-2681-4F4F-9753-B5FB86B1EA26}" dt="2021-04-14T17:19:32.591" v="1254" actId="1076"/>
          <ac:picMkLst>
            <pc:docMk/>
            <pc:sldMk cId="4020844815" sldId="10114"/>
            <ac:picMk id="156" creationId="{E8F6AC9B-20C7-43CC-BA6C-E5E42392F588}"/>
          </ac:picMkLst>
        </pc:picChg>
        <pc:picChg chg="add del mod">
          <ac:chgData name="Khumalo, Linda" userId="dec9ebdf-bb03-41b8-8be8-d403b092b381" providerId="ADAL" clId="{1F672A8F-2681-4F4F-9753-B5FB86B1EA26}" dt="2021-04-14T17:27:40.993" v="1346" actId="478"/>
          <ac:picMkLst>
            <pc:docMk/>
            <pc:sldMk cId="4020844815" sldId="10114"/>
            <ac:picMk id="158" creationId="{B356533A-C54A-4959-9B39-FBFC06076BDF}"/>
          </ac:picMkLst>
        </pc:picChg>
        <pc:picChg chg="mod">
          <ac:chgData name="Khumalo, Linda" userId="dec9ebdf-bb03-41b8-8be8-d403b092b381" providerId="ADAL" clId="{1F672A8F-2681-4F4F-9753-B5FB86B1EA26}" dt="2021-04-15T15:05:46.895" v="3265" actId="554"/>
          <ac:picMkLst>
            <pc:docMk/>
            <pc:sldMk cId="4020844815" sldId="10114"/>
            <ac:picMk id="207" creationId="{5C84AC61-1F64-41CE-8EA2-96AAD75E121A}"/>
          </ac:picMkLst>
        </pc:picChg>
        <pc:picChg chg="mod">
          <ac:chgData name="Khumalo, Linda" userId="dec9ebdf-bb03-41b8-8be8-d403b092b381" providerId="ADAL" clId="{1F672A8F-2681-4F4F-9753-B5FB86B1EA26}" dt="2021-04-15T15:05:46.895" v="3265" actId="554"/>
          <ac:picMkLst>
            <pc:docMk/>
            <pc:sldMk cId="4020844815" sldId="10114"/>
            <ac:picMk id="222" creationId="{11A7371A-3A20-49D5-849A-BCF56141FEDE}"/>
          </ac:picMkLst>
        </pc:picChg>
        <pc:cxnChg chg="mod">
          <ac:chgData name="Khumalo, Linda" userId="dec9ebdf-bb03-41b8-8be8-d403b092b381" providerId="ADAL" clId="{1F672A8F-2681-4F4F-9753-B5FB86B1EA26}" dt="2021-04-14T17:24:16.968" v="1319"/>
          <ac:cxnSpMkLst>
            <pc:docMk/>
            <pc:sldMk cId="4020844815" sldId="10114"/>
            <ac:cxnSpMk id="16" creationId="{12EB6A10-A246-4595-ABD6-596F2871114E}"/>
          </ac:cxnSpMkLst>
        </pc:cxnChg>
        <pc:cxnChg chg="mod">
          <ac:chgData name="Khumalo, Linda" userId="dec9ebdf-bb03-41b8-8be8-d403b092b381" providerId="ADAL" clId="{1F672A8F-2681-4F4F-9753-B5FB86B1EA26}" dt="2021-04-14T17:24:16.968" v="1319"/>
          <ac:cxnSpMkLst>
            <pc:docMk/>
            <pc:sldMk cId="4020844815" sldId="10114"/>
            <ac:cxnSpMk id="31" creationId="{B9994196-5BDB-4A0B-A2F5-B68346673D58}"/>
          </ac:cxnSpMkLst>
        </pc:cxnChg>
        <pc:cxnChg chg="mod">
          <ac:chgData name="Khumalo, Linda" userId="dec9ebdf-bb03-41b8-8be8-d403b092b381" providerId="ADAL" clId="{1F672A8F-2681-4F4F-9753-B5FB86B1EA26}" dt="2021-04-14T17:26:10.073" v="1335" actId="14100"/>
          <ac:cxnSpMkLst>
            <pc:docMk/>
            <pc:sldMk cId="4020844815" sldId="10114"/>
            <ac:cxnSpMk id="33" creationId="{89F61CA9-BBBD-44B1-86A8-B9E43EE7914C}"/>
          </ac:cxnSpMkLst>
        </pc:cxnChg>
        <pc:cxnChg chg="mod">
          <ac:chgData name="Khumalo, Linda" userId="dec9ebdf-bb03-41b8-8be8-d403b092b381" providerId="ADAL" clId="{1F672A8F-2681-4F4F-9753-B5FB86B1EA26}" dt="2021-04-14T17:24:16.968" v="1319"/>
          <ac:cxnSpMkLst>
            <pc:docMk/>
            <pc:sldMk cId="4020844815" sldId="10114"/>
            <ac:cxnSpMk id="35" creationId="{F46479F6-B98E-4C58-916D-B27AEAC077C8}"/>
          </ac:cxnSpMkLst>
        </pc:cxnChg>
        <pc:cxnChg chg="del mod">
          <ac:chgData name="Khumalo, Linda" userId="dec9ebdf-bb03-41b8-8be8-d403b092b381" providerId="ADAL" clId="{1F672A8F-2681-4F4F-9753-B5FB86B1EA26}" dt="2021-04-14T17:24:11.159" v="1318" actId="478"/>
          <ac:cxnSpMkLst>
            <pc:docMk/>
            <pc:sldMk cId="4020844815" sldId="10114"/>
            <ac:cxnSpMk id="37" creationId="{A75B4814-A0E7-4867-982B-538B2CAD8C65}"/>
          </ac:cxnSpMkLst>
        </pc:cxnChg>
        <pc:cxnChg chg="mod">
          <ac:chgData name="Khumalo, Linda" userId="dec9ebdf-bb03-41b8-8be8-d403b092b381" providerId="ADAL" clId="{1F672A8F-2681-4F4F-9753-B5FB86B1EA26}" dt="2021-04-14T17:24:16.968" v="1319"/>
          <ac:cxnSpMkLst>
            <pc:docMk/>
            <pc:sldMk cId="4020844815" sldId="10114"/>
            <ac:cxnSpMk id="60" creationId="{DE7D48B1-66F5-44E4-BC23-01181CDB6FCA}"/>
          </ac:cxnSpMkLst>
        </pc:cxnChg>
        <pc:cxnChg chg="mod">
          <ac:chgData name="Khumalo, Linda" userId="dec9ebdf-bb03-41b8-8be8-d403b092b381" providerId="ADAL" clId="{1F672A8F-2681-4F4F-9753-B5FB86B1EA26}" dt="2021-04-14T17:24:16.968" v="1319"/>
          <ac:cxnSpMkLst>
            <pc:docMk/>
            <pc:sldMk cId="4020844815" sldId="10114"/>
            <ac:cxnSpMk id="64" creationId="{31DA20E9-3258-41B9-91D7-8C8EBCF0E6CA}"/>
          </ac:cxnSpMkLst>
        </pc:cxnChg>
        <pc:cxnChg chg="mod">
          <ac:chgData name="Khumalo, Linda" userId="dec9ebdf-bb03-41b8-8be8-d403b092b381" providerId="ADAL" clId="{1F672A8F-2681-4F4F-9753-B5FB86B1EA26}" dt="2021-04-14T17:24:16.968" v="1319"/>
          <ac:cxnSpMkLst>
            <pc:docMk/>
            <pc:sldMk cId="4020844815" sldId="10114"/>
            <ac:cxnSpMk id="66" creationId="{69234044-658A-43B3-8DED-310ED1664225}"/>
          </ac:cxnSpMkLst>
        </pc:cxnChg>
        <pc:cxnChg chg="mod">
          <ac:chgData name="Khumalo, Linda" userId="dec9ebdf-bb03-41b8-8be8-d403b092b381" providerId="ADAL" clId="{1F672A8F-2681-4F4F-9753-B5FB86B1EA26}" dt="2021-04-14T17:24:16.968" v="1319"/>
          <ac:cxnSpMkLst>
            <pc:docMk/>
            <pc:sldMk cId="4020844815" sldId="10114"/>
            <ac:cxnSpMk id="68" creationId="{0BA44E63-31AE-4035-8F71-8E6E83ACEEA5}"/>
          </ac:cxnSpMkLst>
        </pc:cxnChg>
        <pc:cxnChg chg="mod">
          <ac:chgData name="Khumalo, Linda" userId="dec9ebdf-bb03-41b8-8be8-d403b092b381" providerId="ADAL" clId="{1F672A8F-2681-4F4F-9753-B5FB86B1EA26}" dt="2021-04-14T17:24:16.968" v="1319"/>
          <ac:cxnSpMkLst>
            <pc:docMk/>
            <pc:sldMk cId="4020844815" sldId="10114"/>
            <ac:cxnSpMk id="70" creationId="{28777626-F1AF-4E83-8803-F6BE67084711}"/>
          </ac:cxnSpMkLst>
        </pc:cxnChg>
        <pc:cxnChg chg="mod">
          <ac:chgData name="Khumalo, Linda" userId="dec9ebdf-bb03-41b8-8be8-d403b092b381" providerId="ADAL" clId="{1F672A8F-2681-4F4F-9753-B5FB86B1EA26}" dt="2021-04-14T17:24:16.968" v="1319"/>
          <ac:cxnSpMkLst>
            <pc:docMk/>
            <pc:sldMk cId="4020844815" sldId="10114"/>
            <ac:cxnSpMk id="72" creationId="{47E47ADF-0EF3-44E4-A2FB-FB4BFEB3E7A5}"/>
          </ac:cxnSpMkLst>
        </pc:cxnChg>
        <pc:cxnChg chg="mod">
          <ac:chgData name="Khumalo, Linda" userId="dec9ebdf-bb03-41b8-8be8-d403b092b381" providerId="ADAL" clId="{1F672A8F-2681-4F4F-9753-B5FB86B1EA26}" dt="2021-04-14T17:24:16.968" v="1319"/>
          <ac:cxnSpMkLst>
            <pc:docMk/>
            <pc:sldMk cId="4020844815" sldId="10114"/>
            <ac:cxnSpMk id="91" creationId="{8F6FC921-174D-4CDF-9DA4-5CEEA1D25F57}"/>
          </ac:cxnSpMkLst>
        </pc:cxnChg>
        <pc:cxnChg chg="mod">
          <ac:chgData name="Khumalo, Linda" userId="dec9ebdf-bb03-41b8-8be8-d403b092b381" providerId="ADAL" clId="{1F672A8F-2681-4F4F-9753-B5FB86B1EA26}" dt="2021-04-14T17:24:16.968" v="1319"/>
          <ac:cxnSpMkLst>
            <pc:docMk/>
            <pc:sldMk cId="4020844815" sldId="10114"/>
            <ac:cxnSpMk id="93" creationId="{6C2A8373-B0EA-42E3-9E18-B648821AFF5A}"/>
          </ac:cxnSpMkLst>
        </pc:cxnChg>
        <pc:cxnChg chg="mod">
          <ac:chgData name="Khumalo, Linda" userId="dec9ebdf-bb03-41b8-8be8-d403b092b381" providerId="ADAL" clId="{1F672A8F-2681-4F4F-9753-B5FB86B1EA26}" dt="2021-04-14T17:24:16.968" v="1319"/>
          <ac:cxnSpMkLst>
            <pc:docMk/>
            <pc:sldMk cId="4020844815" sldId="10114"/>
            <ac:cxnSpMk id="95" creationId="{60CBD9CA-9994-48F6-AF28-65F54D5EC27F}"/>
          </ac:cxnSpMkLst>
        </pc:cxnChg>
        <pc:cxnChg chg="mod">
          <ac:chgData name="Khumalo, Linda" userId="dec9ebdf-bb03-41b8-8be8-d403b092b381" providerId="ADAL" clId="{1F672A8F-2681-4F4F-9753-B5FB86B1EA26}" dt="2021-04-14T17:24:16.968" v="1319"/>
          <ac:cxnSpMkLst>
            <pc:docMk/>
            <pc:sldMk cId="4020844815" sldId="10114"/>
            <ac:cxnSpMk id="97" creationId="{5BCD811C-0DD2-467C-BA61-ED8B8A39DE1C}"/>
          </ac:cxnSpMkLst>
        </pc:cxnChg>
        <pc:cxnChg chg="mod">
          <ac:chgData name="Khumalo, Linda" userId="dec9ebdf-bb03-41b8-8be8-d403b092b381" providerId="ADAL" clId="{1F672A8F-2681-4F4F-9753-B5FB86B1EA26}" dt="2021-04-14T17:24:16.968" v="1319"/>
          <ac:cxnSpMkLst>
            <pc:docMk/>
            <pc:sldMk cId="4020844815" sldId="10114"/>
            <ac:cxnSpMk id="99" creationId="{06B38CA6-FED0-4125-805D-DC131872C717}"/>
          </ac:cxnSpMkLst>
        </pc:cxnChg>
        <pc:cxnChg chg="mod">
          <ac:chgData name="Khumalo, Linda" userId="dec9ebdf-bb03-41b8-8be8-d403b092b381" providerId="ADAL" clId="{1F672A8F-2681-4F4F-9753-B5FB86B1EA26}" dt="2021-04-14T17:24:16.968" v="1319"/>
          <ac:cxnSpMkLst>
            <pc:docMk/>
            <pc:sldMk cId="4020844815" sldId="10114"/>
            <ac:cxnSpMk id="101" creationId="{7F59BD5A-81CD-48FE-8955-08C18CD6AA1F}"/>
          </ac:cxnSpMkLst>
        </pc:cxnChg>
        <pc:cxnChg chg="mod">
          <ac:chgData name="Khumalo, Linda" userId="dec9ebdf-bb03-41b8-8be8-d403b092b381" providerId="ADAL" clId="{1F672A8F-2681-4F4F-9753-B5FB86B1EA26}" dt="2021-04-14T17:24:16.968" v="1319"/>
          <ac:cxnSpMkLst>
            <pc:docMk/>
            <pc:sldMk cId="4020844815" sldId="10114"/>
            <ac:cxnSpMk id="103" creationId="{D024DD14-869B-4706-9ED0-A342F6868762}"/>
          </ac:cxnSpMkLst>
        </pc:cxnChg>
        <pc:cxnChg chg="mod">
          <ac:chgData name="Khumalo, Linda" userId="dec9ebdf-bb03-41b8-8be8-d403b092b381" providerId="ADAL" clId="{1F672A8F-2681-4F4F-9753-B5FB86B1EA26}" dt="2021-04-14T17:24:16.968" v="1319"/>
          <ac:cxnSpMkLst>
            <pc:docMk/>
            <pc:sldMk cId="4020844815" sldId="10114"/>
            <ac:cxnSpMk id="112" creationId="{6522414D-179F-434B-9268-44DFB5EADD93}"/>
          </ac:cxnSpMkLst>
        </pc:cxnChg>
        <pc:cxnChg chg="mod">
          <ac:chgData name="Khumalo, Linda" userId="dec9ebdf-bb03-41b8-8be8-d403b092b381" providerId="ADAL" clId="{1F672A8F-2681-4F4F-9753-B5FB86B1EA26}" dt="2021-04-14T17:24:16.968" v="1319"/>
          <ac:cxnSpMkLst>
            <pc:docMk/>
            <pc:sldMk cId="4020844815" sldId="10114"/>
            <ac:cxnSpMk id="114" creationId="{E62C225A-9D1A-4239-8560-070D8154B7A7}"/>
          </ac:cxnSpMkLst>
        </pc:cxnChg>
        <pc:cxnChg chg="mod">
          <ac:chgData name="Khumalo, Linda" userId="dec9ebdf-bb03-41b8-8be8-d403b092b381" providerId="ADAL" clId="{1F672A8F-2681-4F4F-9753-B5FB86B1EA26}" dt="2021-04-14T17:24:16.968" v="1319"/>
          <ac:cxnSpMkLst>
            <pc:docMk/>
            <pc:sldMk cId="4020844815" sldId="10114"/>
            <ac:cxnSpMk id="116" creationId="{AF5E83B9-E6B7-413B-BAE6-892E257E1BFC}"/>
          </ac:cxnSpMkLst>
        </pc:cxnChg>
        <pc:cxnChg chg="mod">
          <ac:chgData name="Khumalo, Linda" userId="dec9ebdf-bb03-41b8-8be8-d403b092b381" providerId="ADAL" clId="{1F672A8F-2681-4F4F-9753-B5FB86B1EA26}" dt="2021-04-14T17:24:16.968" v="1319"/>
          <ac:cxnSpMkLst>
            <pc:docMk/>
            <pc:sldMk cId="4020844815" sldId="10114"/>
            <ac:cxnSpMk id="131" creationId="{9E86A5DB-2FF5-471D-9110-163DC3A19760}"/>
          </ac:cxnSpMkLst>
        </pc:cxnChg>
        <pc:cxnChg chg="add mod">
          <ac:chgData name="Khumalo, Linda" userId="dec9ebdf-bb03-41b8-8be8-d403b092b381" providerId="ADAL" clId="{1F672A8F-2681-4F4F-9753-B5FB86B1EA26}" dt="2021-04-14T17:26:24.463" v="1337" actId="14100"/>
          <ac:cxnSpMkLst>
            <pc:docMk/>
            <pc:sldMk cId="4020844815" sldId="10114"/>
            <ac:cxnSpMk id="157" creationId="{DAD74BD9-B1CE-4C97-A0DD-74EE7AC55E94}"/>
          </ac:cxnSpMkLst>
        </pc:cxnChg>
        <pc:cxnChg chg="mod">
          <ac:chgData name="Khumalo, Linda" userId="dec9ebdf-bb03-41b8-8be8-d403b092b381" providerId="ADAL" clId="{1F672A8F-2681-4F4F-9753-B5FB86B1EA26}" dt="2021-04-14T17:24:16.968" v="1319"/>
          <ac:cxnSpMkLst>
            <pc:docMk/>
            <pc:sldMk cId="4020844815" sldId="10114"/>
            <ac:cxnSpMk id="193" creationId="{772F2D22-A06A-47EB-AB21-937FED4143B1}"/>
          </ac:cxnSpMkLst>
        </pc:cxnChg>
        <pc:cxnChg chg="mod">
          <ac:chgData name="Khumalo, Linda" userId="dec9ebdf-bb03-41b8-8be8-d403b092b381" providerId="ADAL" clId="{1F672A8F-2681-4F4F-9753-B5FB86B1EA26}" dt="2021-04-15T15:05:46.895" v="3265" actId="554"/>
          <ac:cxnSpMkLst>
            <pc:docMk/>
            <pc:sldMk cId="4020844815" sldId="10114"/>
            <ac:cxnSpMk id="266" creationId="{3962044E-C17A-4660-8031-4FA4172AB237}"/>
          </ac:cxnSpMkLst>
        </pc:cxnChg>
      </pc:sldChg>
      <pc:sldChg chg="modSp add del mod">
        <pc:chgData name="Khumalo, Linda" userId="dec9ebdf-bb03-41b8-8be8-d403b092b381" providerId="ADAL" clId="{1F672A8F-2681-4F4F-9753-B5FB86B1EA26}" dt="2021-04-15T14:48:57.524" v="3179" actId="47"/>
        <pc:sldMkLst>
          <pc:docMk/>
          <pc:sldMk cId="1083179106" sldId="11565"/>
        </pc:sldMkLst>
        <pc:spChg chg="mod">
          <ac:chgData name="Khumalo, Linda" userId="dec9ebdf-bb03-41b8-8be8-d403b092b381" providerId="ADAL" clId="{1F672A8F-2681-4F4F-9753-B5FB86B1EA26}" dt="2021-04-15T14:42:48.295" v="3082" actId="255"/>
          <ac:spMkLst>
            <pc:docMk/>
            <pc:sldMk cId="1083179106" sldId="11565"/>
            <ac:spMk id="21" creationId="{108B1B9C-C6DF-B545-B78D-AC99DD77B150}"/>
          </ac:spMkLst>
        </pc:spChg>
        <pc:spChg chg="mod">
          <ac:chgData name="Khumalo, Linda" userId="dec9ebdf-bb03-41b8-8be8-d403b092b381" providerId="ADAL" clId="{1F672A8F-2681-4F4F-9753-B5FB86B1EA26}" dt="2021-04-15T14:42:48.295" v="3082" actId="255"/>
          <ac:spMkLst>
            <pc:docMk/>
            <pc:sldMk cId="1083179106" sldId="11565"/>
            <ac:spMk id="23" creationId="{8152CB71-7985-A34E-A0A8-1A2AC8EE83DE}"/>
          </ac:spMkLst>
        </pc:spChg>
      </pc:sldChg>
      <pc:sldChg chg="addSp delSp modSp add mod ord modTransition">
        <pc:chgData name="Khumalo, Linda" userId="dec9ebdf-bb03-41b8-8be8-d403b092b381" providerId="ADAL" clId="{1F672A8F-2681-4F4F-9753-B5FB86B1EA26}" dt="2021-04-16T10:02:46.634" v="5254"/>
        <pc:sldMkLst>
          <pc:docMk/>
          <pc:sldMk cId="2443884276" sldId="11911"/>
        </pc:sldMkLst>
        <pc:spChg chg="mod">
          <ac:chgData name="Khumalo, Linda" userId="dec9ebdf-bb03-41b8-8be8-d403b092b381" providerId="ADAL" clId="{1F672A8F-2681-4F4F-9753-B5FB86B1EA26}" dt="2021-04-16T08:49:26.040" v="4996" actId="552"/>
          <ac:spMkLst>
            <pc:docMk/>
            <pc:sldMk cId="2443884276" sldId="11911"/>
            <ac:spMk id="3" creationId="{7D313641-A53F-4949-AB3F-8B70E42F67C0}"/>
          </ac:spMkLst>
        </pc:spChg>
        <pc:spChg chg="mod">
          <ac:chgData name="Khumalo, Linda" userId="dec9ebdf-bb03-41b8-8be8-d403b092b381" providerId="ADAL" clId="{1F672A8F-2681-4F4F-9753-B5FB86B1EA26}" dt="2021-04-15T16:33:02.835" v="4396" actId="20577"/>
          <ac:spMkLst>
            <pc:docMk/>
            <pc:sldMk cId="2443884276" sldId="11911"/>
            <ac:spMk id="4" creationId="{EE7B678E-70BF-D64B-8692-4B36C17892DF}"/>
          </ac:spMkLst>
        </pc:spChg>
        <pc:spChg chg="mod">
          <ac:chgData name="Khumalo, Linda" userId="dec9ebdf-bb03-41b8-8be8-d403b092b381" providerId="ADAL" clId="{1F672A8F-2681-4F4F-9753-B5FB86B1EA26}" dt="2021-04-15T16:41:57.235" v="4430" actId="20577"/>
          <ac:spMkLst>
            <pc:docMk/>
            <pc:sldMk cId="2443884276" sldId="11911"/>
            <ac:spMk id="5" creationId="{36A1E70F-7F71-2840-B39C-4BC039991453}"/>
          </ac:spMkLst>
        </pc:spChg>
        <pc:spChg chg="add del mod">
          <ac:chgData name="Khumalo, Linda" userId="dec9ebdf-bb03-41b8-8be8-d403b092b381" providerId="ADAL" clId="{1F672A8F-2681-4F4F-9753-B5FB86B1EA26}" dt="2021-04-16T08:46:31.139" v="4974" actId="478"/>
          <ac:spMkLst>
            <pc:docMk/>
            <pc:sldMk cId="2443884276" sldId="11911"/>
            <ac:spMk id="6" creationId="{42EFED32-A435-4A6F-83DF-348D98F2786F}"/>
          </ac:spMkLst>
        </pc:spChg>
        <pc:spChg chg="add del mod">
          <ac:chgData name="Khumalo, Linda" userId="dec9ebdf-bb03-41b8-8be8-d403b092b381" providerId="ADAL" clId="{1F672A8F-2681-4F4F-9753-B5FB86B1EA26}" dt="2021-04-15T20:45:33.402" v="4734" actId="478"/>
          <ac:spMkLst>
            <pc:docMk/>
            <pc:sldMk cId="2443884276" sldId="11911"/>
            <ac:spMk id="7" creationId="{760CB0AD-71D4-4D4F-8669-AC49B7485C27}"/>
          </ac:spMkLst>
        </pc:spChg>
        <pc:spChg chg="add mod">
          <ac:chgData name="Khumalo, Linda" userId="dec9ebdf-bb03-41b8-8be8-d403b092b381" providerId="ADAL" clId="{1F672A8F-2681-4F4F-9753-B5FB86B1EA26}" dt="2021-04-16T08:49:38.963" v="4997" actId="14100"/>
          <ac:spMkLst>
            <pc:docMk/>
            <pc:sldMk cId="2443884276" sldId="11911"/>
            <ac:spMk id="8" creationId="{8123755B-2170-4BCB-8C11-946BB22B1933}"/>
          </ac:spMkLst>
        </pc:spChg>
        <pc:spChg chg="add mod">
          <ac:chgData name="Khumalo, Linda" userId="dec9ebdf-bb03-41b8-8be8-d403b092b381" providerId="ADAL" clId="{1F672A8F-2681-4F4F-9753-B5FB86B1EA26}" dt="2021-04-16T08:48:51.789" v="4993" actId="554"/>
          <ac:spMkLst>
            <pc:docMk/>
            <pc:sldMk cId="2443884276" sldId="11911"/>
            <ac:spMk id="9" creationId="{4B2F6595-1426-46F6-B91B-B315B8249DBD}"/>
          </ac:spMkLst>
        </pc:spChg>
        <pc:spChg chg="add del mod">
          <ac:chgData name="Khumalo, Linda" userId="dec9ebdf-bb03-41b8-8be8-d403b092b381" providerId="ADAL" clId="{1F672A8F-2681-4F4F-9753-B5FB86B1EA26}" dt="2021-04-15T16:26:01.483" v="4319" actId="478"/>
          <ac:spMkLst>
            <pc:docMk/>
            <pc:sldMk cId="2443884276" sldId="11911"/>
            <ac:spMk id="13" creationId="{771BE149-950C-4804-B36B-3DB5262B72CE}"/>
          </ac:spMkLst>
        </pc:spChg>
        <pc:spChg chg="add del mod">
          <ac:chgData name="Khumalo, Linda" userId="dec9ebdf-bb03-41b8-8be8-d403b092b381" providerId="ADAL" clId="{1F672A8F-2681-4F4F-9753-B5FB86B1EA26}" dt="2021-04-15T16:26:01.483" v="4319" actId="478"/>
          <ac:spMkLst>
            <pc:docMk/>
            <pc:sldMk cId="2443884276" sldId="11911"/>
            <ac:spMk id="14" creationId="{80C153A6-04B5-4AF2-A87E-1B75E50467F5}"/>
          </ac:spMkLst>
        </pc:spChg>
        <pc:spChg chg="add mod">
          <ac:chgData name="Khumalo, Linda" userId="dec9ebdf-bb03-41b8-8be8-d403b092b381" providerId="ADAL" clId="{1F672A8F-2681-4F4F-9753-B5FB86B1EA26}" dt="2021-04-15T20:57:41.396" v="4905" actId="20577"/>
          <ac:spMkLst>
            <pc:docMk/>
            <pc:sldMk cId="2443884276" sldId="11911"/>
            <ac:spMk id="15" creationId="{81C10AEE-A7D4-4147-BAD7-E44653CBCDB8}"/>
          </ac:spMkLst>
        </pc:spChg>
        <pc:graphicFrameChg chg="mod modGraphic">
          <ac:chgData name="Khumalo, Linda" userId="dec9ebdf-bb03-41b8-8be8-d403b092b381" providerId="ADAL" clId="{1F672A8F-2681-4F4F-9753-B5FB86B1EA26}" dt="2021-04-16T08:47:11.855" v="4978"/>
          <ac:graphicFrameMkLst>
            <pc:docMk/>
            <pc:sldMk cId="2443884276" sldId="11911"/>
            <ac:graphicFrameMk id="2" creationId="{44AD5E95-53F5-564B-BAE3-192AADE17A69}"/>
          </ac:graphicFrameMkLst>
        </pc:graphicFrameChg>
        <pc:graphicFrameChg chg="add mod modGraphic">
          <ac:chgData name="Khumalo, Linda" userId="dec9ebdf-bb03-41b8-8be8-d403b092b381" providerId="ADAL" clId="{1F672A8F-2681-4F4F-9753-B5FB86B1EA26}" dt="2021-04-16T08:49:12.251" v="4995" actId="554"/>
          <ac:graphicFrameMkLst>
            <pc:docMk/>
            <pc:sldMk cId="2443884276" sldId="11911"/>
            <ac:graphicFrameMk id="10" creationId="{3DFFE32C-BF28-45BA-A914-49786D58D81C}"/>
          </ac:graphicFrameMkLst>
        </pc:graphicFrameChg>
        <pc:graphicFrameChg chg="add mod modGraphic">
          <ac:chgData name="Khumalo, Linda" userId="dec9ebdf-bb03-41b8-8be8-d403b092b381" providerId="ADAL" clId="{1F672A8F-2681-4F4F-9753-B5FB86B1EA26}" dt="2021-04-16T08:48:10.773" v="4991"/>
          <ac:graphicFrameMkLst>
            <pc:docMk/>
            <pc:sldMk cId="2443884276" sldId="11911"/>
            <ac:graphicFrameMk id="11" creationId="{0365B827-2273-4732-B1B1-4469C32D3BA4}"/>
          </ac:graphicFrameMkLst>
        </pc:graphicFrameChg>
        <pc:graphicFrameChg chg="add mod modGraphic">
          <ac:chgData name="Khumalo, Linda" userId="dec9ebdf-bb03-41b8-8be8-d403b092b381" providerId="ADAL" clId="{1F672A8F-2681-4F4F-9753-B5FB86B1EA26}" dt="2021-04-16T08:48:51.789" v="4993" actId="554"/>
          <ac:graphicFrameMkLst>
            <pc:docMk/>
            <pc:sldMk cId="2443884276" sldId="11911"/>
            <ac:graphicFrameMk id="12" creationId="{9D1CBDAD-1DE3-4574-A1AB-05D525B8F9F8}"/>
          </ac:graphicFrameMkLst>
        </pc:graphicFrameChg>
      </pc:sldChg>
      <pc:sldChg chg="addSp delSp modSp del mod modTransition">
        <pc:chgData name="Khumalo, Linda" userId="dec9ebdf-bb03-41b8-8be8-d403b092b381" providerId="ADAL" clId="{1F672A8F-2681-4F4F-9753-B5FB86B1EA26}" dt="2021-04-15T16:37:30.039" v="4405" actId="47"/>
        <pc:sldMkLst>
          <pc:docMk/>
          <pc:sldMk cId="3615526408" sldId="11920"/>
        </pc:sldMkLst>
        <pc:spChg chg="add del mod">
          <ac:chgData name="Khumalo, Linda" userId="dec9ebdf-bb03-41b8-8be8-d403b092b381" providerId="ADAL" clId="{1F672A8F-2681-4F4F-9753-B5FB86B1EA26}" dt="2021-04-14T12:03:53.874" v="75"/>
          <ac:spMkLst>
            <pc:docMk/>
            <pc:sldMk cId="3615526408" sldId="11920"/>
            <ac:spMk id="2" creationId="{39580ABC-5F69-4DB5-8652-1B049630A035}"/>
          </ac:spMkLst>
        </pc:spChg>
        <pc:spChg chg="add del mod">
          <ac:chgData name="Khumalo, Linda" userId="dec9ebdf-bb03-41b8-8be8-d403b092b381" providerId="ADAL" clId="{1F672A8F-2681-4F4F-9753-B5FB86B1EA26}" dt="2021-04-14T12:03:53.874" v="75"/>
          <ac:spMkLst>
            <pc:docMk/>
            <pc:sldMk cId="3615526408" sldId="11920"/>
            <ac:spMk id="3" creationId="{F09D51EF-754D-4010-816C-DADACA813DEB}"/>
          </ac:spMkLst>
        </pc:spChg>
        <pc:spChg chg="add mod">
          <ac:chgData name="Khumalo, Linda" userId="dec9ebdf-bb03-41b8-8be8-d403b092b381" providerId="ADAL" clId="{1F672A8F-2681-4F4F-9753-B5FB86B1EA26}" dt="2021-04-14T12:11:52.442" v="531"/>
          <ac:spMkLst>
            <pc:docMk/>
            <pc:sldMk cId="3615526408" sldId="11920"/>
            <ac:spMk id="4" creationId="{C3F41171-66E7-4283-8638-D2921B93A458}"/>
          </ac:spMkLst>
        </pc:spChg>
        <pc:spChg chg="add del mod">
          <ac:chgData name="Khumalo, Linda" userId="dec9ebdf-bb03-41b8-8be8-d403b092b381" providerId="ADAL" clId="{1F672A8F-2681-4F4F-9753-B5FB86B1EA26}" dt="2021-04-14T12:08:11.209" v="316" actId="478"/>
          <ac:spMkLst>
            <pc:docMk/>
            <pc:sldMk cId="3615526408" sldId="11920"/>
            <ac:spMk id="5" creationId="{7EEBD49C-6C89-4130-A34E-687ED02B13E6}"/>
          </ac:spMkLst>
        </pc:spChg>
        <pc:spChg chg="add del mod">
          <ac:chgData name="Khumalo, Linda" userId="dec9ebdf-bb03-41b8-8be8-d403b092b381" providerId="ADAL" clId="{1F672A8F-2681-4F4F-9753-B5FB86B1EA26}" dt="2021-04-14T12:08:13.407" v="317" actId="478"/>
          <ac:spMkLst>
            <pc:docMk/>
            <pc:sldMk cId="3615526408" sldId="11920"/>
            <ac:spMk id="6" creationId="{9BE037B5-9D12-4463-BED1-ED6F206547C8}"/>
          </ac:spMkLst>
        </pc:spChg>
        <pc:spChg chg="add del mod">
          <ac:chgData name="Khumalo, Linda" userId="dec9ebdf-bb03-41b8-8be8-d403b092b381" providerId="ADAL" clId="{1F672A8F-2681-4F4F-9753-B5FB86B1EA26}" dt="2021-04-14T12:08:32.750" v="321" actId="478"/>
          <ac:spMkLst>
            <pc:docMk/>
            <pc:sldMk cId="3615526408" sldId="11920"/>
            <ac:spMk id="7" creationId="{F15D2CB5-04E9-445C-8758-F70BECF967B8}"/>
          </ac:spMkLst>
        </pc:spChg>
        <pc:spChg chg="add del mod">
          <ac:chgData name="Khumalo, Linda" userId="dec9ebdf-bb03-41b8-8be8-d403b092b381" providerId="ADAL" clId="{1F672A8F-2681-4F4F-9753-B5FB86B1EA26}" dt="2021-04-14T12:08:35.752" v="322" actId="478"/>
          <ac:spMkLst>
            <pc:docMk/>
            <pc:sldMk cId="3615526408" sldId="11920"/>
            <ac:spMk id="8" creationId="{317540F9-132F-4879-A081-CD2EA59D3913}"/>
          </ac:spMkLst>
        </pc:spChg>
        <pc:spChg chg="add del mod">
          <ac:chgData name="Khumalo, Linda" userId="dec9ebdf-bb03-41b8-8be8-d403b092b381" providerId="ADAL" clId="{1F672A8F-2681-4F4F-9753-B5FB86B1EA26}" dt="2021-04-14T12:11:54.674" v="532" actId="478"/>
          <ac:spMkLst>
            <pc:docMk/>
            <pc:sldMk cId="3615526408" sldId="11920"/>
            <ac:spMk id="9" creationId="{30E1EA0E-E20B-4A08-B10F-9087330E7E2F}"/>
          </ac:spMkLst>
        </pc:spChg>
        <pc:spChg chg="add mod">
          <ac:chgData name="Khumalo, Linda" userId="dec9ebdf-bb03-41b8-8be8-d403b092b381" providerId="ADAL" clId="{1F672A8F-2681-4F4F-9753-B5FB86B1EA26}" dt="2021-04-14T12:12:10.309" v="579" actId="20577"/>
          <ac:spMkLst>
            <pc:docMk/>
            <pc:sldMk cId="3615526408" sldId="11920"/>
            <ac:spMk id="10" creationId="{29C1BE45-9A70-4367-BC26-89B7DCF1DD49}"/>
          </ac:spMkLst>
        </pc:spChg>
        <pc:spChg chg="mod">
          <ac:chgData name="Khumalo, Linda" userId="dec9ebdf-bb03-41b8-8be8-d403b092b381" providerId="ADAL" clId="{1F672A8F-2681-4F4F-9753-B5FB86B1EA26}" dt="2021-04-14T11:00:23.266" v="1" actId="554"/>
          <ac:spMkLst>
            <pc:docMk/>
            <pc:sldMk cId="3615526408" sldId="11920"/>
            <ac:spMk id="98" creationId="{B449744E-26F0-4ABE-BC07-C275AD239E9F}"/>
          </ac:spMkLst>
        </pc:spChg>
        <pc:spChg chg="mod">
          <ac:chgData name="Khumalo, Linda" userId="dec9ebdf-bb03-41b8-8be8-d403b092b381" providerId="ADAL" clId="{1F672A8F-2681-4F4F-9753-B5FB86B1EA26}" dt="2021-04-14T11:00:23.266" v="1" actId="554"/>
          <ac:spMkLst>
            <pc:docMk/>
            <pc:sldMk cId="3615526408" sldId="11920"/>
            <ac:spMk id="101" creationId="{B36F904D-FA03-4363-BA4B-54D601BE52F9}"/>
          </ac:spMkLst>
        </pc:spChg>
        <pc:spChg chg="del">
          <ac:chgData name="Khumalo, Linda" userId="dec9ebdf-bb03-41b8-8be8-d403b092b381" providerId="ADAL" clId="{1F672A8F-2681-4F4F-9753-B5FB86B1EA26}" dt="2021-04-14T12:08:22.141" v="319" actId="478"/>
          <ac:spMkLst>
            <pc:docMk/>
            <pc:sldMk cId="3615526408" sldId="11920"/>
            <ac:spMk id="109" creationId="{849D6859-DBD9-433D-85B4-2266D1BD64EC}"/>
          </ac:spMkLst>
        </pc:spChg>
      </pc:sldChg>
      <pc:sldChg chg="addSp delSp modSp mod ord modTransition">
        <pc:chgData name="Khumalo, Linda" userId="dec9ebdf-bb03-41b8-8be8-d403b092b381" providerId="ADAL" clId="{1F672A8F-2681-4F4F-9753-B5FB86B1EA26}" dt="2021-04-16T09:10:58.538" v="5096" actId="20577"/>
        <pc:sldMkLst>
          <pc:docMk/>
          <pc:sldMk cId="3039178225" sldId="11921"/>
        </pc:sldMkLst>
        <pc:spChg chg="add mod">
          <ac:chgData name="Khumalo, Linda" userId="dec9ebdf-bb03-41b8-8be8-d403b092b381" providerId="ADAL" clId="{1F672A8F-2681-4F4F-9753-B5FB86B1EA26}" dt="2021-04-15T21:01:03.972" v="4948" actId="20577"/>
          <ac:spMkLst>
            <pc:docMk/>
            <pc:sldMk cId="3039178225" sldId="11921"/>
            <ac:spMk id="2" creationId="{35F7AF95-D2D9-4E4D-9834-B01D11108DAD}"/>
          </ac:spMkLst>
        </pc:spChg>
        <pc:spChg chg="add del mod">
          <ac:chgData name="Khumalo, Linda" userId="dec9ebdf-bb03-41b8-8be8-d403b092b381" providerId="ADAL" clId="{1F672A8F-2681-4F4F-9753-B5FB86B1EA26}" dt="2021-04-14T12:09:00.511" v="348" actId="478"/>
          <ac:spMkLst>
            <pc:docMk/>
            <pc:sldMk cId="3039178225" sldId="11921"/>
            <ac:spMk id="3" creationId="{03911FC4-BE89-4C61-9CA0-C339370C56ED}"/>
          </ac:spMkLst>
        </pc:spChg>
        <pc:spChg chg="del">
          <ac:chgData name="Khumalo, Linda" userId="dec9ebdf-bb03-41b8-8be8-d403b092b381" providerId="ADAL" clId="{1F672A8F-2681-4F4F-9753-B5FB86B1EA26}" dt="2021-04-14T12:09:15.001" v="353" actId="478"/>
          <ac:spMkLst>
            <pc:docMk/>
            <pc:sldMk cId="3039178225" sldId="11921"/>
            <ac:spMk id="5" creationId="{5CF2A22D-F731-45B1-A641-19BFA2BE19C7}"/>
          </ac:spMkLst>
        </pc:spChg>
        <pc:spChg chg="del">
          <ac:chgData name="Khumalo, Linda" userId="dec9ebdf-bb03-41b8-8be8-d403b092b381" providerId="ADAL" clId="{1F672A8F-2681-4F4F-9753-B5FB86B1EA26}" dt="2021-04-14T12:09:02.427" v="349" actId="478"/>
          <ac:spMkLst>
            <pc:docMk/>
            <pc:sldMk cId="3039178225" sldId="11921"/>
            <ac:spMk id="6" creationId="{1E1482EF-8A5C-415A-BEEC-97443979B8E2}"/>
          </ac:spMkLst>
        </pc:spChg>
        <pc:spChg chg="add del mod">
          <ac:chgData name="Khumalo, Linda" userId="dec9ebdf-bb03-41b8-8be8-d403b092b381" providerId="ADAL" clId="{1F672A8F-2681-4F4F-9753-B5FB86B1EA26}" dt="2021-04-14T12:09:04.393" v="350" actId="478"/>
          <ac:spMkLst>
            <pc:docMk/>
            <pc:sldMk cId="3039178225" sldId="11921"/>
            <ac:spMk id="7" creationId="{93B2DE1E-A6AC-4124-8BFB-6857C7B084B3}"/>
          </ac:spMkLst>
        </pc:spChg>
        <pc:spChg chg="add del mod">
          <ac:chgData name="Khumalo, Linda" userId="dec9ebdf-bb03-41b8-8be8-d403b092b381" providerId="ADAL" clId="{1F672A8F-2681-4F4F-9753-B5FB86B1EA26}" dt="2021-04-14T12:09:34.923" v="357" actId="478"/>
          <ac:spMkLst>
            <pc:docMk/>
            <pc:sldMk cId="3039178225" sldId="11921"/>
            <ac:spMk id="8" creationId="{D94CCC10-FDD5-4E9B-8113-A1D5F6E30FC3}"/>
          </ac:spMkLst>
        </pc:spChg>
        <pc:spChg chg="add mod">
          <ac:chgData name="Khumalo, Linda" userId="dec9ebdf-bb03-41b8-8be8-d403b092b381" providerId="ADAL" clId="{1F672A8F-2681-4F4F-9753-B5FB86B1EA26}" dt="2021-04-15T16:39:47.296" v="4412"/>
          <ac:spMkLst>
            <pc:docMk/>
            <pc:sldMk cId="3039178225" sldId="11921"/>
            <ac:spMk id="9" creationId="{C46EFCD8-EEA9-4324-AADC-2A9A51F7810F}"/>
          </ac:spMkLst>
        </pc:spChg>
        <pc:spChg chg="del mod topLvl">
          <ac:chgData name="Khumalo, Linda" userId="dec9ebdf-bb03-41b8-8be8-d403b092b381" providerId="ADAL" clId="{1F672A8F-2681-4F4F-9753-B5FB86B1EA26}" dt="2021-04-15T14:54:40.119" v="3211" actId="478"/>
          <ac:spMkLst>
            <pc:docMk/>
            <pc:sldMk cId="3039178225" sldId="11921"/>
            <ac:spMk id="10" creationId="{19A83311-913A-46B4-BFB9-67AEB4E52517}"/>
          </ac:spMkLst>
        </pc:spChg>
        <pc:spChg chg="del mod topLvl">
          <ac:chgData name="Khumalo, Linda" userId="dec9ebdf-bb03-41b8-8be8-d403b092b381" providerId="ADAL" clId="{1F672A8F-2681-4F4F-9753-B5FB86B1EA26}" dt="2021-04-15T14:54:44.972" v="3212" actId="478"/>
          <ac:spMkLst>
            <pc:docMk/>
            <pc:sldMk cId="3039178225" sldId="11921"/>
            <ac:spMk id="13" creationId="{745C2433-B4E2-437D-8277-12B88B837DA9}"/>
          </ac:spMkLst>
        </pc:spChg>
        <pc:spChg chg="mod">
          <ac:chgData name="Khumalo, Linda" userId="dec9ebdf-bb03-41b8-8be8-d403b092b381" providerId="ADAL" clId="{1F672A8F-2681-4F4F-9753-B5FB86B1EA26}" dt="2021-04-15T14:27:41.736" v="2887"/>
          <ac:spMkLst>
            <pc:docMk/>
            <pc:sldMk cId="3039178225" sldId="11921"/>
            <ac:spMk id="16" creationId="{F3CF0CC8-3E63-4B8C-AD6F-1E21C1BC3A8C}"/>
          </ac:spMkLst>
        </pc:spChg>
        <pc:spChg chg="del mod topLvl">
          <ac:chgData name="Khumalo, Linda" userId="dec9ebdf-bb03-41b8-8be8-d403b092b381" providerId="ADAL" clId="{1F672A8F-2681-4F4F-9753-B5FB86B1EA26}" dt="2021-04-15T14:54:32.306" v="3209" actId="478"/>
          <ac:spMkLst>
            <pc:docMk/>
            <pc:sldMk cId="3039178225" sldId="11921"/>
            <ac:spMk id="19" creationId="{8FFBA367-854D-4840-AAA3-1A8D757AAF29}"/>
          </ac:spMkLst>
        </pc:spChg>
        <pc:spChg chg="mod topLvl">
          <ac:chgData name="Khumalo, Linda" userId="dec9ebdf-bb03-41b8-8be8-d403b092b381" providerId="ADAL" clId="{1F672A8F-2681-4F4F-9753-B5FB86B1EA26}" dt="2021-04-15T15:55:43.229" v="4019" actId="553"/>
          <ac:spMkLst>
            <pc:docMk/>
            <pc:sldMk cId="3039178225" sldId="11921"/>
            <ac:spMk id="22" creationId="{228B42B5-5491-445D-B8A6-3502F67538D8}"/>
          </ac:spMkLst>
        </pc:spChg>
        <pc:spChg chg="mod topLvl">
          <ac:chgData name="Khumalo, Linda" userId="dec9ebdf-bb03-41b8-8be8-d403b092b381" providerId="ADAL" clId="{1F672A8F-2681-4F4F-9753-B5FB86B1EA26}" dt="2021-04-15T15:59:05.617" v="4043" actId="113"/>
          <ac:spMkLst>
            <pc:docMk/>
            <pc:sldMk cId="3039178225" sldId="11921"/>
            <ac:spMk id="25" creationId="{7060336A-CACE-46C1-AAC8-2C353CA871ED}"/>
          </ac:spMkLst>
        </pc:spChg>
        <pc:spChg chg="add mod topLvl">
          <ac:chgData name="Khumalo, Linda" userId="dec9ebdf-bb03-41b8-8be8-d403b092b381" providerId="ADAL" clId="{1F672A8F-2681-4F4F-9753-B5FB86B1EA26}" dt="2021-04-15T15:55:20.937" v="4018" actId="555"/>
          <ac:spMkLst>
            <pc:docMk/>
            <pc:sldMk cId="3039178225" sldId="11921"/>
            <ac:spMk id="28" creationId="{5FEC8941-DF3E-47CA-85C1-EFA8379DA63E}"/>
          </ac:spMkLst>
        </pc:spChg>
        <pc:spChg chg="del mod topLvl">
          <ac:chgData name="Khumalo, Linda" userId="dec9ebdf-bb03-41b8-8be8-d403b092b381" providerId="ADAL" clId="{1F672A8F-2681-4F4F-9753-B5FB86B1EA26}" dt="2021-04-15T14:56:57.549" v="3242" actId="478"/>
          <ac:spMkLst>
            <pc:docMk/>
            <pc:sldMk cId="3039178225" sldId="11921"/>
            <ac:spMk id="32" creationId="{B4B93398-1F06-4F5F-817E-D34EB1A897F7}"/>
          </ac:spMkLst>
        </pc:spChg>
        <pc:spChg chg="add mod topLvl">
          <ac:chgData name="Khumalo, Linda" userId="dec9ebdf-bb03-41b8-8be8-d403b092b381" providerId="ADAL" clId="{1F672A8F-2681-4F4F-9753-B5FB86B1EA26}" dt="2021-04-15T15:55:14.476" v="4017" actId="555"/>
          <ac:spMkLst>
            <pc:docMk/>
            <pc:sldMk cId="3039178225" sldId="11921"/>
            <ac:spMk id="34" creationId="{88DE93DF-8E9B-4FBF-9570-A485E6844E9C}"/>
          </ac:spMkLst>
        </pc:spChg>
        <pc:spChg chg="mod">
          <ac:chgData name="Khumalo, Linda" userId="dec9ebdf-bb03-41b8-8be8-d403b092b381" providerId="ADAL" clId="{1F672A8F-2681-4F4F-9753-B5FB86B1EA26}" dt="2021-04-15T14:57:00.963" v="3243"/>
          <ac:spMkLst>
            <pc:docMk/>
            <pc:sldMk cId="3039178225" sldId="11921"/>
            <ac:spMk id="39" creationId="{B992631D-9EAD-41F6-B593-19678CF26AF9}"/>
          </ac:spMkLst>
        </pc:spChg>
        <pc:spChg chg="mod topLvl">
          <ac:chgData name="Khumalo, Linda" userId="dec9ebdf-bb03-41b8-8be8-d403b092b381" providerId="ADAL" clId="{1F672A8F-2681-4F4F-9753-B5FB86B1EA26}" dt="2021-04-15T15:55:43.229" v="4019" actId="553"/>
          <ac:spMkLst>
            <pc:docMk/>
            <pc:sldMk cId="3039178225" sldId="11921"/>
            <ac:spMk id="42" creationId="{714FEF0B-6CEE-45D2-9C2B-23EB0669637D}"/>
          </ac:spMkLst>
        </pc:spChg>
        <pc:spChg chg="mod">
          <ac:chgData name="Khumalo, Linda" userId="dec9ebdf-bb03-41b8-8be8-d403b092b381" providerId="ADAL" clId="{1F672A8F-2681-4F4F-9753-B5FB86B1EA26}" dt="2021-04-15T15:55:43.229" v="4019" actId="553"/>
          <ac:spMkLst>
            <pc:docMk/>
            <pc:sldMk cId="3039178225" sldId="11921"/>
            <ac:spMk id="45" creationId="{31DC40C3-785D-45A0-943D-E95431F7009D}"/>
          </ac:spMkLst>
        </pc:spChg>
        <pc:spChg chg="mod">
          <ac:chgData name="Khumalo, Linda" userId="dec9ebdf-bb03-41b8-8be8-d403b092b381" providerId="ADAL" clId="{1F672A8F-2681-4F4F-9753-B5FB86B1EA26}" dt="2021-04-15T15:55:43.229" v="4019" actId="553"/>
          <ac:spMkLst>
            <pc:docMk/>
            <pc:sldMk cId="3039178225" sldId="11921"/>
            <ac:spMk id="48" creationId="{7AD625DE-E326-4629-8C3C-D447F58BDD39}"/>
          </ac:spMkLst>
        </pc:spChg>
        <pc:spChg chg="mod topLvl">
          <ac:chgData name="Khumalo, Linda" userId="dec9ebdf-bb03-41b8-8be8-d403b092b381" providerId="ADAL" clId="{1F672A8F-2681-4F4F-9753-B5FB86B1EA26}" dt="2021-04-15T16:04:14.614" v="4073" actId="555"/>
          <ac:spMkLst>
            <pc:docMk/>
            <pc:sldMk cId="3039178225" sldId="11921"/>
            <ac:spMk id="51" creationId="{17348CC9-105A-4C4E-A7AC-B3892E43C634}"/>
          </ac:spMkLst>
        </pc:spChg>
        <pc:spChg chg="mod topLvl">
          <ac:chgData name="Khumalo, Linda" userId="dec9ebdf-bb03-41b8-8be8-d403b092b381" providerId="ADAL" clId="{1F672A8F-2681-4F4F-9753-B5FB86B1EA26}" dt="2021-04-15T15:55:43.229" v="4019" actId="553"/>
          <ac:spMkLst>
            <pc:docMk/>
            <pc:sldMk cId="3039178225" sldId="11921"/>
            <ac:spMk id="57" creationId="{411A37D5-5945-482E-9356-AD1F8BAD1DB5}"/>
          </ac:spMkLst>
        </pc:spChg>
        <pc:spChg chg="mod">
          <ac:chgData name="Khumalo, Linda" userId="dec9ebdf-bb03-41b8-8be8-d403b092b381" providerId="ADAL" clId="{1F672A8F-2681-4F4F-9753-B5FB86B1EA26}" dt="2021-04-15T15:55:43.229" v="4019" actId="553"/>
          <ac:spMkLst>
            <pc:docMk/>
            <pc:sldMk cId="3039178225" sldId="11921"/>
            <ac:spMk id="60" creationId="{A8CA6433-1D05-40EF-A121-FFE568DD67F4}"/>
          </ac:spMkLst>
        </pc:spChg>
        <pc:spChg chg="mod">
          <ac:chgData name="Khumalo, Linda" userId="dec9ebdf-bb03-41b8-8be8-d403b092b381" providerId="ADAL" clId="{1F672A8F-2681-4F4F-9753-B5FB86B1EA26}" dt="2021-04-15T15:59:08.879" v="4044" actId="113"/>
          <ac:spMkLst>
            <pc:docMk/>
            <pc:sldMk cId="3039178225" sldId="11921"/>
            <ac:spMk id="63" creationId="{F7BB3795-FB2C-4DB4-A29B-83D01CE61A2E}"/>
          </ac:spMkLst>
        </pc:spChg>
        <pc:spChg chg="mod topLvl">
          <ac:chgData name="Khumalo, Linda" userId="dec9ebdf-bb03-41b8-8be8-d403b092b381" providerId="ADAL" clId="{1F672A8F-2681-4F4F-9753-B5FB86B1EA26}" dt="2021-04-15T15:55:14.476" v="4017" actId="555"/>
          <ac:spMkLst>
            <pc:docMk/>
            <pc:sldMk cId="3039178225" sldId="11921"/>
            <ac:spMk id="68" creationId="{8229762D-5A47-4C8B-A575-6A63BD2C0D98}"/>
          </ac:spMkLst>
        </pc:spChg>
        <pc:spChg chg="del mod topLvl">
          <ac:chgData name="Khumalo, Linda" userId="dec9ebdf-bb03-41b8-8be8-d403b092b381" providerId="ADAL" clId="{1F672A8F-2681-4F4F-9753-B5FB86B1EA26}" dt="2021-04-15T15:31:25.283" v="3721" actId="478"/>
          <ac:spMkLst>
            <pc:docMk/>
            <pc:sldMk cId="3039178225" sldId="11921"/>
            <ac:spMk id="77" creationId="{B54FD2F1-AA90-4A32-B626-933E7CAFA39F}"/>
          </ac:spMkLst>
        </pc:spChg>
        <pc:spChg chg="add del mod">
          <ac:chgData name="Khumalo, Linda" userId="dec9ebdf-bb03-41b8-8be8-d403b092b381" providerId="ADAL" clId="{1F672A8F-2681-4F4F-9753-B5FB86B1EA26}" dt="2021-04-15T16:20:50.126" v="4250" actId="478"/>
          <ac:spMkLst>
            <pc:docMk/>
            <pc:sldMk cId="3039178225" sldId="11921"/>
            <ac:spMk id="79" creationId="{CD3D4DFA-17F9-4ABC-85E5-A13FA920EC92}"/>
          </ac:spMkLst>
        </pc:spChg>
        <pc:spChg chg="add del mod">
          <ac:chgData name="Khumalo, Linda" userId="dec9ebdf-bb03-41b8-8be8-d403b092b381" providerId="ADAL" clId="{1F672A8F-2681-4F4F-9753-B5FB86B1EA26}" dt="2021-04-15T16:20:50.126" v="4250" actId="478"/>
          <ac:spMkLst>
            <pc:docMk/>
            <pc:sldMk cId="3039178225" sldId="11921"/>
            <ac:spMk id="80" creationId="{6FDF17A9-4AA1-4B83-AA6A-ABE759E7E6C1}"/>
          </ac:spMkLst>
        </pc:spChg>
        <pc:spChg chg="add del mod">
          <ac:chgData name="Khumalo, Linda" userId="dec9ebdf-bb03-41b8-8be8-d403b092b381" providerId="ADAL" clId="{1F672A8F-2681-4F4F-9753-B5FB86B1EA26}" dt="2021-04-15T16:20:50.126" v="4250" actId="478"/>
          <ac:spMkLst>
            <pc:docMk/>
            <pc:sldMk cId="3039178225" sldId="11921"/>
            <ac:spMk id="81" creationId="{282EB487-2AA1-4A41-B29B-9CA9A240B6CE}"/>
          </ac:spMkLst>
        </pc:spChg>
        <pc:spChg chg="add mod">
          <ac:chgData name="Khumalo, Linda" userId="dec9ebdf-bb03-41b8-8be8-d403b092b381" providerId="ADAL" clId="{1F672A8F-2681-4F4F-9753-B5FB86B1EA26}" dt="2021-04-15T16:39:18.982" v="4411" actId="1076"/>
          <ac:spMkLst>
            <pc:docMk/>
            <pc:sldMk cId="3039178225" sldId="11921"/>
            <ac:spMk id="82" creationId="{5F81739A-559C-4080-87F1-EB000D5DB001}"/>
          </ac:spMkLst>
        </pc:spChg>
        <pc:spChg chg="add mod">
          <ac:chgData name="Khumalo, Linda" userId="dec9ebdf-bb03-41b8-8be8-d403b092b381" providerId="ADAL" clId="{1F672A8F-2681-4F4F-9753-B5FB86B1EA26}" dt="2021-04-16T09:10:58.538" v="5096" actId="20577"/>
          <ac:spMkLst>
            <pc:docMk/>
            <pc:sldMk cId="3039178225" sldId="11921"/>
            <ac:spMk id="83" creationId="{4C1C853D-12BF-4D1B-8C76-272D1F542767}"/>
          </ac:spMkLst>
        </pc:spChg>
        <pc:spChg chg="add mod">
          <ac:chgData name="Khumalo, Linda" userId="dec9ebdf-bb03-41b8-8be8-d403b092b381" providerId="ADAL" clId="{1F672A8F-2681-4F4F-9753-B5FB86B1EA26}" dt="2021-04-15T16:39:18.982" v="4411" actId="1076"/>
          <ac:spMkLst>
            <pc:docMk/>
            <pc:sldMk cId="3039178225" sldId="11921"/>
            <ac:spMk id="84" creationId="{363F75F5-9872-4C13-9DFC-B0792605A6C2}"/>
          </ac:spMkLst>
        </pc:spChg>
        <pc:spChg chg="add mod">
          <ac:chgData name="Khumalo, Linda" userId="dec9ebdf-bb03-41b8-8be8-d403b092b381" providerId="ADAL" clId="{1F672A8F-2681-4F4F-9753-B5FB86B1EA26}" dt="2021-04-15T16:39:18.982" v="4411" actId="1076"/>
          <ac:spMkLst>
            <pc:docMk/>
            <pc:sldMk cId="3039178225" sldId="11921"/>
            <ac:spMk id="85" creationId="{1706643C-9B3E-42E4-9205-371C6D12337A}"/>
          </ac:spMkLst>
        </pc:spChg>
        <pc:spChg chg="add mod">
          <ac:chgData name="Khumalo, Linda" userId="dec9ebdf-bb03-41b8-8be8-d403b092b381" providerId="ADAL" clId="{1F672A8F-2681-4F4F-9753-B5FB86B1EA26}" dt="2021-04-15T16:39:18.982" v="4411" actId="1076"/>
          <ac:spMkLst>
            <pc:docMk/>
            <pc:sldMk cId="3039178225" sldId="11921"/>
            <ac:spMk id="86" creationId="{E2D6CFB0-B2AE-42F6-8417-F0DDCBD0FF66}"/>
          </ac:spMkLst>
        </pc:spChg>
        <pc:spChg chg="add mod">
          <ac:chgData name="Khumalo, Linda" userId="dec9ebdf-bb03-41b8-8be8-d403b092b381" providerId="ADAL" clId="{1F672A8F-2681-4F4F-9753-B5FB86B1EA26}" dt="2021-04-15T16:39:18.982" v="4411" actId="1076"/>
          <ac:spMkLst>
            <pc:docMk/>
            <pc:sldMk cId="3039178225" sldId="11921"/>
            <ac:spMk id="87" creationId="{8B6197A4-0A2F-40A3-8A5C-2EB9FEDB14F7}"/>
          </ac:spMkLst>
        </pc:spChg>
        <pc:spChg chg="add mod">
          <ac:chgData name="Khumalo, Linda" userId="dec9ebdf-bb03-41b8-8be8-d403b092b381" providerId="ADAL" clId="{1F672A8F-2681-4F4F-9753-B5FB86B1EA26}" dt="2021-04-15T16:39:18.982" v="4411" actId="1076"/>
          <ac:spMkLst>
            <pc:docMk/>
            <pc:sldMk cId="3039178225" sldId="11921"/>
            <ac:spMk id="88" creationId="{5631DA68-9245-4340-9982-335D3F3CA7E9}"/>
          </ac:spMkLst>
        </pc:spChg>
        <pc:spChg chg="add del mod">
          <ac:chgData name="Khumalo, Linda" userId="dec9ebdf-bb03-41b8-8be8-d403b092b381" providerId="ADAL" clId="{1F672A8F-2681-4F4F-9753-B5FB86B1EA26}" dt="2021-04-15T16:39:58.680" v="4414" actId="478"/>
          <ac:spMkLst>
            <pc:docMk/>
            <pc:sldMk cId="3039178225" sldId="11921"/>
            <ac:spMk id="89" creationId="{2DEF4CB0-6818-4A61-9565-21B47274AE10}"/>
          </ac:spMkLst>
        </pc:spChg>
        <pc:spChg chg="add mod">
          <ac:chgData name="Khumalo, Linda" userId="dec9ebdf-bb03-41b8-8be8-d403b092b381" providerId="ADAL" clId="{1F672A8F-2681-4F4F-9753-B5FB86B1EA26}" dt="2021-04-15T16:39:18.982" v="4411" actId="1076"/>
          <ac:spMkLst>
            <pc:docMk/>
            <pc:sldMk cId="3039178225" sldId="11921"/>
            <ac:spMk id="90" creationId="{5C462649-274F-4F33-B51E-517848056A8A}"/>
          </ac:spMkLst>
        </pc:spChg>
        <pc:spChg chg="add mod">
          <ac:chgData name="Khumalo, Linda" userId="dec9ebdf-bb03-41b8-8be8-d403b092b381" providerId="ADAL" clId="{1F672A8F-2681-4F4F-9753-B5FB86B1EA26}" dt="2021-04-15T16:39:18.982" v="4411" actId="1076"/>
          <ac:spMkLst>
            <pc:docMk/>
            <pc:sldMk cId="3039178225" sldId="11921"/>
            <ac:spMk id="91" creationId="{50E0C746-7A27-4A46-AE13-6E6A989011C3}"/>
          </ac:spMkLst>
        </pc:spChg>
        <pc:spChg chg="add mod">
          <ac:chgData name="Khumalo, Linda" userId="dec9ebdf-bb03-41b8-8be8-d403b092b381" providerId="ADAL" clId="{1F672A8F-2681-4F4F-9753-B5FB86B1EA26}" dt="2021-04-15T16:39:18.982" v="4411" actId="1076"/>
          <ac:spMkLst>
            <pc:docMk/>
            <pc:sldMk cId="3039178225" sldId="11921"/>
            <ac:spMk id="92" creationId="{49EBA792-16B8-4606-B35E-84C837751E01}"/>
          </ac:spMkLst>
        </pc:spChg>
        <pc:spChg chg="add mod">
          <ac:chgData name="Khumalo, Linda" userId="dec9ebdf-bb03-41b8-8be8-d403b092b381" providerId="ADAL" clId="{1F672A8F-2681-4F4F-9753-B5FB86B1EA26}" dt="2021-04-15T16:39:18.982" v="4411" actId="1076"/>
          <ac:spMkLst>
            <pc:docMk/>
            <pc:sldMk cId="3039178225" sldId="11921"/>
            <ac:spMk id="93" creationId="{0A6C2502-6ED0-4AA9-814F-51830A04B461}"/>
          </ac:spMkLst>
        </pc:spChg>
        <pc:spChg chg="add mod">
          <ac:chgData name="Khumalo, Linda" userId="dec9ebdf-bb03-41b8-8be8-d403b092b381" providerId="ADAL" clId="{1F672A8F-2681-4F4F-9753-B5FB86B1EA26}" dt="2021-04-15T16:39:18.982" v="4411" actId="1076"/>
          <ac:spMkLst>
            <pc:docMk/>
            <pc:sldMk cId="3039178225" sldId="11921"/>
            <ac:spMk id="94" creationId="{2D58E2A3-3688-45CA-8F9D-5DA97BA79580}"/>
          </ac:spMkLst>
        </pc:spChg>
        <pc:spChg chg="add mod">
          <ac:chgData name="Khumalo, Linda" userId="dec9ebdf-bb03-41b8-8be8-d403b092b381" providerId="ADAL" clId="{1F672A8F-2681-4F4F-9753-B5FB86B1EA26}" dt="2021-04-15T16:39:18.982" v="4411" actId="1076"/>
          <ac:spMkLst>
            <pc:docMk/>
            <pc:sldMk cId="3039178225" sldId="11921"/>
            <ac:spMk id="95" creationId="{E0C2E57C-BEA3-4DD8-8803-2DF7867C3D6F}"/>
          </ac:spMkLst>
        </pc:spChg>
        <pc:spChg chg="add mod">
          <ac:chgData name="Khumalo, Linda" userId="dec9ebdf-bb03-41b8-8be8-d403b092b381" providerId="ADAL" clId="{1F672A8F-2681-4F4F-9753-B5FB86B1EA26}" dt="2021-04-15T16:39:18.982" v="4411" actId="1076"/>
          <ac:spMkLst>
            <pc:docMk/>
            <pc:sldMk cId="3039178225" sldId="11921"/>
            <ac:spMk id="96" creationId="{FBDFFE9C-1297-4579-BE87-D8FBEB5C11F7}"/>
          </ac:spMkLst>
        </pc:spChg>
        <pc:spChg chg="add mod">
          <ac:chgData name="Khumalo, Linda" userId="dec9ebdf-bb03-41b8-8be8-d403b092b381" providerId="ADAL" clId="{1F672A8F-2681-4F4F-9753-B5FB86B1EA26}" dt="2021-04-15T16:39:18.982" v="4411" actId="1076"/>
          <ac:spMkLst>
            <pc:docMk/>
            <pc:sldMk cId="3039178225" sldId="11921"/>
            <ac:spMk id="97" creationId="{B4823064-650E-41BC-A56B-C0454F934C02}"/>
          </ac:spMkLst>
        </pc:spChg>
        <pc:spChg chg="add mod">
          <ac:chgData name="Khumalo, Linda" userId="dec9ebdf-bb03-41b8-8be8-d403b092b381" providerId="ADAL" clId="{1F672A8F-2681-4F4F-9753-B5FB86B1EA26}" dt="2021-04-15T16:39:18.982" v="4411" actId="1076"/>
          <ac:spMkLst>
            <pc:docMk/>
            <pc:sldMk cId="3039178225" sldId="11921"/>
            <ac:spMk id="98" creationId="{5F82AD7B-14F5-4F8B-BF7B-1DBFA08DE394}"/>
          </ac:spMkLst>
        </pc:spChg>
        <pc:spChg chg="add del mod">
          <ac:chgData name="Khumalo, Linda" userId="dec9ebdf-bb03-41b8-8be8-d403b092b381" providerId="ADAL" clId="{1F672A8F-2681-4F4F-9753-B5FB86B1EA26}" dt="2021-04-15T15:42:38.584" v="3874" actId="478"/>
          <ac:spMkLst>
            <pc:docMk/>
            <pc:sldMk cId="3039178225" sldId="11921"/>
            <ac:spMk id="99" creationId="{C4B10D12-1C30-46F0-BA6B-C098B1013312}"/>
          </ac:spMkLst>
        </pc:spChg>
        <pc:spChg chg="add mod">
          <ac:chgData name="Khumalo, Linda" userId="dec9ebdf-bb03-41b8-8be8-d403b092b381" providerId="ADAL" clId="{1F672A8F-2681-4F4F-9753-B5FB86B1EA26}" dt="2021-04-15T16:39:18.982" v="4411" actId="1076"/>
          <ac:spMkLst>
            <pc:docMk/>
            <pc:sldMk cId="3039178225" sldId="11921"/>
            <ac:spMk id="100" creationId="{AD919BE4-3C70-4966-8348-E39C726A7299}"/>
          </ac:spMkLst>
        </pc:spChg>
        <pc:spChg chg="add del mod">
          <ac:chgData name="Khumalo, Linda" userId="dec9ebdf-bb03-41b8-8be8-d403b092b381" providerId="ADAL" clId="{1F672A8F-2681-4F4F-9753-B5FB86B1EA26}" dt="2021-04-15T15:42:38.584" v="3874" actId="478"/>
          <ac:spMkLst>
            <pc:docMk/>
            <pc:sldMk cId="3039178225" sldId="11921"/>
            <ac:spMk id="101" creationId="{62C11832-EEED-4E06-9E6D-5D534E0C5A24}"/>
          </ac:spMkLst>
        </pc:spChg>
        <pc:spChg chg="add del mod">
          <ac:chgData name="Khumalo, Linda" userId="dec9ebdf-bb03-41b8-8be8-d403b092b381" providerId="ADAL" clId="{1F672A8F-2681-4F4F-9753-B5FB86B1EA26}" dt="2021-04-15T15:42:38.584" v="3874" actId="478"/>
          <ac:spMkLst>
            <pc:docMk/>
            <pc:sldMk cId="3039178225" sldId="11921"/>
            <ac:spMk id="102" creationId="{6EE16259-D857-4B9E-A0E9-70AF33FAFEB8}"/>
          </ac:spMkLst>
        </pc:spChg>
        <pc:spChg chg="add del mod">
          <ac:chgData name="Khumalo, Linda" userId="dec9ebdf-bb03-41b8-8be8-d403b092b381" providerId="ADAL" clId="{1F672A8F-2681-4F4F-9753-B5FB86B1EA26}" dt="2021-04-15T15:42:38.584" v="3874" actId="478"/>
          <ac:spMkLst>
            <pc:docMk/>
            <pc:sldMk cId="3039178225" sldId="11921"/>
            <ac:spMk id="103" creationId="{5DC69616-A61C-4EFD-B1E0-1B88586897EC}"/>
          </ac:spMkLst>
        </pc:spChg>
        <pc:spChg chg="add del mod">
          <ac:chgData name="Khumalo, Linda" userId="dec9ebdf-bb03-41b8-8be8-d403b092b381" providerId="ADAL" clId="{1F672A8F-2681-4F4F-9753-B5FB86B1EA26}" dt="2021-04-15T15:42:38.584" v="3874" actId="478"/>
          <ac:spMkLst>
            <pc:docMk/>
            <pc:sldMk cId="3039178225" sldId="11921"/>
            <ac:spMk id="104" creationId="{6EFF5AAF-EB1F-46EA-9073-670F06804F19}"/>
          </ac:spMkLst>
        </pc:spChg>
        <pc:spChg chg="add del mod">
          <ac:chgData name="Khumalo, Linda" userId="dec9ebdf-bb03-41b8-8be8-d403b092b381" providerId="ADAL" clId="{1F672A8F-2681-4F4F-9753-B5FB86B1EA26}" dt="2021-04-15T15:42:38.584" v="3874" actId="478"/>
          <ac:spMkLst>
            <pc:docMk/>
            <pc:sldMk cId="3039178225" sldId="11921"/>
            <ac:spMk id="105" creationId="{12D9BB5E-A64C-4309-B11F-A34B9715022C}"/>
          </ac:spMkLst>
        </pc:spChg>
        <pc:spChg chg="add del mod">
          <ac:chgData name="Khumalo, Linda" userId="dec9ebdf-bb03-41b8-8be8-d403b092b381" providerId="ADAL" clId="{1F672A8F-2681-4F4F-9753-B5FB86B1EA26}" dt="2021-04-15T15:42:38.584" v="3874" actId="478"/>
          <ac:spMkLst>
            <pc:docMk/>
            <pc:sldMk cId="3039178225" sldId="11921"/>
            <ac:spMk id="106" creationId="{06EC9145-5FF1-415E-B417-FD41E45B5B85}"/>
          </ac:spMkLst>
        </pc:spChg>
        <pc:spChg chg="add mod">
          <ac:chgData name="Khumalo, Linda" userId="dec9ebdf-bb03-41b8-8be8-d403b092b381" providerId="ADAL" clId="{1F672A8F-2681-4F4F-9753-B5FB86B1EA26}" dt="2021-04-15T16:39:18.982" v="4411" actId="1076"/>
          <ac:spMkLst>
            <pc:docMk/>
            <pc:sldMk cId="3039178225" sldId="11921"/>
            <ac:spMk id="107" creationId="{89C6B8EA-B8AD-47EB-9E8F-DE15DAAD2171}"/>
          </ac:spMkLst>
        </pc:spChg>
        <pc:spChg chg="add del mod">
          <ac:chgData name="Khumalo, Linda" userId="dec9ebdf-bb03-41b8-8be8-d403b092b381" providerId="ADAL" clId="{1F672A8F-2681-4F4F-9753-B5FB86B1EA26}" dt="2021-04-15T15:42:38.584" v="3874" actId="478"/>
          <ac:spMkLst>
            <pc:docMk/>
            <pc:sldMk cId="3039178225" sldId="11921"/>
            <ac:spMk id="108" creationId="{1E855F65-B3A6-456A-B35F-6C4C26A7E8FD}"/>
          </ac:spMkLst>
        </pc:spChg>
        <pc:spChg chg="add mod">
          <ac:chgData name="Khumalo, Linda" userId="dec9ebdf-bb03-41b8-8be8-d403b092b381" providerId="ADAL" clId="{1F672A8F-2681-4F4F-9753-B5FB86B1EA26}" dt="2021-04-15T16:39:18.982" v="4411" actId="1076"/>
          <ac:spMkLst>
            <pc:docMk/>
            <pc:sldMk cId="3039178225" sldId="11921"/>
            <ac:spMk id="109" creationId="{EA89B31B-1BFA-4A23-A45A-12615BBBB476}"/>
          </ac:spMkLst>
        </pc:spChg>
        <pc:spChg chg="add mod">
          <ac:chgData name="Khumalo, Linda" userId="dec9ebdf-bb03-41b8-8be8-d403b092b381" providerId="ADAL" clId="{1F672A8F-2681-4F4F-9753-B5FB86B1EA26}" dt="2021-04-15T16:39:18.982" v="4411" actId="1076"/>
          <ac:spMkLst>
            <pc:docMk/>
            <pc:sldMk cId="3039178225" sldId="11921"/>
            <ac:spMk id="110" creationId="{6FE61BF5-2C14-4AA8-87A7-CAA666A5E9A3}"/>
          </ac:spMkLst>
        </pc:spChg>
        <pc:spChg chg="add mod">
          <ac:chgData name="Khumalo, Linda" userId="dec9ebdf-bb03-41b8-8be8-d403b092b381" providerId="ADAL" clId="{1F672A8F-2681-4F4F-9753-B5FB86B1EA26}" dt="2021-04-15T16:39:18.982" v="4411" actId="1076"/>
          <ac:spMkLst>
            <pc:docMk/>
            <pc:sldMk cId="3039178225" sldId="11921"/>
            <ac:spMk id="111" creationId="{A0633873-E166-42B6-8636-0E6A4D45E19C}"/>
          </ac:spMkLst>
        </pc:spChg>
        <pc:spChg chg="add mod">
          <ac:chgData name="Khumalo, Linda" userId="dec9ebdf-bb03-41b8-8be8-d403b092b381" providerId="ADAL" clId="{1F672A8F-2681-4F4F-9753-B5FB86B1EA26}" dt="2021-04-15T16:39:18.982" v="4411" actId="1076"/>
          <ac:spMkLst>
            <pc:docMk/>
            <pc:sldMk cId="3039178225" sldId="11921"/>
            <ac:spMk id="112" creationId="{E68BC13F-68F3-4341-9971-9707210AF1D9}"/>
          </ac:spMkLst>
        </pc:spChg>
        <pc:spChg chg="add mod">
          <ac:chgData name="Khumalo, Linda" userId="dec9ebdf-bb03-41b8-8be8-d403b092b381" providerId="ADAL" clId="{1F672A8F-2681-4F4F-9753-B5FB86B1EA26}" dt="2021-04-15T16:39:18.982" v="4411" actId="1076"/>
          <ac:spMkLst>
            <pc:docMk/>
            <pc:sldMk cId="3039178225" sldId="11921"/>
            <ac:spMk id="113" creationId="{7E4D6D15-6EE0-42BC-88EF-196E1755129F}"/>
          </ac:spMkLst>
        </pc:spChg>
        <pc:spChg chg="add mod">
          <ac:chgData name="Khumalo, Linda" userId="dec9ebdf-bb03-41b8-8be8-d403b092b381" providerId="ADAL" clId="{1F672A8F-2681-4F4F-9753-B5FB86B1EA26}" dt="2021-04-15T16:39:18.982" v="4411" actId="1076"/>
          <ac:spMkLst>
            <pc:docMk/>
            <pc:sldMk cId="3039178225" sldId="11921"/>
            <ac:spMk id="114" creationId="{362A8F64-2BF0-4A32-96DC-65A5F871F0E3}"/>
          </ac:spMkLst>
        </pc:spChg>
        <pc:spChg chg="add mod">
          <ac:chgData name="Khumalo, Linda" userId="dec9ebdf-bb03-41b8-8be8-d403b092b381" providerId="ADAL" clId="{1F672A8F-2681-4F4F-9753-B5FB86B1EA26}" dt="2021-04-15T16:39:18.982" v="4411" actId="1076"/>
          <ac:spMkLst>
            <pc:docMk/>
            <pc:sldMk cId="3039178225" sldId="11921"/>
            <ac:spMk id="115" creationId="{53AF2FA9-5487-41C5-ACA1-4C9A8290FDBB}"/>
          </ac:spMkLst>
        </pc:spChg>
        <pc:spChg chg="add mod">
          <ac:chgData name="Khumalo, Linda" userId="dec9ebdf-bb03-41b8-8be8-d403b092b381" providerId="ADAL" clId="{1F672A8F-2681-4F4F-9753-B5FB86B1EA26}" dt="2021-04-15T16:39:18.982" v="4411" actId="1076"/>
          <ac:spMkLst>
            <pc:docMk/>
            <pc:sldMk cId="3039178225" sldId="11921"/>
            <ac:spMk id="116" creationId="{C00C4DB0-6114-44EC-B246-FFD4B2AD21CB}"/>
          </ac:spMkLst>
        </pc:spChg>
        <pc:spChg chg="add mod">
          <ac:chgData name="Khumalo, Linda" userId="dec9ebdf-bb03-41b8-8be8-d403b092b381" providerId="ADAL" clId="{1F672A8F-2681-4F4F-9753-B5FB86B1EA26}" dt="2021-04-15T15:41:56.446" v="3865" actId="571"/>
          <ac:spMkLst>
            <pc:docMk/>
            <pc:sldMk cId="3039178225" sldId="11921"/>
            <ac:spMk id="117" creationId="{E556F823-38B1-42B6-AA86-ED5EF277D81B}"/>
          </ac:spMkLst>
        </pc:spChg>
        <pc:spChg chg="add mod">
          <ac:chgData name="Khumalo, Linda" userId="dec9ebdf-bb03-41b8-8be8-d403b092b381" providerId="ADAL" clId="{1F672A8F-2681-4F4F-9753-B5FB86B1EA26}" dt="2021-04-15T15:41:56.446" v="3865" actId="571"/>
          <ac:spMkLst>
            <pc:docMk/>
            <pc:sldMk cId="3039178225" sldId="11921"/>
            <ac:spMk id="118" creationId="{7B1D36D5-EBD5-480E-9846-D0CFB1E2FBA5}"/>
          </ac:spMkLst>
        </pc:spChg>
        <pc:spChg chg="add mod">
          <ac:chgData name="Khumalo, Linda" userId="dec9ebdf-bb03-41b8-8be8-d403b092b381" providerId="ADAL" clId="{1F672A8F-2681-4F4F-9753-B5FB86B1EA26}" dt="2021-04-15T15:41:56.446" v="3865" actId="571"/>
          <ac:spMkLst>
            <pc:docMk/>
            <pc:sldMk cId="3039178225" sldId="11921"/>
            <ac:spMk id="119" creationId="{EA015560-F6CE-4A2F-9285-782FE533DE51}"/>
          </ac:spMkLst>
        </pc:spChg>
        <pc:spChg chg="add mod">
          <ac:chgData name="Khumalo, Linda" userId="dec9ebdf-bb03-41b8-8be8-d403b092b381" providerId="ADAL" clId="{1F672A8F-2681-4F4F-9753-B5FB86B1EA26}" dt="2021-04-15T15:41:56.446" v="3865" actId="571"/>
          <ac:spMkLst>
            <pc:docMk/>
            <pc:sldMk cId="3039178225" sldId="11921"/>
            <ac:spMk id="120" creationId="{08C1762C-CB10-425B-9937-479C04C1D531}"/>
          </ac:spMkLst>
        </pc:spChg>
        <pc:spChg chg="add mod">
          <ac:chgData name="Khumalo, Linda" userId="dec9ebdf-bb03-41b8-8be8-d403b092b381" providerId="ADAL" clId="{1F672A8F-2681-4F4F-9753-B5FB86B1EA26}" dt="2021-04-15T15:41:56.446" v="3865" actId="571"/>
          <ac:spMkLst>
            <pc:docMk/>
            <pc:sldMk cId="3039178225" sldId="11921"/>
            <ac:spMk id="121" creationId="{DBBC6BD1-0C12-4787-BA44-101FF6482321}"/>
          </ac:spMkLst>
        </pc:spChg>
        <pc:spChg chg="add mod">
          <ac:chgData name="Khumalo, Linda" userId="dec9ebdf-bb03-41b8-8be8-d403b092b381" providerId="ADAL" clId="{1F672A8F-2681-4F4F-9753-B5FB86B1EA26}" dt="2021-04-15T16:39:18.982" v="4411" actId="1076"/>
          <ac:spMkLst>
            <pc:docMk/>
            <pc:sldMk cId="3039178225" sldId="11921"/>
            <ac:spMk id="122" creationId="{3216D0CB-E6BF-45A4-8493-00914855C1CB}"/>
          </ac:spMkLst>
        </pc:spChg>
        <pc:spChg chg="add mod">
          <ac:chgData name="Khumalo, Linda" userId="dec9ebdf-bb03-41b8-8be8-d403b092b381" providerId="ADAL" clId="{1F672A8F-2681-4F4F-9753-B5FB86B1EA26}" dt="2021-04-15T16:39:18.982" v="4411" actId="1076"/>
          <ac:spMkLst>
            <pc:docMk/>
            <pc:sldMk cId="3039178225" sldId="11921"/>
            <ac:spMk id="123" creationId="{0E64B73B-EA4C-4853-8B1F-7C4DBEEEE9CE}"/>
          </ac:spMkLst>
        </pc:spChg>
        <pc:spChg chg="add mod">
          <ac:chgData name="Khumalo, Linda" userId="dec9ebdf-bb03-41b8-8be8-d403b092b381" providerId="ADAL" clId="{1F672A8F-2681-4F4F-9753-B5FB86B1EA26}" dt="2021-04-15T16:39:18.982" v="4411" actId="1076"/>
          <ac:spMkLst>
            <pc:docMk/>
            <pc:sldMk cId="3039178225" sldId="11921"/>
            <ac:spMk id="124" creationId="{F2E9E71C-6757-4C61-9A11-081EA15E32E2}"/>
          </ac:spMkLst>
        </pc:spChg>
        <pc:spChg chg="add mod">
          <ac:chgData name="Khumalo, Linda" userId="dec9ebdf-bb03-41b8-8be8-d403b092b381" providerId="ADAL" clId="{1F672A8F-2681-4F4F-9753-B5FB86B1EA26}" dt="2021-04-15T16:39:18.982" v="4411" actId="1076"/>
          <ac:spMkLst>
            <pc:docMk/>
            <pc:sldMk cId="3039178225" sldId="11921"/>
            <ac:spMk id="125" creationId="{DD2396A2-6EA1-49E8-ADE8-53BE215CF9D0}"/>
          </ac:spMkLst>
        </pc:spChg>
        <pc:spChg chg="add mod">
          <ac:chgData name="Khumalo, Linda" userId="dec9ebdf-bb03-41b8-8be8-d403b092b381" providerId="ADAL" clId="{1F672A8F-2681-4F4F-9753-B5FB86B1EA26}" dt="2021-04-15T16:39:18.982" v="4411" actId="1076"/>
          <ac:spMkLst>
            <pc:docMk/>
            <pc:sldMk cId="3039178225" sldId="11921"/>
            <ac:spMk id="126" creationId="{BDDFB0CE-8EE5-47EE-B7FE-679AFFDFAA94}"/>
          </ac:spMkLst>
        </pc:spChg>
        <pc:spChg chg="add mod">
          <ac:chgData name="Khumalo, Linda" userId="dec9ebdf-bb03-41b8-8be8-d403b092b381" providerId="ADAL" clId="{1F672A8F-2681-4F4F-9753-B5FB86B1EA26}" dt="2021-04-15T16:39:18.982" v="4411" actId="1076"/>
          <ac:spMkLst>
            <pc:docMk/>
            <pc:sldMk cId="3039178225" sldId="11921"/>
            <ac:spMk id="127" creationId="{D71C78CF-F434-4613-9BA6-D261F47BFB5F}"/>
          </ac:spMkLst>
        </pc:spChg>
        <pc:spChg chg="add mod">
          <ac:chgData name="Khumalo, Linda" userId="dec9ebdf-bb03-41b8-8be8-d403b092b381" providerId="ADAL" clId="{1F672A8F-2681-4F4F-9753-B5FB86B1EA26}" dt="2021-04-15T16:39:18.982" v="4411" actId="1076"/>
          <ac:spMkLst>
            <pc:docMk/>
            <pc:sldMk cId="3039178225" sldId="11921"/>
            <ac:spMk id="128" creationId="{A7F16805-B01B-49AC-91ED-77C0F609323A}"/>
          </ac:spMkLst>
        </pc:spChg>
        <pc:spChg chg="add mod">
          <ac:chgData name="Khumalo, Linda" userId="dec9ebdf-bb03-41b8-8be8-d403b092b381" providerId="ADAL" clId="{1F672A8F-2681-4F4F-9753-B5FB86B1EA26}" dt="2021-04-15T16:39:18.982" v="4411" actId="1076"/>
          <ac:spMkLst>
            <pc:docMk/>
            <pc:sldMk cId="3039178225" sldId="11921"/>
            <ac:spMk id="129" creationId="{EFCBC096-0D58-4377-A36C-36F2F347E506}"/>
          </ac:spMkLst>
        </pc:spChg>
        <pc:spChg chg="add mod">
          <ac:chgData name="Khumalo, Linda" userId="dec9ebdf-bb03-41b8-8be8-d403b092b381" providerId="ADAL" clId="{1F672A8F-2681-4F4F-9753-B5FB86B1EA26}" dt="2021-04-15T15:48:58.936" v="3940" actId="571"/>
          <ac:spMkLst>
            <pc:docMk/>
            <pc:sldMk cId="3039178225" sldId="11921"/>
            <ac:spMk id="130" creationId="{EA58B7D4-065E-4592-BD11-D04D71EC02FF}"/>
          </ac:spMkLst>
        </pc:spChg>
        <pc:spChg chg="add mod">
          <ac:chgData name="Khumalo, Linda" userId="dec9ebdf-bb03-41b8-8be8-d403b092b381" providerId="ADAL" clId="{1F672A8F-2681-4F4F-9753-B5FB86B1EA26}" dt="2021-04-15T15:48:58.936" v="3940" actId="571"/>
          <ac:spMkLst>
            <pc:docMk/>
            <pc:sldMk cId="3039178225" sldId="11921"/>
            <ac:spMk id="131" creationId="{475D7384-76C0-44AC-A7F7-2639E031EDF0}"/>
          </ac:spMkLst>
        </pc:spChg>
        <pc:spChg chg="add mod">
          <ac:chgData name="Khumalo, Linda" userId="dec9ebdf-bb03-41b8-8be8-d403b092b381" providerId="ADAL" clId="{1F672A8F-2681-4F4F-9753-B5FB86B1EA26}" dt="2021-04-15T15:48:58.936" v="3940" actId="571"/>
          <ac:spMkLst>
            <pc:docMk/>
            <pc:sldMk cId="3039178225" sldId="11921"/>
            <ac:spMk id="132" creationId="{207CF736-5E00-41BD-9C98-0A29A5961A2F}"/>
          </ac:spMkLst>
        </pc:spChg>
        <pc:spChg chg="add mod">
          <ac:chgData name="Khumalo, Linda" userId="dec9ebdf-bb03-41b8-8be8-d403b092b381" providerId="ADAL" clId="{1F672A8F-2681-4F4F-9753-B5FB86B1EA26}" dt="2021-04-15T15:48:58.936" v="3940" actId="571"/>
          <ac:spMkLst>
            <pc:docMk/>
            <pc:sldMk cId="3039178225" sldId="11921"/>
            <ac:spMk id="133" creationId="{4966DFAB-55F5-4CCF-B3A8-C6885DE4DB91}"/>
          </ac:spMkLst>
        </pc:spChg>
        <pc:spChg chg="add mod">
          <ac:chgData name="Khumalo, Linda" userId="dec9ebdf-bb03-41b8-8be8-d403b092b381" providerId="ADAL" clId="{1F672A8F-2681-4F4F-9753-B5FB86B1EA26}" dt="2021-04-15T15:48:58.936" v="3940" actId="571"/>
          <ac:spMkLst>
            <pc:docMk/>
            <pc:sldMk cId="3039178225" sldId="11921"/>
            <ac:spMk id="134" creationId="{DA539CB6-F339-4CF4-B145-B782C8226159}"/>
          </ac:spMkLst>
        </pc:spChg>
        <pc:spChg chg="add mod">
          <ac:chgData name="Khumalo, Linda" userId="dec9ebdf-bb03-41b8-8be8-d403b092b381" providerId="ADAL" clId="{1F672A8F-2681-4F4F-9753-B5FB86B1EA26}" dt="2021-04-15T15:48:58.936" v="3940" actId="571"/>
          <ac:spMkLst>
            <pc:docMk/>
            <pc:sldMk cId="3039178225" sldId="11921"/>
            <ac:spMk id="135" creationId="{FE3CD1DB-068A-4F77-8BE4-DF39F34A7E99}"/>
          </ac:spMkLst>
        </pc:spChg>
        <pc:spChg chg="add mod">
          <ac:chgData name="Khumalo, Linda" userId="dec9ebdf-bb03-41b8-8be8-d403b092b381" providerId="ADAL" clId="{1F672A8F-2681-4F4F-9753-B5FB86B1EA26}" dt="2021-04-15T15:48:58.936" v="3940" actId="571"/>
          <ac:spMkLst>
            <pc:docMk/>
            <pc:sldMk cId="3039178225" sldId="11921"/>
            <ac:spMk id="136" creationId="{454F1DBC-A96A-41D4-A5C4-7EF080E749E2}"/>
          </ac:spMkLst>
        </pc:spChg>
        <pc:spChg chg="add mod">
          <ac:chgData name="Khumalo, Linda" userId="dec9ebdf-bb03-41b8-8be8-d403b092b381" providerId="ADAL" clId="{1F672A8F-2681-4F4F-9753-B5FB86B1EA26}" dt="2021-04-15T15:49:17.167" v="3944" actId="571"/>
          <ac:spMkLst>
            <pc:docMk/>
            <pc:sldMk cId="3039178225" sldId="11921"/>
            <ac:spMk id="137" creationId="{8F6F0A47-3585-47D8-A50F-7F2F37A952EF}"/>
          </ac:spMkLst>
        </pc:spChg>
        <pc:spChg chg="add mod">
          <ac:chgData name="Khumalo, Linda" userId="dec9ebdf-bb03-41b8-8be8-d403b092b381" providerId="ADAL" clId="{1F672A8F-2681-4F4F-9753-B5FB86B1EA26}" dt="2021-04-15T15:49:17.167" v="3944" actId="571"/>
          <ac:spMkLst>
            <pc:docMk/>
            <pc:sldMk cId="3039178225" sldId="11921"/>
            <ac:spMk id="138" creationId="{D98496E2-8D64-4D1F-90DF-813EF8CE4D1F}"/>
          </ac:spMkLst>
        </pc:spChg>
        <pc:spChg chg="add mod">
          <ac:chgData name="Khumalo, Linda" userId="dec9ebdf-bb03-41b8-8be8-d403b092b381" providerId="ADAL" clId="{1F672A8F-2681-4F4F-9753-B5FB86B1EA26}" dt="2021-04-15T15:49:17.167" v="3944" actId="571"/>
          <ac:spMkLst>
            <pc:docMk/>
            <pc:sldMk cId="3039178225" sldId="11921"/>
            <ac:spMk id="139" creationId="{B23C7626-DDD2-4D58-9DFF-029D374116BB}"/>
          </ac:spMkLst>
        </pc:spChg>
        <pc:spChg chg="add mod">
          <ac:chgData name="Khumalo, Linda" userId="dec9ebdf-bb03-41b8-8be8-d403b092b381" providerId="ADAL" clId="{1F672A8F-2681-4F4F-9753-B5FB86B1EA26}" dt="2021-04-15T15:49:17.167" v="3944" actId="571"/>
          <ac:spMkLst>
            <pc:docMk/>
            <pc:sldMk cId="3039178225" sldId="11921"/>
            <ac:spMk id="140" creationId="{6CBFD208-DC4E-4194-875F-64D232A58D5E}"/>
          </ac:spMkLst>
        </pc:spChg>
        <pc:spChg chg="add mod">
          <ac:chgData name="Khumalo, Linda" userId="dec9ebdf-bb03-41b8-8be8-d403b092b381" providerId="ADAL" clId="{1F672A8F-2681-4F4F-9753-B5FB86B1EA26}" dt="2021-04-15T15:49:17.167" v="3944" actId="571"/>
          <ac:spMkLst>
            <pc:docMk/>
            <pc:sldMk cId="3039178225" sldId="11921"/>
            <ac:spMk id="141" creationId="{4506A37D-E091-4EE8-A38D-ACABB32AD96C}"/>
          </ac:spMkLst>
        </pc:spChg>
        <pc:spChg chg="add mod">
          <ac:chgData name="Khumalo, Linda" userId="dec9ebdf-bb03-41b8-8be8-d403b092b381" providerId="ADAL" clId="{1F672A8F-2681-4F4F-9753-B5FB86B1EA26}" dt="2021-04-15T15:49:17.167" v="3944" actId="571"/>
          <ac:spMkLst>
            <pc:docMk/>
            <pc:sldMk cId="3039178225" sldId="11921"/>
            <ac:spMk id="142" creationId="{51032CA2-3010-4F65-BE0D-DEDEC487F930}"/>
          </ac:spMkLst>
        </pc:spChg>
        <pc:spChg chg="add mod">
          <ac:chgData name="Khumalo, Linda" userId="dec9ebdf-bb03-41b8-8be8-d403b092b381" providerId="ADAL" clId="{1F672A8F-2681-4F4F-9753-B5FB86B1EA26}" dt="2021-04-15T15:49:17.167" v="3944" actId="571"/>
          <ac:spMkLst>
            <pc:docMk/>
            <pc:sldMk cId="3039178225" sldId="11921"/>
            <ac:spMk id="143" creationId="{24749B7C-28D4-4DF8-9E45-450C504D2C9E}"/>
          </ac:spMkLst>
        </pc:spChg>
        <pc:spChg chg="add mod">
          <ac:chgData name="Khumalo, Linda" userId="dec9ebdf-bb03-41b8-8be8-d403b092b381" providerId="ADAL" clId="{1F672A8F-2681-4F4F-9753-B5FB86B1EA26}" dt="2021-04-15T16:01:30.979" v="4056" actId="571"/>
          <ac:spMkLst>
            <pc:docMk/>
            <pc:sldMk cId="3039178225" sldId="11921"/>
            <ac:spMk id="144" creationId="{FDDE2368-A9F8-47C0-A455-55547F9B925C}"/>
          </ac:spMkLst>
        </pc:spChg>
        <pc:spChg chg="add mod">
          <ac:chgData name="Khumalo, Linda" userId="dec9ebdf-bb03-41b8-8be8-d403b092b381" providerId="ADAL" clId="{1F672A8F-2681-4F4F-9753-B5FB86B1EA26}" dt="2021-04-15T16:01:30.979" v="4056" actId="571"/>
          <ac:spMkLst>
            <pc:docMk/>
            <pc:sldMk cId="3039178225" sldId="11921"/>
            <ac:spMk id="145" creationId="{F2CA0444-54FD-46EC-BB82-FB445E5F9944}"/>
          </ac:spMkLst>
        </pc:spChg>
        <pc:spChg chg="add mod">
          <ac:chgData name="Khumalo, Linda" userId="dec9ebdf-bb03-41b8-8be8-d403b092b381" providerId="ADAL" clId="{1F672A8F-2681-4F4F-9753-B5FB86B1EA26}" dt="2021-04-15T16:01:30.979" v="4056" actId="571"/>
          <ac:spMkLst>
            <pc:docMk/>
            <pc:sldMk cId="3039178225" sldId="11921"/>
            <ac:spMk id="146" creationId="{CC6CC79C-1950-4C4A-BC9B-CE9BB7F5E6EA}"/>
          </ac:spMkLst>
        </pc:spChg>
        <pc:spChg chg="add mod">
          <ac:chgData name="Khumalo, Linda" userId="dec9ebdf-bb03-41b8-8be8-d403b092b381" providerId="ADAL" clId="{1F672A8F-2681-4F4F-9753-B5FB86B1EA26}" dt="2021-04-15T16:01:30.979" v="4056" actId="571"/>
          <ac:spMkLst>
            <pc:docMk/>
            <pc:sldMk cId="3039178225" sldId="11921"/>
            <ac:spMk id="147" creationId="{68F94C59-07B3-4946-A71F-572351637A74}"/>
          </ac:spMkLst>
        </pc:spChg>
        <pc:spChg chg="add mod">
          <ac:chgData name="Khumalo, Linda" userId="dec9ebdf-bb03-41b8-8be8-d403b092b381" providerId="ADAL" clId="{1F672A8F-2681-4F4F-9753-B5FB86B1EA26}" dt="2021-04-15T16:01:30.979" v="4056" actId="571"/>
          <ac:spMkLst>
            <pc:docMk/>
            <pc:sldMk cId="3039178225" sldId="11921"/>
            <ac:spMk id="148" creationId="{8A06F11E-92B1-49D1-AE4D-0CE946213526}"/>
          </ac:spMkLst>
        </pc:spChg>
        <pc:spChg chg="add mod">
          <ac:chgData name="Khumalo, Linda" userId="dec9ebdf-bb03-41b8-8be8-d403b092b381" providerId="ADAL" clId="{1F672A8F-2681-4F4F-9753-B5FB86B1EA26}" dt="2021-04-15T16:01:30.979" v="4056" actId="571"/>
          <ac:spMkLst>
            <pc:docMk/>
            <pc:sldMk cId="3039178225" sldId="11921"/>
            <ac:spMk id="149" creationId="{B62C94C6-A927-4665-BF0B-41242B2CE4CF}"/>
          </ac:spMkLst>
        </pc:spChg>
        <pc:spChg chg="add mod">
          <ac:chgData name="Khumalo, Linda" userId="dec9ebdf-bb03-41b8-8be8-d403b092b381" providerId="ADAL" clId="{1F672A8F-2681-4F4F-9753-B5FB86B1EA26}" dt="2021-04-15T16:01:30.979" v="4056" actId="571"/>
          <ac:spMkLst>
            <pc:docMk/>
            <pc:sldMk cId="3039178225" sldId="11921"/>
            <ac:spMk id="150" creationId="{2FB43A4B-C6C2-48CA-85DE-E7E2F2EB618D}"/>
          </ac:spMkLst>
        </pc:spChg>
        <pc:spChg chg="add mod">
          <ac:chgData name="Khumalo, Linda" userId="dec9ebdf-bb03-41b8-8be8-d403b092b381" providerId="ADAL" clId="{1F672A8F-2681-4F4F-9753-B5FB86B1EA26}" dt="2021-04-15T16:01:30.979" v="4056" actId="571"/>
          <ac:spMkLst>
            <pc:docMk/>
            <pc:sldMk cId="3039178225" sldId="11921"/>
            <ac:spMk id="151" creationId="{DC5EDA73-92F0-402A-A521-6D3E7DEEFCD7}"/>
          </ac:spMkLst>
        </pc:spChg>
        <pc:spChg chg="add mod">
          <ac:chgData name="Khumalo, Linda" userId="dec9ebdf-bb03-41b8-8be8-d403b092b381" providerId="ADAL" clId="{1F672A8F-2681-4F4F-9753-B5FB86B1EA26}" dt="2021-04-15T16:01:30.979" v="4056" actId="571"/>
          <ac:spMkLst>
            <pc:docMk/>
            <pc:sldMk cId="3039178225" sldId="11921"/>
            <ac:spMk id="152" creationId="{56A6C94E-10AC-4ED6-817C-B5889D22D04D}"/>
          </ac:spMkLst>
        </pc:spChg>
        <pc:spChg chg="add mod ord">
          <ac:chgData name="Khumalo, Linda" userId="dec9ebdf-bb03-41b8-8be8-d403b092b381" providerId="ADAL" clId="{1F672A8F-2681-4F4F-9753-B5FB86B1EA26}" dt="2021-04-16T09:10:00.420" v="5095" actId="207"/>
          <ac:spMkLst>
            <pc:docMk/>
            <pc:sldMk cId="3039178225" sldId="11921"/>
            <ac:spMk id="153" creationId="{F9451D80-F748-4E18-9E61-683FB6EE0066}"/>
          </ac:spMkLst>
        </pc:spChg>
        <pc:spChg chg="add del mod">
          <ac:chgData name="Khumalo, Linda" userId="dec9ebdf-bb03-41b8-8be8-d403b092b381" providerId="ADAL" clId="{1F672A8F-2681-4F4F-9753-B5FB86B1EA26}" dt="2021-04-15T16:14:46.444" v="4190" actId="478"/>
          <ac:spMkLst>
            <pc:docMk/>
            <pc:sldMk cId="3039178225" sldId="11921"/>
            <ac:spMk id="154" creationId="{7E7EE556-6771-4FC3-8998-EEE2BC7CEA81}"/>
          </ac:spMkLst>
        </pc:spChg>
        <pc:spChg chg="add del mod">
          <ac:chgData name="Khumalo, Linda" userId="dec9ebdf-bb03-41b8-8be8-d403b092b381" providerId="ADAL" clId="{1F672A8F-2681-4F4F-9753-B5FB86B1EA26}" dt="2021-04-15T16:14:46.444" v="4190" actId="478"/>
          <ac:spMkLst>
            <pc:docMk/>
            <pc:sldMk cId="3039178225" sldId="11921"/>
            <ac:spMk id="155" creationId="{D93266A7-6788-4FFA-96FB-EB00E9CB7D8B}"/>
          </ac:spMkLst>
        </pc:spChg>
        <pc:spChg chg="add del mod">
          <ac:chgData name="Khumalo, Linda" userId="dec9ebdf-bb03-41b8-8be8-d403b092b381" providerId="ADAL" clId="{1F672A8F-2681-4F4F-9753-B5FB86B1EA26}" dt="2021-04-15T16:14:46.444" v="4190" actId="478"/>
          <ac:spMkLst>
            <pc:docMk/>
            <pc:sldMk cId="3039178225" sldId="11921"/>
            <ac:spMk id="156" creationId="{A08E9273-BC3B-43D0-A096-52B8F31DE124}"/>
          </ac:spMkLst>
        </pc:spChg>
        <pc:spChg chg="add del mod">
          <ac:chgData name="Khumalo, Linda" userId="dec9ebdf-bb03-41b8-8be8-d403b092b381" providerId="ADAL" clId="{1F672A8F-2681-4F4F-9753-B5FB86B1EA26}" dt="2021-04-15T16:14:46.444" v="4190" actId="478"/>
          <ac:spMkLst>
            <pc:docMk/>
            <pc:sldMk cId="3039178225" sldId="11921"/>
            <ac:spMk id="157" creationId="{91CBDBF5-6E25-47B9-84B3-36C219ED6E3C}"/>
          </ac:spMkLst>
        </pc:spChg>
        <pc:spChg chg="mod">
          <ac:chgData name="Khumalo, Linda" userId="dec9ebdf-bb03-41b8-8be8-d403b092b381" providerId="ADAL" clId="{1F672A8F-2681-4F4F-9753-B5FB86B1EA26}" dt="2021-04-15T16:21:02.076" v="4251"/>
          <ac:spMkLst>
            <pc:docMk/>
            <pc:sldMk cId="3039178225" sldId="11921"/>
            <ac:spMk id="159" creationId="{338A2DB1-28F9-4FD0-9F27-6E9CC43C2AB9}"/>
          </ac:spMkLst>
        </pc:spChg>
        <pc:spChg chg="mod">
          <ac:chgData name="Khumalo, Linda" userId="dec9ebdf-bb03-41b8-8be8-d403b092b381" providerId="ADAL" clId="{1F672A8F-2681-4F4F-9753-B5FB86B1EA26}" dt="2021-04-15T16:21:02.076" v="4251"/>
          <ac:spMkLst>
            <pc:docMk/>
            <pc:sldMk cId="3039178225" sldId="11921"/>
            <ac:spMk id="162" creationId="{AEBC9EFA-27E7-46FE-9859-35947D6D951C}"/>
          </ac:spMkLst>
        </pc:spChg>
        <pc:spChg chg="mod">
          <ac:chgData name="Khumalo, Linda" userId="dec9ebdf-bb03-41b8-8be8-d403b092b381" providerId="ADAL" clId="{1F672A8F-2681-4F4F-9753-B5FB86B1EA26}" dt="2021-04-15T16:21:02.076" v="4251"/>
          <ac:spMkLst>
            <pc:docMk/>
            <pc:sldMk cId="3039178225" sldId="11921"/>
            <ac:spMk id="165" creationId="{24A12706-428A-46F2-BA49-9884D62F85C6}"/>
          </ac:spMkLst>
        </pc:spChg>
        <pc:spChg chg="mod">
          <ac:chgData name="Khumalo, Linda" userId="dec9ebdf-bb03-41b8-8be8-d403b092b381" providerId="ADAL" clId="{1F672A8F-2681-4F4F-9753-B5FB86B1EA26}" dt="2021-04-15T16:21:02.076" v="4251"/>
          <ac:spMkLst>
            <pc:docMk/>
            <pc:sldMk cId="3039178225" sldId="11921"/>
            <ac:spMk id="168" creationId="{10EB3163-16BD-4C69-AF06-5A539D5428D0}"/>
          </ac:spMkLst>
        </pc:spChg>
        <pc:spChg chg="mod">
          <ac:chgData name="Khumalo, Linda" userId="dec9ebdf-bb03-41b8-8be8-d403b092b381" providerId="ADAL" clId="{1F672A8F-2681-4F4F-9753-B5FB86B1EA26}" dt="2021-04-15T16:21:02.076" v="4251"/>
          <ac:spMkLst>
            <pc:docMk/>
            <pc:sldMk cId="3039178225" sldId="11921"/>
            <ac:spMk id="171" creationId="{64858848-B731-4101-AF85-00C9A7E10DB6}"/>
          </ac:spMkLst>
        </pc:spChg>
        <pc:spChg chg="mod">
          <ac:chgData name="Khumalo, Linda" userId="dec9ebdf-bb03-41b8-8be8-d403b092b381" providerId="ADAL" clId="{1F672A8F-2681-4F4F-9753-B5FB86B1EA26}" dt="2021-04-15T16:21:02.076" v="4251"/>
          <ac:spMkLst>
            <pc:docMk/>
            <pc:sldMk cId="3039178225" sldId="11921"/>
            <ac:spMk id="174" creationId="{13B6C5F2-5BA0-470C-8912-7C0AA60B97B1}"/>
          </ac:spMkLst>
        </pc:spChg>
        <pc:spChg chg="mod">
          <ac:chgData name="Khumalo, Linda" userId="dec9ebdf-bb03-41b8-8be8-d403b092b381" providerId="ADAL" clId="{1F672A8F-2681-4F4F-9753-B5FB86B1EA26}" dt="2021-04-15T16:21:02.076" v="4251"/>
          <ac:spMkLst>
            <pc:docMk/>
            <pc:sldMk cId="3039178225" sldId="11921"/>
            <ac:spMk id="177" creationId="{7FE3B7CD-36D8-41BD-BEEE-8BB0BC10EF29}"/>
          </ac:spMkLst>
        </pc:spChg>
        <pc:spChg chg="mod">
          <ac:chgData name="Khumalo, Linda" userId="dec9ebdf-bb03-41b8-8be8-d403b092b381" providerId="ADAL" clId="{1F672A8F-2681-4F4F-9753-B5FB86B1EA26}" dt="2021-04-15T16:21:02.076" v="4251"/>
          <ac:spMkLst>
            <pc:docMk/>
            <pc:sldMk cId="3039178225" sldId="11921"/>
            <ac:spMk id="180" creationId="{B91B0F4B-90B5-41A4-A2D5-8FE6F9869A0C}"/>
          </ac:spMkLst>
        </pc:spChg>
        <pc:spChg chg="mod">
          <ac:chgData name="Khumalo, Linda" userId="dec9ebdf-bb03-41b8-8be8-d403b092b381" providerId="ADAL" clId="{1F672A8F-2681-4F4F-9753-B5FB86B1EA26}" dt="2021-04-15T16:21:02.076" v="4251"/>
          <ac:spMkLst>
            <pc:docMk/>
            <pc:sldMk cId="3039178225" sldId="11921"/>
            <ac:spMk id="183" creationId="{11411638-5942-4ECA-A062-B5200087F515}"/>
          </ac:spMkLst>
        </pc:spChg>
        <pc:spChg chg="mod">
          <ac:chgData name="Khumalo, Linda" userId="dec9ebdf-bb03-41b8-8be8-d403b092b381" providerId="ADAL" clId="{1F672A8F-2681-4F4F-9753-B5FB86B1EA26}" dt="2021-04-15T16:21:02.076" v="4251"/>
          <ac:spMkLst>
            <pc:docMk/>
            <pc:sldMk cId="3039178225" sldId="11921"/>
            <ac:spMk id="186" creationId="{E927DB10-EE3D-4FC6-9C20-8959A73A21DB}"/>
          </ac:spMkLst>
        </pc:spChg>
        <pc:spChg chg="mod">
          <ac:chgData name="Khumalo, Linda" userId="dec9ebdf-bb03-41b8-8be8-d403b092b381" providerId="ADAL" clId="{1F672A8F-2681-4F4F-9753-B5FB86B1EA26}" dt="2021-04-15T16:21:02.076" v="4251"/>
          <ac:spMkLst>
            <pc:docMk/>
            <pc:sldMk cId="3039178225" sldId="11921"/>
            <ac:spMk id="189" creationId="{D6461A13-E6A9-43B1-A747-4E63A93B41DD}"/>
          </ac:spMkLst>
        </pc:spChg>
        <pc:spChg chg="mod">
          <ac:chgData name="Khumalo, Linda" userId="dec9ebdf-bb03-41b8-8be8-d403b092b381" providerId="ADAL" clId="{1F672A8F-2681-4F4F-9753-B5FB86B1EA26}" dt="2021-04-15T16:21:02.076" v="4251"/>
          <ac:spMkLst>
            <pc:docMk/>
            <pc:sldMk cId="3039178225" sldId="11921"/>
            <ac:spMk id="192" creationId="{D71CDC87-3906-4957-BE62-3C9FEC1B5E25}"/>
          </ac:spMkLst>
        </pc:spChg>
        <pc:spChg chg="add mod">
          <ac:chgData name="Khumalo, Linda" userId="dec9ebdf-bb03-41b8-8be8-d403b092b381" providerId="ADAL" clId="{1F672A8F-2681-4F4F-9753-B5FB86B1EA26}" dt="2021-04-15T16:39:18.982" v="4411" actId="1076"/>
          <ac:spMkLst>
            <pc:docMk/>
            <pc:sldMk cId="3039178225" sldId="11921"/>
            <ac:spMk id="194" creationId="{0A706485-A403-489E-A465-5AA3AD22F268}"/>
          </ac:spMkLst>
        </pc:spChg>
        <pc:spChg chg="add mod">
          <ac:chgData name="Khumalo, Linda" userId="dec9ebdf-bb03-41b8-8be8-d403b092b381" providerId="ADAL" clId="{1F672A8F-2681-4F4F-9753-B5FB86B1EA26}" dt="2021-04-15T16:39:18.982" v="4411" actId="1076"/>
          <ac:spMkLst>
            <pc:docMk/>
            <pc:sldMk cId="3039178225" sldId="11921"/>
            <ac:spMk id="195" creationId="{A70C6F9B-066F-49AC-B644-7FA48F550A6D}"/>
          </ac:spMkLst>
        </pc:spChg>
        <pc:spChg chg="add mod">
          <ac:chgData name="Khumalo, Linda" userId="dec9ebdf-bb03-41b8-8be8-d403b092b381" providerId="ADAL" clId="{1F672A8F-2681-4F4F-9753-B5FB86B1EA26}" dt="2021-04-15T16:39:18.982" v="4411" actId="1076"/>
          <ac:spMkLst>
            <pc:docMk/>
            <pc:sldMk cId="3039178225" sldId="11921"/>
            <ac:spMk id="196" creationId="{C93BBC64-BE72-4829-B84C-E48B83CAC7CA}"/>
          </ac:spMkLst>
        </pc:spChg>
        <pc:spChg chg="add del mod">
          <ac:chgData name="Khumalo, Linda" userId="dec9ebdf-bb03-41b8-8be8-d403b092b381" providerId="ADAL" clId="{1F672A8F-2681-4F4F-9753-B5FB86B1EA26}" dt="2021-04-15T16:40:02.456" v="4415" actId="478"/>
          <ac:spMkLst>
            <pc:docMk/>
            <pc:sldMk cId="3039178225" sldId="11921"/>
            <ac:spMk id="197" creationId="{34950A12-8934-4E86-AF75-0C7A4A63C5B0}"/>
          </ac:spMkLst>
        </pc:spChg>
        <pc:grpChg chg="add del mod">
          <ac:chgData name="Khumalo, Linda" userId="dec9ebdf-bb03-41b8-8be8-d403b092b381" providerId="ADAL" clId="{1F672A8F-2681-4F4F-9753-B5FB86B1EA26}" dt="2021-04-15T15:16:29.945" v="3472" actId="165"/>
          <ac:grpSpMkLst>
            <pc:docMk/>
            <pc:sldMk cId="3039178225" sldId="11921"/>
            <ac:grpSpMk id="3" creationId="{3A500CE6-C237-41C3-9E91-5C82F283151E}"/>
          </ac:grpSpMkLst>
        </pc:grpChg>
        <pc:grpChg chg="add del mod">
          <ac:chgData name="Khumalo, Linda" userId="dec9ebdf-bb03-41b8-8be8-d403b092b381" providerId="ADAL" clId="{1F672A8F-2681-4F4F-9753-B5FB86B1EA26}" dt="2021-04-15T14:30:13.970" v="2907" actId="21"/>
          <ac:grpSpMkLst>
            <pc:docMk/>
            <pc:sldMk cId="3039178225" sldId="11921"/>
            <ac:grpSpMk id="8" creationId="{86C9AED4-5082-44FD-89CE-4DACF34DC6E4}"/>
          </ac:grpSpMkLst>
        </pc:grpChg>
        <pc:grpChg chg="add del mod">
          <ac:chgData name="Khumalo, Linda" userId="dec9ebdf-bb03-41b8-8be8-d403b092b381" providerId="ADAL" clId="{1F672A8F-2681-4F4F-9753-B5FB86B1EA26}" dt="2021-04-15T14:30:53.065" v="2932" actId="21"/>
          <ac:grpSpMkLst>
            <pc:docMk/>
            <pc:sldMk cId="3039178225" sldId="11921"/>
            <ac:grpSpMk id="12" creationId="{4915CC29-32E6-49A4-A11C-DBE8BD1BF41C}"/>
          </ac:grpSpMkLst>
        </pc:grpChg>
        <pc:grpChg chg="add del mod">
          <ac:chgData name="Khumalo, Linda" userId="dec9ebdf-bb03-41b8-8be8-d403b092b381" providerId="ADAL" clId="{1F672A8F-2681-4F4F-9753-B5FB86B1EA26}" dt="2021-04-15T14:54:35.649" v="3210" actId="478"/>
          <ac:grpSpMkLst>
            <pc:docMk/>
            <pc:sldMk cId="3039178225" sldId="11921"/>
            <ac:grpSpMk id="15" creationId="{23C35085-588B-4657-9E86-56988CE387C1}"/>
          </ac:grpSpMkLst>
        </pc:grpChg>
        <pc:grpChg chg="add del mod">
          <ac:chgData name="Khumalo, Linda" userId="dec9ebdf-bb03-41b8-8be8-d403b092b381" providerId="ADAL" clId="{1F672A8F-2681-4F4F-9753-B5FB86B1EA26}" dt="2021-04-15T14:53:45.790" v="3180" actId="21"/>
          <ac:grpSpMkLst>
            <pc:docMk/>
            <pc:sldMk cId="3039178225" sldId="11921"/>
            <ac:grpSpMk id="18" creationId="{F429ACF7-CDE4-46B4-B7C9-5C3352542412}"/>
          </ac:grpSpMkLst>
        </pc:grpChg>
        <pc:grpChg chg="add del mod">
          <ac:chgData name="Khumalo, Linda" userId="dec9ebdf-bb03-41b8-8be8-d403b092b381" providerId="ADAL" clId="{1F672A8F-2681-4F4F-9753-B5FB86B1EA26}" dt="2021-04-15T15:06:58.902" v="3272" actId="478"/>
          <ac:grpSpMkLst>
            <pc:docMk/>
            <pc:sldMk cId="3039178225" sldId="11921"/>
            <ac:grpSpMk id="21" creationId="{88FDC132-85F0-47A0-B38D-B667C9752D77}"/>
          </ac:grpSpMkLst>
        </pc:grpChg>
        <pc:grpChg chg="add del mod">
          <ac:chgData name="Khumalo, Linda" userId="dec9ebdf-bb03-41b8-8be8-d403b092b381" providerId="ADAL" clId="{1F672A8F-2681-4F4F-9753-B5FB86B1EA26}" dt="2021-04-15T14:30:09.613" v="2906" actId="478"/>
          <ac:grpSpMkLst>
            <pc:docMk/>
            <pc:sldMk cId="3039178225" sldId="11921"/>
            <ac:grpSpMk id="24" creationId="{AE590186-78C3-4B4C-9E61-3B7E07DD34AA}"/>
          </ac:grpSpMkLst>
        </pc:grpChg>
        <pc:grpChg chg="add del mod">
          <ac:chgData name="Khumalo, Linda" userId="dec9ebdf-bb03-41b8-8be8-d403b092b381" providerId="ADAL" clId="{1F672A8F-2681-4F4F-9753-B5FB86B1EA26}" dt="2021-04-15T14:56:08.056" v="3236" actId="21"/>
          <ac:grpSpMkLst>
            <pc:docMk/>
            <pc:sldMk cId="3039178225" sldId="11921"/>
            <ac:grpSpMk id="31" creationId="{3740E36B-03CB-49AE-B7DE-98CB6A1E9C67}"/>
          </ac:grpSpMkLst>
        </pc:grpChg>
        <pc:grpChg chg="add del mod">
          <ac:chgData name="Khumalo, Linda" userId="dec9ebdf-bb03-41b8-8be8-d403b092b381" providerId="ADAL" clId="{1F672A8F-2681-4F4F-9753-B5FB86B1EA26}" dt="2021-04-15T15:24:51.636" v="3651" actId="165"/>
          <ac:grpSpMkLst>
            <pc:docMk/>
            <pc:sldMk cId="3039178225" sldId="11921"/>
            <ac:grpSpMk id="36" creationId="{99700CE1-82D7-49B7-BE7C-4425C1CE0986}"/>
          </ac:grpSpMkLst>
        </pc:grpChg>
        <pc:grpChg chg="add del mod">
          <ac:chgData name="Khumalo, Linda" userId="dec9ebdf-bb03-41b8-8be8-d403b092b381" providerId="ADAL" clId="{1F672A8F-2681-4F4F-9753-B5FB86B1EA26}" dt="2021-04-15T15:16:41.662" v="3474" actId="165"/>
          <ac:grpSpMkLst>
            <pc:docMk/>
            <pc:sldMk cId="3039178225" sldId="11921"/>
            <ac:grpSpMk id="37" creationId="{2DB5B599-189E-427E-BA71-2FC41CCF3BBF}"/>
          </ac:grpSpMkLst>
        </pc:grpChg>
        <pc:grpChg chg="add del mod">
          <ac:chgData name="Khumalo, Linda" userId="dec9ebdf-bb03-41b8-8be8-d403b092b381" providerId="ADAL" clId="{1F672A8F-2681-4F4F-9753-B5FB86B1EA26}" dt="2021-04-15T15:24:31.813" v="3647" actId="478"/>
          <ac:grpSpMkLst>
            <pc:docMk/>
            <pc:sldMk cId="3039178225" sldId="11921"/>
            <ac:grpSpMk id="38" creationId="{FDF444A8-8029-49E5-BC58-0E4AF874A649}"/>
          </ac:grpSpMkLst>
        </pc:grpChg>
        <pc:grpChg chg="add del mod">
          <ac:chgData name="Khumalo, Linda" userId="dec9ebdf-bb03-41b8-8be8-d403b092b381" providerId="ADAL" clId="{1F672A8F-2681-4F4F-9753-B5FB86B1EA26}" dt="2021-04-15T15:07:00.833" v="3273" actId="478"/>
          <ac:grpSpMkLst>
            <pc:docMk/>
            <pc:sldMk cId="3039178225" sldId="11921"/>
            <ac:grpSpMk id="41" creationId="{A3C6D939-B7E1-40DB-9F17-EE0B749DED87}"/>
          </ac:grpSpMkLst>
        </pc:grpChg>
        <pc:grpChg chg="add del mod">
          <ac:chgData name="Khumalo, Linda" userId="dec9ebdf-bb03-41b8-8be8-d403b092b381" providerId="ADAL" clId="{1F672A8F-2681-4F4F-9753-B5FB86B1EA26}" dt="2021-04-15T16:20:50.126" v="4250" actId="478"/>
          <ac:grpSpMkLst>
            <pc:docMk/>
            <pc:sldMk cId="3039178225" sldId="11921"/>
            <ac:grpSpMk id="44" creationId="{640311BF-E7DD-416F-8F95-71DCBB6509A7}"/>
          </ac:grpSpMkLst>
        </pc:grpChg>
        <pc:grpChg chg="add del mod">
          <ac:chgData name="Khumalo, Linda" userId="dec9ebdf-bb03-41b8-8be8-d403b092b381" providerId="ADAL" clId="{1F672A8F-2681-4F4F-9753-B5FB86B1EA26}" dt="2021-04-15T16:20:50.126" v="4250" actId="478"/>
          <ac:grpSpMkLst>
            <pc:docMk/>
            <pc:sldMk cId="3039178225" sldId="11921"/>
            <ac:grpSpMk id="47" creationId="{BD362003-3D3D-4AE1-8EF3-936590302671}"/>
          </ac:grpSpMkLst>
        </pc:grpChg>
        <pc:grpChg chg="add del mod">
          <ac:chgData name="Khumalo, Linda" userId="dec9ebdf-bb03-41b8-8be8-d403b092b381" providerId="ADAL" clId="{1F672A8F-2681-4F4F-9753-B5FB86B1EA26}" dt="2021-04-15T15:06:20.266" v="3267" actId="478"/>
          <ac:grpSpMkLst>
            <pc:docMk/>
            <pc:sldMk cId="3039178225" sldId="11921"/>
            <ac:grpSpMk id="50" creationId="{1BBA8D84-807E-4121-B9B2-E78905385B1D}"/>
          </ac:grpSpMkLst>
        </pc:grpChg>
        <pc:grpChg chg="add del mod">
          <ac:chgData name="Khumalo, Linda" userId="dec9ebdf-bb03-41b8-8be8-d403b092b381" providerId="ADAL" clId="{1F672A8F-2681-4F4F-9753-B5FB86B1EA26}" dt="2021-04-15T15:24:07.929" v="3644" actId="165"/>
          <ac:grpSpMkLst>
            <pc:docMk/>
            <pc:sldMk cId="3039178225" sldId="11921"/>
            <ac:grpSpMk id="53" creationId="{8186E32A-C831-4FDC-9A86-93E97C6CFBA1}"/>
          </ac:grpSpMkLst>
        </pc:grpChg>
        <pc:grpChg chg="add del mod">
          <ac:chgData name="Khumalo, Linda" userId="dec9ebdf-bb03-41b8-8be8-d403b092b381" providerId="ADAL" clId="{1F672A8F-2681-4F4F-9753-B5FB86B1EA26}" dt="2021-04-15T15:24:03.979" v="3643" actId="165"/>
          <ac:grpSpMkLst>
            <pc:docMk/>
            <pc:sldMk cId="3039178225" sldId="11921"/>
            <ac:grpSpMk id="54" creationId="{CBCCD8E0-CF74-4717-BE8F-159119F10058}"/>
          </ac:grpSpMkLst>
        </pc:grpChg>
        <pc:grpChg chg="add del mod">
          <ac:chgData name="Khumalo, Linda" userId="dec9ebdf-bb03-41b8-8be8-d403b092b381" providerId="ADAL" clId="{1F672A8F-2681-4F4F-9753-B5FB86B1EA26}" dt="2021-04-15T15:24:11.308" v="3645" actId="165"/>
          <ac:grpSpMkLst>
            <pc:docMk/>
            <pc:sldMk cId="3039178225" sldId="11921"/>
            <ac:grpSpMk id="55" creationId="{F356B14C-F31B-46E9-B2FA-186145EFBC94}"/>
          </ac:grpSpMkLst>
        </pc:grpChg>
        <pc:grpChg chg="add del mod">
          <ac:chgData name="Khumalo, Linda" userId="dec9ebdf-bb03-41b8-8be8-d403b092b381" providerId="ADAL" clId="{1F672A8F-2681-4F4F-9753-B5FB86B1EA26}" dt="2021-04-15T15:24:46.332" v="3649" actId="165"/>
          <ac:grpSpMkLst>
            <pc:docMk/>
            <pc:sldMk cId="3039178225" sldId="11921"/>
            <ac:grpSpMk id="56" creationId="{90EEF3C1-14E8-4C65-9F1C-1E18EF32CBDF}"/>
          </ac:grpSpMkLst>
        </pc:grpChg>
        <pc:grpChg chg="add del mod">
          <ac:chgData name="Khumalo, Linda" userId="dec9ebdf-bb03-41b8-8be8-d403b092b381" providerId="ADAL" clId="{1F672A8F-2681-4F4F-9753-B5FB86B1EA26}" dt="2021-04-15T16:20:50.126" v="4250" actId="478"/>
          <ac:grpSpMkLst>
            <pc:docMk/>
            <pc:sldMk cId="3039178225" sldId="11921"/>
            <ac:grpSpMk id="59" creationId="{738416DA-96E7-47E5-ABB9-D4E631C22359}"/>
          </ac:grpSpMkLst>
        </pc:grpChg>
        <pc:grpChg chg="add del mod">
          <ac:chgData name="Khumalo, Linda" userId="dec9ebdf-bb03-41b8-8be8-d403b092b381" providerId="ADAL" clId="{1F672A8F-2681-4F4F-9753-B5FB86B1EA26}" dt="2021-04-15T16:20:50.126" v="4250" actId="478"/>
          <ac:grpSpMkLst>
            <pc:docMk/>
            <pc:sldMk cId="3039178225" sldId="11921"/>
            <ac:grpSpMk id="62" creationId="{5C89D247-3234-47DC-8929-E499CF796A88}"/>
          </ac:grpSpMkLst>
        </pc:grpChg>
        <pc:grpChg chg="add del mod">
          <ac:chgData name="Khumalo, Linda" userId="dec9ebdf-bb03-41b8-8be8-d403b092b381" providerId="ADAL" clId="{1F672A8F-2681-4F4F-9753-B5FB86B1EA26}" dt="2021-04-15T16:20:50.126" v="4250" actId="478"/>
          <ac:grpSpMkLst>
            <pc:docMk/>
            <pc:sldMk cId="3039178225" sldId="11921"/>
            <ac:grpSpMk id="65" creationId="{D504F154-5CD8-42DE-BB26-4A85FBC02458}"/>
          </ac:grpSpMkLst>
        </pc:grpChg>
        <pc:grpChg chg="add del mod">
          <ac:chgData name="Khumalo, Linda" userId="dec9ebdf-bb03-41b8-8be8-d403b092b381" providerId="ADAL" clId="{1F672A8F-2681-4F4F-9753-B5FB86B1EA26}" dt="2021-04-15T16:20:50.126" v="4250" actId="478"/>
          <ac:grpSpMkLst>
            <pc:docMk/>
            <pc:sldMk cId="3039178225" sldId="11921"/>
            <ac:grpSpMk id="66" creationId="{8F559F3B-8387-414A-B283-DB7557EACAA8}"/>
          </ac:grpSpMkLst>
        </pc:grpChg>
        <pc:grpChg chg="add del mod">
          <ac:chgData name="Khumalo, Linda" userId="dec9ebdf-bb03-41b8-8be8-d403b092b381" providerId="ADAL" clId="{1F672A8F-2681-4F4F-9753-B5FB86B1EA26}" dt="2021-04-15T15:24:48.921" v="3650" actId="165"/>
          <ac:grpSpMkLst>
            <pc:docMk/>
            <pc:sldMk cId="3039178225" sldId="11921"/>
            <ac:grpSpMk id="67" creationId="{3C320C7A-1518-4614-ACFC-84A9939836B3}"/>
          </ac:grpSpMkLst>
        </pc:grpChg>
        <pc:grpChg chg="add del mod">
          <ac:chgData name="Khumalo, Linda" userId="dec9ebdf-bb03-41b8-8be8-d403b092b381" providerId="ADAL" clId="{1F672A8F-2681-4F4F-9753-B5FB86B1EA26}" dt="2021-04-15T16:20:50.126" v="4250" actId="478"/>
          <ac:grpSpMkLst>
            <pc:docMk/>
            <pc:sldMk cId="3039178225" sldId="11921"/>
            <ac:grpSpMk id="70" creationId="{737F6BAF-FB58-4437-BDDA-5E69FF66E23B}"/>
          </ac:grpSpMkLst>
        </pc:grpChg>
        <pc:grpChg chg="add del mod">
          <ac:chgData name="Khumalo, Linda" userId="dec9ebdf-bb03-41b8-8be8-d403b092b381" providerId="ADAL" clId="{1F672A8F-2681-4F4F-9753-B5FB86B1EA26}" dt="2021-04-15T16:20:50.126" v="4250" actId="478"/>
          <ac:grpSpMkLst>
            <pc:docMk/>
            <pc:sldMk cId="3039178225" sldId="11921"/>
            <ac:grpSpMk id="71" creationId="{9B8DC15A-C7C7-4F7D-A322-D8FF94EBDFCA}"/>
          </ac:grpSpMkLst>
        </pc:grpChg>
        <pc:grpChg chg="add del mod">
          <ac:chgData name="Khumalo, Linda" userId="dec9ebdf-bb03-41b8-8be8-d403b092b381" providerId="ADAL" clId="{1F672A8F-2681-4F4F-9753-B5FB86B1EA26}" dt="2021-04-15T16:20:50.126" v="4250" actId="478"/>
          <ac:grpSpMkLst>
            <pc:docMk/>
            <pc:sldMk cId="3039178225" sldId="11921"/>
            <ac:grpSpMk id="72" creationId="{F142CCFA-D5EB-4B9E-A2DA-810F1B04BAAB}"/>
          </ac:grpSpMkLst>
        </pc:grpChg>
        <pc:grpChg chg="add del mod">
          <ac:chgData name="Khumalo, Linda" userId="dec9ebdf-bb03-41b8-8be8-d403b092b381" providerId="ADAL" clId="{1F672A8F-2681-4F4F-9753-B5FB86B1EA26}" dt="2021-04-15T16:20:50.126" v="4250" actId="478"/>
          <ac:grpSpMkLst>
            <pc:docMk/>
            <pc:sldMk cId="3039178225" sldId="11921"/>
            <ac:grpSpMk id="73" creationId="{15C9E29E-E254-4285-9291-3A6DA86F2296}"/>
          </ac:grpSpMkLst>
        </pc:grpChg>
        <pc:grpChg chg="add del mod">
          <ac:chgData name="Khumalo, Linda" userId="dec9ebdf-bb03-41b8-8be8-d403b092b381" providerId="ADAL" clId="{1F672A8F-2681-4F4F-9753-B5FB86B1EA26}" dt="2021-04-15T16:20:50.126" v="4250" actId="478"/>
          <ac:grpSpMkLst>
            <pc:docMk/>
            <pc:sldMk cId="3039178225" sldId="11921"/>
            <ac:grpSpMk id="74" creationId="{C67B930B-E7DF-43AB-9FB0-2F38A7233693}"/>
          </ac:grpSpMkLst>
        </pc:grpChg>
        <pc:grpChg chg="add del mod">
          <ac:chgData name="Khumalo, Linda" userId="dec9ebdf-bb03-41b8-8be8-d403b092b381" providerId="ADAL" clId="{1F672A8F-2681-4F4F-9753-B5FB86B1EA26}" dt="2021-04-15T16:20:50.126" v="4250" actId="478"/>
          <ac:grpSpMkLst>
            <pc:docMk/>
            <pc:sldMk cId="3039178225" sldId="11921"/>
            <ac:grpSpMk id="75" creationId="{C661FA86-A48D-4810-A4F9-349AA0511D09}"/>
          </ac:grpSpMkLst>
        </pc:grpChg>
        <pc:grpChg chg="add del mod">
          <ac:chgData name="Khumalo, Linda" userId="dec9ebdf-bb03-41b8-8be8-d403b092b381" providerId="ADAL" clId="{1F672A8F-2681-4F4F-9753-B5FB86B1EA26}" dt="2021-04-15T15:29:17.381" v="3698" actId="478"/>
          <ac:grpSpMkLst>
            <pc:docMk/>
            <pc:sldMk cId="3039178225" sldId="11921"/>
            <ac:grpSpMk id="76" creationId="{8CDF6030-FE30-4731-AAB6-201E9F1B2135}"/>
          </ac:grpSpMkLst>
        </pc:grpChg>
        <pc:grpChg chg="add mod">
          <ac:chgData name="Khumalo, Linda" userId="dec9ebdf-bb03-41b8-8be8-d403b092b381" providerId="ADAL" clId="{1F672A8F-2681-4F4F-9753-B5FB86B1EA26}" dt="2021-04-15T16:39:18.982" v="4411" actId="1076"/>
          <ac:grpSpMkLst>
            <pc:docMk/>
            <pc:sldMk cId="3039178225" sldId="11921"/>
            <ac:grpSpMk id="158" creationId="{0969AC10-960B-4665-941B-A142F76DE77F}"/>
          </ac:grpSpMkLst>
        </pc:grpChg>
        <pc:grpChg chg="add mod">
          <ac:chgData name="Khumalo, Linda" userId="dec9ebdf-bb03-41b8-8be8-d403b092b381" providerId="ADAL" clId="{1F672A8F-2681-4F4F-9753-B5FB86B1EA26}" dt="2021-04-15T16:39:18.982" v="4411" actId="1076"/>
          <ac:grpSpMkLst>
            <pc:docMk/>
            <pc:sldMk cId="3039178225" sldId="11921"/>
            <ac:grpSpMk id="161" creationId="{877DA43F-36AC-45DC-B123-9E331714FCEE}"/>
          </ac:grpSpMkLst>
        </pc:grpChg>
        <pc:grpChg chg="add mod">
          <ac:chgData name="Khumalo, Linda" userId="dec9ebdf-bb03-41b8-8be8-d403b092b381" providerId="ADAL" clId="{1F672A8F-2681-4F4F-9753-B5FB86B1EA26}" dt="2021-04-15T16:39:18.982" v="4411" actId="1076"/>
          <ac:grpSpMkLst>
            <pc:docMk/>
            <pc:sldMk cId="3039178225" sldId="11921"/>
            <ac:grpSpMk id="164" creationId="{1EC80E48-447E-4C0F-92C3-7B44E1319834}"/>
          </ac:grpSpMkLst>
        </pc:grpChg>
        <pc:grpChg chg="add mod">
          <ac:chgData name="Khumalo, Linda" userId="dec9ebdf-bb03-41b8-8be8-d403b092b381" providerId="ADAL" clId="{1F672A8F-2681-4F4F-9753-B5FB86B1EA26}" dt="2021-04-15T16:39:18.982" v="4411" actId="1076"/>
          <ac:grpSpMkLst>
            <pc:docMk/>
            <pc:sldMk cId="3039178225" sldId="11921"/>
            <ac:grpSpMk id="167" creationId="{9F49FCEE-47CA-4A2E-B5A3-FEEB742BAEF2}"/>
          </ac:grpSpMkLst>
        </pc:grpChg>
        <pc:grpChg chg="add mod">
          <ac:chgData name="Khumalo, Linda" userId="dec9ebdf-bb03-41b8-8be8-d403b092b381" providerId="ADAL" clId="{1F672A8F-2681-4F4F-9753-B5FB86B1EA26}" dt="2021-04-15T16:39:18.982" v="4411" actId="1076"/>
          <ac:grpSpMkLst>
            <pc:docMk/>
            <pc:sldMk cId="3039178225" sldId="11921"/>
            <ac:grpSpMk id="170" creationId="{4FC59D32-A492-4C6A-919B-BCEE8AA76C60}"/>
          </ac:grpSpMkLst>
        </pc:grpChg>
        <pc:grpChg chg="add mod">
          <ac:chgData name="Khumalo, Linda" userId="dec9ebdf-bb03-41b8-8be8-d403b092b381" providerId="ADAL" clId="{1F672A8F-2681-4F4F-9753-B5FB86B1EA26}" dt="2021-04-15T16:39:18.982" v="4411" actId="1076"/>
          <ac:grpSpMkLst>
            <pc:docMk/>
            <pc:sldMk cId="3039178225" sldId="11921"/>
            <ac:grpSpMk id="173" creationId="{AC1754AC-5512-486D-B316-500D9CF6F6C9}"/>
          </ac:grpSpMkLst>
        </pc:grpChg>
        <pc:grpChg chg="add mod">
          <ac:chgData name="Khumalo, Linda" userId="dec9ebdf-bb03-41b8-8be8-d403b092b381" providerId="ADAL" clId="{1F672A8F-2681-4F4F-9753-B5FB86B1EA26}" dt="2021-04-15T16:39:18.982" v="4411" actId="1076"/>
          <ac:grpSpMkLst>
            <pc:docMk/>
            <pc:sldMk cId="3039178225" sldId="11921"/>
            <ac:grpSpMk id="176" creationId="{80C6368A-5985-4D53-BA51-0717AD770ADC}"/>
          </ac:grpSpMkLst>
        </pc:grpChg>
        <pc:grpChg chg="add mod">
          <ac:chgData name="Khumalo, Linda" userId="dec9ebdf-bb03-41b8-8be8-d403b092b381" providerId="ADAL" clId="{1F672A8F-2681-4F4F-9753-B5FB86B1EA26}" dt="2021-04-15T16:39:18.982" v="4411" actId="1076"/>
          <ac:grpSpMkLst>
            <pc:docMk/>
            <pc:sldMk cId="3039178225" sldId="11921"/>
            <ac:grpSpMk id="179" creationId="{FBDB90A7-DD0F-400F-A89F-400CA1089CA7}"/>
          </ac:grpSpMkLst>
        </pc:grpChg>
        <pc:grpChg chg="add mod">
          <ac:chgData name="Khumalo, Linda" userId="dec9ebdf-bb03-41b8-8be8-d403b092b381" providerId="ADAL" clId="{1F672A8F-2681-4F4F-9753-B5FB86B1EA26}" dt="2021-04-15T16:39:18.982" v="4411" actId="1076"/>
          <ac:grpSpMkLst>
            <pc:docMk/>
            <pc:sldMk cId="3039178225" sldId="11921"/>
            <ac:grpSpMk id="182" creationId="{6B780983-2539-42E6-94B3-51B64695EB2A}"/>
          </ac:grpSpMkLst>
        </pc:grpChg>
        <pc:grpChg chg="add mod">
          <ac:chgData name="Khumalo, Linda" userId="dec9ebdf-bb03-41b8-8be8-d403b092b381" providerId="ADAL" clId="{1F672A8F-2681-4F4F-9753-B5FB86B1EA26}" dt="2021-04-15T16:39:18.982" v="4411" actId="1076"/>
          <ac:grpSpMkLst>
            <pc:docMk/>
            <pc:sldMk cId="3039178225" sldId="11921"/>
            <ac:grpSpMk id="185" creationId="{B055528B-677B-4D5D-8D63-6D93AD8E6AA3}"/>
          </ac:grpSpMkLst>
        </pc:grpChg>
        <pc:grpChg chg="add mod">
          <ac:chgData name="Khumalo, Linda" userId="dec9ebdf-bb03-41b8-8be8-d403b092b381" providerId="ADAL" clId="{1F672A8F-2681-4F4F-9753-B5FB86B1EA26}" dt="2021-04-15T16:39:18.982" v="4411" actId="1076"/>
          <ac:grpSpMkLst>
            <pc:docMk/>
            <pc:sldMk cId="3039178225" sldId="11921"/>
            <ac:grpSpMk id="188" creationId="{CDD5840B-3129-48F7-B21C-10F30C5A1F67}"/>
          </ac:grpSpMkLst>
        </pc:grpChg>
        <pc:grpChg chg="add mod">
          <ac:chgData name="Khumalo, Linda" userId="dec9ebdf-bb03-41b8-8be8-d403b092b381" providerId="ADAL" clId="{1F672A8F-2681-4F4F-9753-B5FB86B1EA26}" dt="2021-04-15T16:39:18.982" v="4411" actId="1076"/>
          <ac:grpSpMkLst>
            <pc:docMk/>
            <pc:sldMk cId="3039178225" sldId="11921"/>
            <ac:grpSpMk id="191" creationId="{7602A856-89B4-46A3-A8E8-D63701B85AB9}"/>
          </ac:grpSpMkLst>
        </pc:grpChg>
        <pc:graphicFrameChg chg="del mod modGraphic">
          <ac:chgData name="Khumalo, Linda" userId="dec9ebdf-bb03-41b8-8be8-d403b092b381" providerId="ADAL" clId="{1F672A8F-2681-4F4F-9753-B5FB86B1EA26}" dt="2021-04-15T15:50:39.507" v="3989" actId="478"/>
          <ac:graphicFrameMkLst>
            <pc:docMk/>
            <pc:sldMk cId="3039178225" sldId="11921"/>
            <ac:graphicFrameMk id="4" creationId="{7E28A0A4-E016-481B-99C3-3AD1FE95A079}"/>
          </ac:graphicFrameMkLst>
        </pc:graphicFrameChg>
        <pc:picChg chg="add mod ord topLvl">
          <ac:chgData name="Khumalo, Linda" userId="dec9ebdf-bb03-41b8-8be8-d403b092b381" providerId="ADAL" clId="{1F672A8F-2681-4F4F-9753-B5FB86B1EA26}" dt="2021-04-15T16:04:14.614" v="4073" actId="555"/>
          <ac:picMkLst>
            <pc:docMk/>
            <pc:sldMk cId="3039178225" sldId="11921"/>
            <ac:picMk id="5" creationId="{91C67672-11F6-4D23-BA51-0A494B0E3CE3}"/>
          </ac:picMkLst>
        </pc:picChg>
        <pc:picChg chg="add mod ord topLvl">
          <ac:chgData name="Khumalo, Linda" userId="dec9ebdf-bb03-41b8-8be8-d403b092b381" providerId="ADAL" clId="{1F672A8F-2681-4F4F-9753-B5FB86B1EA26}" dt="2021-04-15T15:55:43.229" v="4019" actId="553"/>
          <ac:picMkLst>
            <pc:docMk/>
            <pc:sldMk cId="3039178225" sldId="11921"/>
            <ac:picMk id="6" creationId="{8A03B1BE-94B9-4B34-9FAC-5B120E2C003B}"/>
          </ac:picMkLst>
        </pc:picChg>
        <pc:picChg chg="add mod ord topLvl">
          <ac:chgData name="Khumalo, Linda" userId="dec9ebdf-bb03-41b8-8be8-d403b092b381" providerId="ADAL" clId="{1F672A8F-2681-4F4F-9753-B5FB86B1EA26}" dt="2021-04-15T15:55:43.229" v="4019" actId="553"/>
          <ac:picMkLst>
            <pc:docMk/>
            <pc:sldMk cId="3039178225" sldId="11921"/>
            <ac:picMk id="7" creationId="{07CEE7AC-A95D-4C1F-BE30-2B02B66EE0D0}"/>
          </ac:picMkLst>
        </pc:picChg>
        <pc:picChg chg="del mod topLvl">
          <ac:chgData name="Khumalo, Linda" userId="dec9ebdf-bb03-41b8-8be8-d403b092b381" providerId="ADAL" clId="{1F672A8F-2681-4F4F-9753-B5FB86B1EA26}" dt="2021-04-15T14:30:13.970" v="2907" actId="21"/>
          <ac:picMkLst>
            <pc:docMk/>
            <pc:sldMk cId="3039178225" sldId="11921"/>
            <ac:picMk id="11" creationId="{609DACCB-64A7-4DDB-9562-499B878BAF86}"/>
          </ac:picMkLst>
        </pc:picChg>
        <pc:picChg chg="del mod topLvl">
          <ac:chgData name="Khumalo, Linda" userId="dec9ebdf-bb03-41b8-8be8-d403b092b381" providerId="ADAL" clId="{1F672A8F-2681-4F4F-9753-B5FB86B1EA26}" dt="2021-04-15T14:30:53.065" v="2932" actId="21"/>
          <ac:picMkLst>
            <pc:docMk/>
            <pc:sldMk cId="3039178225" sldId="11921"/>
            <ac:picMk id="14" creationId="{7E228AE7-91C8-4944-9EEB-6BC055513A8F}"/>
          </ac:picMkLst>
        </pc:picChg>
        <pc:picChg chg="mod">
          <ac:chgData name="Khumalo, Linda" userId="dec9ebdf-bb03-41b8-8be8-d403b092b381" providerId="ADAL" clId="{1F672A8F-2681-4F4F-9753-B5FB86B1EA26}" dt="2021-04-15T14:27:41.736" v="2887"/>
          <ac:picMkLst>
            <pc:docMk/>
            <pc:sldMk cId="3039178225" sldId="11921"/>
            <ac:picMk id="17" creationId="{4AE3BA2A-190F-425A-893D-DF398313A572}"/>
          </ac:picMkLst>
        </pc:picChg>
        <pc:picChg chg="del mod topLvl">
          <ac:chgData name="Khumalo, Linda" userId="dec9ebdf-bb03-41b8-8be8-d403b092b381" providerId="ADAL" clId="{1F672A8F-2681-4F4F-9753-B5FB86B1EA26}" dt="2021-04-15T14:53:45.790" v="3180" actId="21"/>
          <ac:picMkLst>
            <pc:docMk/>
            <pc:sldMk cId="3039178225" sldId="11921"/>
            <ac:picMk id="20" creationId="{3A524B1B-59E5-4D41-A3FD-F91882AFA03A}"/>
          </ac:picMkLst>
        </pc:picChg>
        <pc:picChg chg="del mod topLvl">
          <ac:chgData name="Khumalo, Linda" userId="dec9ebdf-bb03-41b8-8be8-d403b092b381" providerId="ADAL" clId="{1F672A8F-2681-4F4F-9753-B5FB86B1EA26}" dt="2021-04-15T15:06:58.902" v="3272" actId="478"/>
          <ac:picMkLst>
            <pc:docMk/>
            <pc:sldMk cId="3039178225" sldId="11921"/>
            <ac:picMk id="23" creationId="{85C6297E-DC55-482E-A243-D6A55A46888B}"/>
          </ac:picMkLst>
        </pc:picChg>
        <pc:picChg chg="del mod topLvl">
          <ac:chgData name="Khumalo, Linda" userId="dec9ebdf-bb03-41b8-8be8-d403b092b381" providerId="ADAL" clId="{1F672A8F-2681-4F4F-9753-B5FB86B1EA26}" dt="2021-04-15T14:30:09.613" v="2906" actId="478"/>
          <ac:picMkLst>
            <pc:docMk/>
            <pc:sldMk cId="3039178225" sldId="11921"/>
            <ac:picMk id="26" creationId="{6524CB38-D932-492F-8B05-9F0B11A80318}"/>
          </ac:picMkLst>
        </pc:picChg>
        <pc:picChg chg="add mod topLvl">
          <ac:chgData name="Khumalo, Linda" userId="dec9ebdf-bb03-41b8-8be8-d403b092b381" providerId="ADAL" clId="{1F672A8F-2681-4F4F-9753-B5FB86B1EA26}" dt="2021-04-15T15:55:20.937" v="4018" actId="555"/>
          <ac:picMkLst>
            <pc:docMk/>
            <pc:sldMk cId="3039178225" sldId="11921"/>
            <ac:picMk id="27" creationId="{6E152807-F43D-48CA-8A7E-63D9D93E15CD}"/>
          </ac:picMkLst>
        </pc:picChg>
        <pc:picChg chg="add del mod">
          <ac:chgData name="Khumalo, Linda" userId="dec9ebdf-bb03-41b8-8be8-d403b092b381" providerId="ADAL" clId="{1F672A8F-2681-4F4F-9753-B5FB86B1EA26}" dt="2021-04-15T14:54:03.288" v="3192" actId="478"/>
          <ac:picMkLst>
            <pc:docMk/>
            <pc:sldMk cId="3039178225" sldId="11921"/>
            <ac:picMk id="29" creationId="{D7AF628E-ED36-4D21-B9E9-52976F49AFAB}"/>
          </ac:picMkLst>
        </pc:picChg>
        <pc:picChg chg="add mod topLvl">
          <ac:chgData name="Khumalo, Linda" userId="dec9ebdf-bb03-41b8-8be8-d403b092b381" providerId="ADAL" clId="{1F672A8F-2681-4F4F-9753-B5FB86B1EA26}" dt="2021-04-15T15:55:20.937" v="4018" actId="555"/>
          <ac:picMkLst>
            <pc:docMk/>
            <pc:sldMk cId="3039178225" sldId="11921"/>
            <ac:picMk id="30" creationId="{DAEB1188-71CF-4867-811D-A1F90A862EA6}"/>
          </ac:picMkLst>
        </pc:picChg>
        <pc:picChg chg="del mod topLvl">
          <ac:chgData name="Khumalo, Linda" userId="dec9ebdf-bb03-41b8-8be8-d403b092b381" providerId="ADAL" clId="{1F672A8F-2681-4F4F-9753-B5FB86B1EA26}" dt="2021-04-15T14:56:08.056" v="3236" actId="21"/>
          <ac:picMkLst>
            <pc:docMk/>
            <pc:sldMk cId="3039178225" sldId="11921"/>
            <ac:picMk id="33" creationId="{DC462A1E-A9DB-4ED8-850B-0FF54523ECB7}"/>
          </ac:picMkLst>
        </pc:picChg>
        <pc:picChg chg="add mod topLvl">
          <ac:chgData name="Khumalo, Linda" userId="dec9ebdf-bb03-41b8-8be8-d403b092b381" providerId="ADAL" clId="{1F672A8F-2681-4F4F-9753-B5FB86B1EA26}" dt="2021-04-15T15:55:14.476" v="4017" actId="555"/>
          <ac:picMkLst>
            <pc:docMk/>
            <pc:sldMk cId="3039178225" sldId="11921"/>
            <ac:picMk id="35" creationId="{B1218EDB-A8BF-4E40-8544-DBBC9F23AF75}"/>
          </ac:picMkLst>
        </pc:picChg>
        <pc:picChg chg="mod">
          <ac:chgData name="Khumalo, Linda" userId="dec9ebdf-bb03-41b8-8be8-d403b092b381" providerId="ADAL" clId="{1F672A8F-2681-4F4F-9753-B5FB86B1EA26}" dt="2021-04-15T14:57:00.963" v="3243"/>
          <ac:picMkLst>
            <pc:docMk/>
            <pc:sldMk cId="3039178225" sldId="11921"/>
            <ac:picMk id="40" creationId="{2F4C5B64-28C7-4219-93AE-29C5E37128BF}"/>
          </ac:picMkLst>
        </pc:picChg>
        <pc:picChg chg="del mod topLvl">
          <ac:chgData name="Khumalo, Linda" userId="dec9ebdf-bb03-41b8-8be8-d403b092b381" providerId="ADAL" clId="{1F672A8F-2681-4F4F-9753-B5FB86B1EA26}" dt="2021-04-15T15:07:00.833" v="3273" actId="478"/>
          <ac:picMkLst>
            <pc:docMk/>
            <pc:sldMk cId="3039178225" sldId="11921"/>
            <ac:picMk id="43" creationId="{507C7D5B-6CFA-4EF9-8631-4BC8FF145569}"/>
          </ac:picMkLst>
        </pc:picChg>
        <pc:picChg chg="mod">
          <ac:chgData name="Khumalo, Linda" userId="dec9ebdf-bb03-41b8-8be8-d403b092b381" providerId="ADAL" clId="{1F672A8F-2681-4F4F-9753-B5FB86B1EA26}" dt="2021-04-15T15:55:43.229" v="4019" actId="553"/>
          <ac:picMkLst>
            <pc:docMk/>
            <pc:sldMk cId="3039178225" sldId="11921"/>
            <ac:picMk id="46" creationId="{601CF394-53C5-4E65-9689-6936D08DCB17}"/>
          </ac:picMkLst>
        </pc:picChg>
        <pc:picChg chg="mod">
          <ac:chgData name="Khumalo, Linda" userId="dec9ebdf-bb03-41b8-8be8-d403b092b381" providerId="ADAL" clId="{1F672A8F-2681-4F4F-9753-B5FB86B1EA26}" dt="2021-04-15T15:55:43.229" v="4019" actId="553"/>
          <ac:picMkLst>
            <pc:docMk/>
            <pc:sldMk cId="3039178225" sldId="11921"/>
            <ac:picMk id="49" creationId="{2A9AA523-7077-4456-934C-1BBE90361B62}"/>
          </ac:picMkLst>
        </pc:picChg>
        <pc:picChg chg="del mod topLvl">
          <ac:chgData name="Khumalo, Linda" userId="dec9ebdf-bb03-41b8-8be8-d403b092b381" providerId="ADAL" clId="{1F672A8F-2681-4F4F-9753-B5FB86B1EA26}" dt="2021-04-15T15:06:20.266" v="3267" actId="478"/>
          <ac:picMkLst>
            <pc:docMk/>
            <pc:sldMk cId="3039178225" sldId="11921"/>
            <ac:picMk id="52" creationId="{F3926FF0-A069-4B60-8B8E-7E123396099D}"/>
          </ac:picMkLst>
        </pc:picChg>
        <pc:picChg chg="mod topLvl">
          <ac:chgData name="Khumalo, Linda" userId="dec9ebdf-bb03-41b8-8be8-d403b092b381" providerId="ADAL" clId="{1F672A8F-2681-4F4F-9753-B5FB86B1EA26}" dt="2021-04-15T15:55:43.229" v="4019" actId="553"/>
          <ac:picMkLst>
            <pc:docMk/>
            <pc:sldMk cId="3039178225" sldId="11921"/>
            <ac:picMk id="58" creationId="{99D8F6BE-F791-4434-87A1-76AD14980069}"/>
          </ac:picMkLst>
        </pc:picChg>
        <pc:picChg chg="mod">
          <ac:chgData name="Khumalo, Linda" userId="dec9ebdf-bb03-41b8-8be8-d403b092b381" providerId="ADAL" clId="{1F672A8F-2681-4F4F-9753-B5FB86B1EA26}" dt="2021-04-15T15:55:43.229" v="4019" actId="553"/>
          <ac:picMkLst>
            <pc:docMk/>
            <pc:sldMk cId="3039178225" sldId="11921"/>
            <ac:picMk id="61" creationId="{A2B32E87-8DAC-4241-A8D8-B222A237BB90}"/>
          </ac:picMkLst>
        </pc:picChg>
        <pc:picChg chg="mod">
          <ac:chgData name="Khumalo, Linda" userId="dec9ebdf-bb03-41b8-8be8-d403b092b381" providerId="ADAL" clId="{1F672A8F-2681-4F4F-9753-B5FB86B1EA26}" dt="2021-04-15T15:55:20.937" v="4018" actId="555"/>
          <ac:picMkLst>
            <pc:docMk/>
            <pc:sldMk cId="3039178225" sldId="11921"/>
            <ac:picMk id="64" creationId="{B6A397C9-57F8-4761-A131-D39A7CBC63CE}"/>
          </ac:picMkLst>
        </pc:picChg>
        <pc:picChg chg="mod topLvl">
          <ac:chgData name="Khumalo, Linda" userId="dec9ebdf-bb03-41b8-8be8-d403b092b381" providerId="ADAL" clId="{1F672A8F-2681-4F4F-9753-B5FB86B1EA26}" dt="2021-04-15T15:55:14.476" v="4017" actId="555"/>
          <ac:picMkLst>
            <pc:docMk/>
            <pc:sldMk cId="3039178225" sldId="11921"/>
            <ac:picMk id="69" creationId="{01CC78ED-3DD4-46C7-84A8-BE6F97BFB2B9}"/>
          </ac:picMkLst>
        </pc:picChg>
        <pc:picChg chg="del mod topLvl">
          <ac:chgData name="Khumalo, Linda" userId="dec9ebdf-bb03-41b8-8be8-d403b092b381" providerId="ADAL" clId="{1F672A8F-2681-4F4F-9753-B5FB86B1EA26}" dt="2021-04-15T15:29:17.381" v="3698" actId="478"/>
          <ac:picMkLst>
            <pc:docMk/>
            <pc:sldMk cId="3039178225" sldId="11921"/>
            <ac:picMk id="78" creationId="{56A0534E-A649-4B1F-A2F1-F2604DB5F92F}"/>
          </ac:picMkLst>
        </pc:picChg>
        <pc:picChg chg="mod">
          <ac:chgData name="Khumalo, Linda" userId="dec9ebdf-bb03-41b8-8be8-d403b092b381" providerId="ADAL" clId="{1F672A8F-2681-4F4F-9753-B5FB86B1EA26}" dt="2021-04-15T16:21:02.076" v="4251"/>
          <ac:picMkLst>
            <pc:docMk/>
            <pc:sldMk cId="3039178225" sldId="11921"/>
            <ac:picMk id="160" creationId="{4C4A4B2C-3BC2-403F-9B96-B7300FE86A46}"/>
          </ac:picMkLst>
        </pc:picChg>
        <pc:picChg chg="mod">
          <ac:chgData name="Khumalo, Linda" userId="dec9ebdf-bb03-41b8-8be8-d403b092b381" providerId="ADAL" clId="{1F672A8F-2681-4F4F-9753-B5FB86B1EA26}" dt="2021-04-15T16:21:02.076" v="4251"/>
          <ac:picMkLst>
            <pc:docMk/>
            <pc:sldMk cId="3039178225" sldId="11921"/>
            <ac:picMk id="163" creationId="{C2857DC4-67A4-4FE3-8203-F0E879B14B4F}"/>
          </ac:picMkLst>
        </pc:picChg>
        <pc:picChg chg="mod">
          <ac:chgData name="Khumalo, Linda" userId="dec9ebdf-bb03-41b8-8be8-d403b092b381" providerId="ADAL" clId="{1F672A8F-2681-4F4F-9753-B5FB86B1EA26}" dt="2021-04-15T16:21:02.076" v="4251"/>
          <ac:picMkLst>
            <pc:docMk/>
            <pc:sldMk cId="3039178225" sldId="11921"/>
            <ac:picMk id="166" creationId="{27835504-2FCE-4B82-9221-00E0A541BA10}"/>
          </ac:picMkLst>
        </pc:picChg>
        <pc:picChg chg="mod">
          <ac:chgData name="Khumalo, Linda" userId="dec9ebdf-bb03-41b8-8be8-d403b092b381" providerId="ADAL" clId="{1F672A8F-2681-4F4F-9753-B5FB86B1EA26}" dt="2021-04-15T16:21:02.076" v="4251"/>
          <ac:picMkLst>
            <pc:docMk/>
            <pc:sldMk cId="3039178225" sldId="11921"/>
            <ac:picMk id="169" creationId="{0F424ACE-AF0F-4DE9-918A-C4B93A4E34DC}"/>
          </ac:picMkLst>
        </pc:picChg>
        <pc:picChg chg="mod">
          <ac:chgData name="Khumalo, Linda" userId="dec9ebdf-bb03-41b8-8be8-d403b092b381" providerId="ADAL" clId="{1F672A8F-2681-4F4F-9753-B5FB86B1EA26}" dt="2021-04-15T16:21:02.076" v="4251"/>
          <ac:picMkLst>
            <pc:docMk/>
            <pc:sldMk cId="3039178225" sldId="11921"/>
            <ac:picMk id="172" creationId="{C4163579-B0FD-485A-B0B2-35D7E6B30B8A}"/>
          </ac:picMkLst>
        </pc:picChg>
        <pc:picChg chg="mod">
          <ac:chgData name="Khumalo, Linda" userId="dec9ebdf-bb03-41b8-8be8-d403b092b381" providerId="ADAL" clId="{1F672A8F-2681-4F4F-9753-B5FB86B1EA26}" dt="2021-04-15T16:21:02.076" v="4251"/>
          <ac:picMkLst>
            <pc:docMk/>
            <pc:sldMk cId="3039178225" sldId="11921"/>
            <ac:picMk id="175" creationId="{B6354248-8429-4817-8EA7-3A13FF3AF153}"/>
          </ac:picMkLst>
        </pc:picChg>
        <pc:picChg chg="mod">
          <ac:chgData name="Khumalo, Linda" userId="dec9ebdf-bb03-41b8-8be8-d403b092b381" providerId="ADAL" clId="{1F672A8F-2681-4F4F-9753-B5FB86B1EA26}" dt="2021-04-15T16:21:02.076" v="4251"/>
          <ac:picMkLst>
            <pc:docMk/>
            <pc:sldMk cId="3039178225" sldId="11921"/>
            <ac:picMk id="178" creationId="{D1EF8294-6C1F-4D4A-BBDB-1C2BB7678803}"/>
          </ac:picMkLst>
        </pc:picChg>
        <pc:picChg chg="mod">
          <ac:chgData name="Khumalo, Linda" userId="dec9ebdf-bb03-41b8-8be8-d403b092b381" providerId="ADAL" clId="{1F672A8F-2681-4F4F-9753-B5FB86B1EA26}" dt="2021-04-15T16:21:02.076" v="4251"/>
          <ac:picMkLst>
            <pc:docMk/>
            <pc:sldMk cId="3039178225" sldId="11921"/>
            <ac:picMk id="181" creationId="{0F8F024E-8D5B-4346-92A6-81284AC9344C}"/>
          </ac:picMkLst>
        </pc:picChg>
        <pc:picChg chg="mod">
          <ac:chgData name="Khumalo, Linda" userId="dec9ebdf-bb03-41b8-8be8-d403b092b381" providerId="ADAL" clId="{1F672A8F-2681-4F4F-9753-B5FB86B1EA26}" dt="2021-04-15T16:21:02.076" v="4251"/>
          <ac:picMkLst>
            <pc:docMk/>
            <pc:sldMk cId="3039178225" sldId="11921"/>
            <ac:picMk id="184" creationId="{5F65A221-15F2-4CEA-8E97-F11EFDA85AFC}"/>
          </ac:picMkLst>
        </pc:picChg>
        <pc:picChg chg="mod">
          <ac:chgData name="Khumalo, Linda" userId="dec9ebdf-bb03-41b8-8be8-d403b092b381" providerId="ADAL" clId="{1F672A8F-2681-4F4F-9753-B5FB86B1EA26}" dt="2021-04-15T16:21:02.076" v="4251"/>
          <ac:picMkLst>
            <pc:docMk/>
            <pc:sldMk cId="3039178225" sldId="11921"/>
            <ac:picMk id="187" creationId="{E6F1B801-01AF-4A6B-A405-7F727638DBB3}"/>
          </ac:picMkLst>
        </pc:picChg>
        <pc:picChg chg="mod">
          <ac:chgData name="Khumalo, Linda" userId="dec9ebdf-bb03-41b8-8be8-d403b092b381" providerId="ADAL" clId="{1F672A8F-2681-4F4F-9753-B5FB86B1EA26}" dt="2021-04-15T16:21:02.076" v="4251"/>
          <ac:picMkLst>
            <pc:docMk/>
            <pc:sldMk cId="3039178225" sldId="11921"/>
            <ac:picMk id="190" creationId="{80B023A3-745B-4C07-856E-E6B1B10412EE}"/>
          </ac:picMkLst>
        </pc:picChg>
        <pc:picChg chg="mod">
          <ac:chgData name="Khumalo, Linda" userId="dec9ebdf-bb03-41b8-8be8-d403b092b381" providerId="ADAL" clId="{1F672A8F-2681-4F4F-9753-B5FB86B1EA26}" dt="2021-04-15T16:21:02.076" v="4251"/>
          <ac:picMkLst>
            <pc:docMk/>
            <pc:sldMk cId="3039178225" sldId="11921"/>
            <ac:picMk id="193" creationId="{28EA34FB-B520-4FFC-B973-1D292F7E71B5}"/>
          </ac:picMkLst>
        </pc:picChg>
      </pc:sldChg>
      <pc:sldChg chg="addSp delSp modSp del mod modTransition">
        <pc:chgData name="Khumalo, Linda" userId="dec9ebdf-bb03-41b8-8be8-d403b092b381" providerId="ADAL" clId="{1F672A8F-2681-4F4F-9753-B5FB86B1EA26}" dt="2021-04-15T16:37:30.039" v="4405" actId="47"/>
        <pc:sldMkLst>
          <pc:docMk/>
          <pc:sldMk cId="3241612131" sldId="11922"/>
        </pc:sldMkLst>
        <pc:spChg chg="add del mod">
          <ac:chgData name="Khumalo, Linda" userId="dec9ebdf-bb03-41b8-8be8-d403b092b381" providerId="ADAL" clId="{1F672A8F-2681-4F4F-9753-B5FB86B1EA26}" dt="2021-04-14T12:03:14.602" v="73"/>
          <ac:spMkLst>
            <pc:docMk/>
            <pc:sldMk cId="3241612131" sldId="11922"/>
            <ac:spMk id="3" creationId="{7282CFB3-7065-4118-ACC3-4F3381407D19}"/>
          </ac:spMkLst>
        </pc:spChg>
        <pc:spChg chg="add del mod">
          <ac:chgData name="Khumalo, Linda" userId="dec9ebdf-bb03-41b8-8be8-d403b092b381" providerId="ADAL" clId="{1F672A8F-2681-4F4F-9753-B5FB86B1EA26}" dt="2021-04-14T12:03:13.893" v="72"/>
          <ac:spMkLst>
            <pc:docMk/>
            <pc:sldMk cId="3241612131" sldId="11922"/>
            <ac:spMk id="11" creationId="{66A02BEB-75C9-4E74-9BDF-373DAEFACE79}"/>
          </ac:spMkLst>
        </pc:spChg>
        <pc:spChg chg="add del mod">
          <ac:chgData name="Khumalo, Linda" userId="dec9ebdf-bb03-41b8-8be8-d403b092b381" providerId="ADAL" clId="{1F672A8F-2681-4F4F-9753-B5FB86B1EA26}" dt="2021-04-14T12:03:13.893" v="72"/>
          <ac:spMkLst>
            <pc:docMk/>
            <pc:sldMk cId="3241612131" sldId="11922"/>
            <ac:spMk id="12" creationId="{5CFFF767-F11A-4E2E-8FBA-7226507F93A6}"/>
          </ac:spMkLst>
        </pc:spChg>
        <pc:spChg chg="add del mod">
          <ac:chgData name="Khumalo, Linda" userId="dec9ebdf-bb03-41b8-8be8-d403b092b381" providerId="ADAL" clId="{1F672A8F-2681-4F4F-9753-B5FB86B1EA26}" dt="2021-04-14T12:03:13.225" v="71"/>
          <ac:spMkLst>
            <pc:docMk/>
            <pc:sldMk cId="3241612131" sldId="11922"/>
            <ac:spMk id="14" creationId="{379DC456-7616-4416-8418-E1A07CC7B7CA}"/>
          </ac:spMkLst>
        </pc:spChg>
        <pc:spChg chg="add mod">
          <ac:chgData name="Khumalo, Linda" userId="dec9ebdf-bb03-41b8-8be8-d403b092b381" providerId="ADAL" clId="{1F672A8F-2681-4F4F-9753-B5FB86B1EA26}" dt="2021-04-14T12:11:26.278" v="497"/>
          <ac:spMkLst>
            <pc:docMk/>
            <pc:sldMk cId="3241612131" sldId="11922"/>
            <ac:spMk id="15" creationId="{05E3E9DD-C223-495B-AF79-AB82BB950EBC}"/>
          </ac:spMkLst>
        </pc:spChg>
        <pc:spChg chg="add del mod">
          <ac:chgData name="Khumalo, Linda" userId="dec9ebdf-bb03-41b8-8be8-d403b092b381" providerId="ADAL" clId="{1F672A8F-2681-4F4F-9753-B5FB86B1EA26}" dt="2021-04-14T12:07:21.005" v="233" actId="478"/>
          <ac:spMkLst>
            <pc:docMk/>
            <pc:sldMk cId="3241612131" sldId="11922"/>
            <ac:spMk id="16" creationId="{60AE9F43-8E57-4DC7-A0BC-8E324161AE6B}"/>
          </ac:spMkLst>
        </pc:spChg>
        <pc:spChg chg="add del mod">
          <ac:chgData name="Khumalo, Linda" userId="dec9ebdf-bb03-41b8-8be8-d403b092b381" providerId="ADAL" clId="{1F672A8F-2681-4F4F-9753-B5FB86B1EA26}" dt="2021-04-14T12:07:25.366" v="235" actId="478"/>
          <ac:spMkLst>
            <pc:docMk/>
            <pc:sldMk cId="3241612131" sldId="11922"/>
            <ac:spMk id="17" creationId="{22788064-7746-4BC5-853C-3E0CEC68807B}"/>
          </ac:spMkLst>
        </pc:spChg>
        <pc:spChg chg="add del mod">
          <ac:chgData name="Khumalo, Linda" userId="dec9ebdf-bb03-41b8-8be8-d403b092b381" providerId="ADAL" clId="{1F672A8F-2681-4F4F-9753-B5FB86B1EA26}" dt="2021-04-14T12:07:31.294" v="237" actId="478"/>
          <ac:spMkLst>
            <pc:docMk/>
            <pc:sldMk cId="3241612131" sldId="11922"/>
            <ac:spMk id="18" creationId="{7633F923-947D-42B0-9DB1-DD1C55A97F7A}"/>
          </ac:spMkLst>
        </pc:spChg>
        <pc:spChg chg="add del mod">
          <ac:chgData name="Khumalo, Linda" userId="dec9ebdf-bb03-41b8-8be8-d403b092b381" providerId="ADAL" clId="{1F672A8F-2681-4F4F-9753-B5FB86B1EA26}" dt="2021-04-14T12:07:32.511" v="238" actId="478"/>
          <ac:spMkLst>
            <pc:docMk/>
            <pc:sldMk cId="3241612131" sldId="11922"/>
            <ac:spMk id="19" creationId="{BD039283-1600-4295-B97A-6B2D13134239}"/>
          </ac:spMkLst>
        </pc:spChg>
        <pc:spChg chg="add del mod">
          <ac:chgData name="Khumalo, Linda" userId="dec9ebdf-bb03-41b8-8be8-d403b092b381" providerId="ADAL" clId="{1F672A8F-2681-4F4F-9753-B5FB86B1EA26}" dt="2021-04-14T12:11:28.919" v="498" actId="478"/>
          <ac:spMkLst>
            <pc:docMk/>
            <pc:sldMk cId="3241612131" sldId="11922"/>
            <ac:spMk id="20" creationId="{1C78E6F8-7D61-495B-8736-6E07184778D4}"/>
          </ac:spMkLst>
        </pc:spChg>
        <pc:spChg chg="add mod">
          <ac:chgData name="Khumalo, Linda" userId="dec9ebdf-bb03-41b8-8be8-d403b092b381" providerId="ADAL" clId="{1F672A8F-2681-4F4F-9753-B5FB86B1EA26}" dt="2021-04-14T12:11:41.672" v="530" actId="20577"/>
          <ac:spMkLst>
            <pc:docMk/>
            <pc:sldMk cId="3241612131" sldId="11922"/>
            <ac:spMk id="21" creationId="{681A5826-412C-4B65-A121-89A887E38FCB}"/>
          </ac:spMkLst>
        </pc:spChg>
        <pc:spChg chg="del">
          <ac:chgData name="Khumalo, Linda" userId="dec9ebdf-bb03-41b8-8be8-d403b092b381" providerId="ADAL" clId="{1F672A8F-2681-4F4F-9753-B5FB86B1EA26}" dt="2021-04-14T12:07:24.004" v="234" actId="478"/>
          <ac:spMkLst>
            <pc:docMk/>
            <pc:sldMk cId="3241612131" sldId="11922"/>
            <ac:spMk id="50" creationId="{722B2A43-8C05-4DE1-9A29-03CBFD057D80}"/>
          </ac:spMkLst>
        </pc:spChg>
      </pc:sldChg>
      <pc:sldChg chg="addSp modSp add del mod">
        <pc:chgData name="Khumalo, Linda" userId="dec9ebdf-bb03-41b8-8be8-d403b092b381" providerId="ADAL" clId="{1F672A8F-2681-4F4F-9753-B5FB86B1EA26}" dt="2021-04-15T13:44:19.663" v="2653" actId="47"/>
        <pc:sldMkLst>
          <pc:docMk/>
          <pc:sldMk cId="1863647343" sldId="11923"/>
        </pc:sldMkLst>
        <pc:spChg chg="mod">
          <ac:chgData name="Khumalo, Linda" userId="dec9ebdf-bb03-41b8-8be8-d403b092b381" providerId="ADAL" clId="{1F672A8F-2681-4F4F-9753-B5FB86B1EA26}" dt="2021-04-14T12:27:14.769" v="986" actId="164"/>
          <ac:spMkLst>
            <pc:docMk/>
            <pc:sldMk cId="1863647343" sldId="11923"/>
            <ac:spMk id="4" creationId="{1F69B7E8-57F6-4FCE-889E-0DFF08507474}"/>
          </ac:spMkLst>
        </pc:spChg>
        <pc:spChg chg="mod">
          <ac:chgData name="Khumalo, Linda" userId="dec9ebdf-bb03-41b8-8be8-d403b092b381" providerId="ADAL" clId="{1F672A8F-2681-4F4F-9753-B5FB86B1EA26}" dt="2021-04-14T12:27:14.769" v="986" actId="164"/>
          <ac:spMkLst>
            <pc:docMk/>
            <pc:sldMk cId="1863647343" sldId="11923"/>
            <ac:spMk id="5"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6"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7"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8" creationId="{00000000-0000-0000-0000-000000000000}"/>
          </ac:spMkLst>
        </pc:spChg>
        <pc:spChg chg="mod">
          <ac:chgData name="Khumalo, Linda" userId="dec9ebdf-bb03-41b8-8be8-d403b092b381" providerId="ADAL" clId="{1F672A8F-2681-4F4F-9753-B5FB86B1EA26}" dt="2021-04-14T12:28:02.086" v="1000" actId="20577"/>
          <ac:spMkLst>
            <pc:docMk/>
            <pc:sldMk cId="1863647343" sldId="11923"/>
            <ac:spMk id="9" creationId="{2B1CC2AE-2FD4-4AED-85AB-C7B3521E2BB3}"/>
          </ac:spMkLst>
        </pc:spChg>
        <pc:spChg chg="mod">
          <ac:chgData name="Khumalo, Linda" userId="dec9ebdf-bb03-41b8-8be8-d403b092b381" providerId="ADAL" clId="{1F672A8F-2681-4F4F-9753-B5FB86B1EA26}" dt="2021-04-14T12:27:22.783" v="987" actId="164"/>
          <ac:spMkLst>
            <pc:docMk/>
            <pc:sldMk cId="1863647343" sldId="11923"/>
            <ac:spMk id="14" creationId="{00000000-0000-0000-0000-000000000000}"/>
          </ac:spMkLst>
        </pc:spChg>
        <pc:spChg chg="mod">
          <ac:chgData name="Khumalo, Linda" userId="dec9ebdf-bb03-41b8-8be8-d403b092b381" providerId="ADAL" clId="{1F672A8F-2681-4F4F-9753-B5FB86B1EA26}" dt="2021-04-14T12:27:22.783" v="987" actId="164"/>
          <ac:spMkLst>
            <pc:docMk/>
            <pc:sldMk cId="1863647343" sldId="11923"/>
            <ac:spMk id="15" creationId="{00000000-0000-0000-0000-000000000000}"/>
          </ac:spMkLst>
        </pc:spChg>
        <pc:spChg chg="mod">
          <ac:chgData name="Khumalo, Linda" userId="dec9ebdf-bb03-41b8-8be8-d403b092b381" providerId="ADAL" clId="{1F672A8F-2681-4F4F-9753-B5FB86B1EA26}" dt="2021-04-14T12:27:22.783" v="987" actId="164"/>
          <ac:spMkLst>
            <pc:docMk/>
            <pc:sldMk cId="1863647343" sldId="11923"/>
            <ac:spMk id="16" creationId="{00000000-0000-0000-0000-000000000000}"/>
          </ac:spMkLst>
        </pc:spChg>
        <pc:spChg chg="mod">
          <ac:chgData name="Khumalo, Linda" userId="dec9ebdf-bb03-41b8-8be8-d403b092b381" providerId="ADAL" clId="{1F672A8F-2681-4F4F-9753-B5FB86B1EA26}" dt="2021-04-14T12:27:14.769" v="986" actId="164"/>
          <ac:spMkLst>
            <pc:docMk/>
            <pc:sldMk cId="1863647343" sldId="11923"/>
            <ac:spMk id="18" creationId="{08A54291-C64D-48B3-9E72-C0231D2B2984}"/>
          </ac:spMkLst>
        </pc:spChg>
        <pc:spChg chg="mod">
          <ac:chgData name="Khumalo, Linda" userId="dec9ebdf-bb03-41b8-8be8-d403b092b381" providerId="ADAL" clId="{1F672A8F-2681-4F4F-9753-B5FB86B1EA26}" dt="2021-04-14T12:27:14.769" v="986" actId="164"/>
          <ac:spMkLst>
            <pc:docMk/>
            <pc:sldMk cId="1863647343" sldId="11923"/>
            <ac:spMk id="19" creationId="{7B5CB603-8826-4938-8CE3-4A88D07713E3}"/>
          </ac:spMkLst>
        </pc:spChg>
        <pc:spChg chg="mod">
          <ac:chgData name="Khumalo, Linda" userId="dec9ebdf-bb03-41b8-8be8-d403b092b381" providerId="ADAL" clId="{1F672A8F-2681-4F4F-9753-B5FB86B1EA26}" dt="2021-04-14T12:27:14.769" v="986" actId="164"/>
          <ac:spMkLst>
            <pc:docMk/>
            <pc:sldMk cId="1863647343" sldId="11923"/>
            <ac:spMk id="20" creationId="{F8C18DA1-7ACC-4909-9328-8E623E7ED1F7}"/>
          </ac:spMkLst>
        </pc:spChg>
        <pc:spChg chg="mod">
          <ac:chgData name="Khumalo, Linda" userId="dec9ebdf-bb03-41b8-8be8-d403b092b381" providerId="ADAL" clId="{1F672A8F-2681-4F4F-9753-B5FB86B1EA26}" dt="2021-04-14T12:27:14.769" v="986" actId="164"/>
          <ac:spMkLst>
            <pc:docMk/>
            <pc:sldMk cId="1863647343" sldId="11923"/>
            <ac:spMk id="21" creationId="{8BCCED98-B507-4605-BF7D-BEA579D66EEC}"/>
          </ac:spMkLst>
        </pc:spChg>
        <pc:spChg chg="mod">
          <ac:chgData name="Khumalo, Linda" userId="dec9ebdf-bb03-41b8-8be8-d403b092b381" providerId="ADAL" clId="{1F672A8F-2681-4F4F-9753-B5FB86B1EA26}" dt="2021-04-14T12:27:58.449" v="998" actId="20577"/>
          <ac:spMkLst>
            <pc:docMk/>
            <pc:sldMk cId="1863647343" sldId="11923"/>
            <ac:spMk id="22" creationId="{6E28F03B-F5E3-46E8-B797-AB14FD868EB9}"/>
          </ac:spMkLst>
        </pc:spChg>
        <pc:spChg chg="mod">
          <ac:chgData name="Khumalo, Linda" userId="dec9ebdf-bb03-41b8-8be8-d403b092b381" providerId="ADAL" clId="{1F672A8F-2681-4F4F-9753-B5FB86B1EA26}" dt="2021-04-14T12:27:41.451" v="994" actId="164"/>
          <ac:spMkLst>
            <pc:docMk/>
            <pc:sldMk cId="1863647343" sldId="11923"/>
            <ac:spMk id="30" creationId="{79751498-E32B-4573-BA43-52EA5C0E3DB1}"/>
          </ac:spMkLst>
        </pc:spChg>
        <pc:spChg chg="mod">
          <ac:chgData name="Khumalo, Linda" userId="dec9ebdf-bb03-41b8-8be8-d403b092b381" providerId="ADAL" clId="{1F672A8F-2681-4F4F-9753-B5FB86B1EA26}" dt="2021-04-14T12:27:14.769" v="986" actId="164"/>
          <ac:spMkLst>
            <pc:docMk/>
            <pc:sldMk cId="1863647343" sldId="11923"/>
            <ac:spMk id="31" creationId="{66A41E86-F67F-41EA-8C66-91787C5C445B}"/>
          </ac:spMkLst>
        </pc:spChg>
        <pc:spChg chg="mod">
          <ac:chgData name="Khumalo, Linda" userId="dec9ebdf-bb03-41b8-8be8-d403b092b381" providerId="ADAL" clId="{1F672A8F-2681-4F4F-9753-B5FB86B1EA26}" dt="2021-04-14T12:27:14.769" v="986" actId="164"/>
          <ac:spMkLst>
            <pc:docMk/>
            <pc:sldMk cId="1863647343" sldId="11923"/>
            <ac:spMk id="32" creationId="{7F59939F-DAEE-4ED5-9DF6-54740F932954}"/>
          </ac:spMkLst>
        </pc:spChg>
        <pc:grpChg chg="add mod">
          <ac:chgData name="Khumalo, Linda" userId="dec9ebdf-bb03-41b8-8be8-d403b092b381" providerId="ADAL" clId="{1F672A8F-2681-4F4F-9753-B5FB86B1EA26}" dt="2021-04-14T12:27:41.451" v="994" actId="164"/>
          <ac:grpSpMkLst>
            <pc:docMk/>
            <pc:sldMk cId="1863647343" sldId="11923"/>
            <ac:grpSpMk id="2" creationId="{1BD28DC6-41CD-4826-8FBF-CD4C80C85C49}"/>
          </ac:grpSpMkLst>
        </pc:grpChg>
        <pc:grpChg chg="add mod">
          <ac:chgData name="Khumalo, Linda" userId="dec9ebdf-bb03-41b8-8be8-d403b092b381" providerId="ADAL" clId="{1F672A8F-2681-4F4F-9753-B5FB86B1EA26}" dt="2021-04-14T12:27:30.260" v="990" actId="164"/>
          <ac:grpSpMkLst>
            <pc:docMk/>
            <pc:sldMk cId="1863647343" sldId="11923"/>
            <ac:grpSpMk id="17" creationId="{65D107D8-C939-4879-ADAC-9B9025954991}"/>
          </ac:grpSpMkLst>
        </pc:grpChg>
        <pc:grpChg chg="mod">
          <ac:chgData name="Khumalo, Linda" userId="dec9ebdf-bb03-41b8-8be8-d403b092b381" providerId="ADAL" clId="{1F672A8F-2681-4F4F-9753-B5FB86B1EA26}" dt="2021-04-14T12:27:14.769" v="986" actId="164"/>
          <ac:grpSpMkLst>
            <pc:docMk/>
            <pc:sldMk cId="1863647343" sldId="11923"/>
            <ac:grpSpMk id="24" creationId="{5C3A4791-1053-47F9-89A1-7CACE98380D2}"/>
          </ac:grpSpMkLst>
        </pc:grpChg>
        <pc:grpChg chg="add mod">
          <ac:chgData name="Khumalo, Linda" userId="dec9ebdf-bb03-41b8-8be8-d403b092b381" providerId="ADAL" clId="{1F672A8F-2681-4F4F-9753-B5FB86B1EA26}" dt="2021-04-14T12:27:52.121" v="996" actId="1076"/>
          <ac:grpSpMkLst>
            <pc:docMk/>
            <pc:sldMk cId="1863647343" sldId="11923"/>
            <ac:grpSpMk id="34" creationId="{C39C10A6-86AD-4A27-85AC-E486AA062303}"/>
          </ac:grpSpMkLst>
        </pc:grpChg>
        <pc:grpChg chg="mod">
          <ac:chgData name="Khumalo, Linda" userId="dec9ebdf-bb03-41b8-8be8-d403b092b381" providerId="ADAL" clId="{1F672A8F-2681-4F4F-9753-B5FB86B1EA26}" dt="2021-04-14T12:27:22.783" v="987" actId="164"/>
          <ac:grpSpMkLst>
            <pc:docMk/>
            <pc:sldMk cId="1863647343" sldId="11923"/>
            <ac:grpSpMk id="36" creationId="{1B52CA78-CEB5-4FA3-8ED9-2630FDD285E7}"/>
          </ac:grpSpMkLst>
        </pc:grpChg>
        <pc:grpChg chg="mod">
          <ac:chgData name="Khumalo, Linda" userId="dec9ebdf-bb03-41b8-8be8-d403b092b381" providerId="ADAL" clId="{1F672A8F-2681-4F4F-9753-B5FB86B1EA26}" dt="2021-04-14T12:27:22.783" v="987" actId="164"/>
          <ac:grpSpMkLst>
            <pc:docMk/>
            <pc:sldMk cId="1863647343" sldId="11923"/>
            <ac:grpSpMk id="37" creationId="{DD52B49B-40CC-4C8B-93FA-44C599257CD1}"/>
          </ac:grpSpMkLst>
        </pc:grpChg>
        <pc:grpChg chg="add mod">
          <ac:chgData name="Khumalo, Linda" userId="dec9ebdf-bb03-41b8-8be8-d403b092b381" providerId="ADAL" clId="{1F672A8F-2681-4F4F-9753-B5FB86B1EA26}" dt="2021-04-14T12:27:46.967" v="995" actId="1076"/>
          <ac:grpSpMkLst>
            <pc:docMk/>
            <pc:sldMk cId="1863647343" sldId="11923"/>
            <ac:grpSpMk id="38" creationId="{E6ECCFC6-7EF6-4465-8B2F-CDC326728031}"/>
          </ac:grpSpMkLst>
        </pc:grpChg>
        <pc:grpChg chg="mod">
          <ac:chgData name="Khumalo, Linda" userId="dec9ebdf-bb03-41b8-8be8-d403b092b381" providerId="ADAL" clId="{1F672A8F-2681-4F4F-9753-B5FB86B1EA26}" dt="2021-04-14T12:27:22.783" v="987" actId="164"/>
          <ac:grpSpMkLst>
            <pc:docMk/>
            <pc:sldMk cId="1863647343" sldId="11923"/>
            <ac:grpSpMk id="42" creationId="{1328C73A-01F6-4E6D-A559-EF5F1455B260}"/>
          </ac:grpSpMkLst>
        </pc:grpChg>
        <pc:grpChg chg="mod">
          <ac:chgData name="Khumalo, Linda" userId="dec9ebdf-bb03-41b8-8be8-d403b092b381" providerId="ADAL" clId="{1F672A8F-2681-4F4F-9753-B5FB86B1EA26}" dt="2021-04-14T12:27:30.260" v="990" actId="164"/>
          <ac:grpSpMkLst>
            <pc:docMk/>
            <pc:sldMk cId="1863647343" sldId="11923"/>
            <ac:grpSpMk id="50" creationId="{44D8A88F-9FCA-4C17-AADE-A75CB3CBF4E2}"/>
          </ac:grpSpMkLst>
        </pc:grpChg>
      </pc:sldChg>
      <pc:sldChg chg="addSp delSp modSp add mod">
        <pc:chgData name="Khumalo, Linda" userId="dec9ebdf-bb03-41b8-8be8-d403b092b381" providerId="ADAL" clId="{1F672A8F-2681-4F4F-9753-B5FB86B1EA26}" dt="2021-04-16T08:43:49.924" v="4958" actId="20577"/>
        <pc:sldMkLst>
          <pc:docMk/>
          <pc:sldMk cId="2331553382" sldId="11924"/>
        </pc:sldMkLst>
        <pc:spChg chg="mod topLvl">
          <ac:chgData name="Khumalo, Linda" userId="dec9ebdf-bb03-41b8-8be8-d403b092b381" providerId="ADAL" clId="{1F672A8F-2681-4F4F-9753-B5FB86B1EA26}" dt="2021-04-15T16:11:38.245" v="4152" actId="20577"/>
          <ac:spMkLst>
            <pc:docMk/>
            <pc:sldMk cId="2331553382" sldId="11924"/>
            <ac:spMk id="14" creationId="{00000000-0000-0000-0000-000000000000}"/>
          </ac:spMkLst>
        </pc:spChg>
        <pc:spChg chg="mod topLvl">
          <ac:chgData name="Khumalo, Linda" userId="dec9ebdf-bb03-41b8-8be8-d403b092b381" providerId="ADAL" clId="{1F672A8F-2681-4F4F-9753-B5FB86B1EA26}" dt="2021-04-15T16:11:41.247" v="4154" actId="20577"/>
          <ac:spMkLst>
            <pc:docMk/>
            <pc:sldMk cId="2331553382" sldId="11924"/>
            <ac:spMk id="15" creationId="{00000000-0000-0000-0000-000000000000}"/>
          </ac:spMkLst>
        </pc:spChg>
        <pc:spChg chg="mod topLvl">
          <ac:chgData name="Khumalo, Linda" userId="dec9ebdf-bb03-41b8-8be8-d403b092b381" providerId="ADAL" clId="{1F672A8F-2681-4F4F-9753-B5FB86B1EA26}" dt="2021-04-15T16:11:44.743" v="4156" actId="20577"/>
          <ac:spMkLst>
            <pc:docMk/>
            <pc:sldMk cId="2331553382" sldId="11924"/>
            <ac:spMk id="16" creationId="{00000000-0000-0000-0000-000000000000}"/>
          </ac:spMkLst>
        </pc:spChg>
        <pc:spChg chg="mod topLvl">
          <ac:chgData name="Khumalo, Linda" userId="dec9ebdf-bb03-41b8-8be8-d403b092b381" providerId="ADAL" clId="{1F672A8F-2681-4F4F-9753-B5FB86B1EA26}" dt="2021-04-15T13:38:38.584" v="2585" actId="465"/>
          <ac:spMkLst>
            <pc:docMk/>
            <pc:sldMk cId="2331553382" sldId="11924"/>
            <ac:spMk id="22" creationId="{6E28F03B-F5E3-46E8-B797-AB14FD868EB9}"/>
          </ac:spMkLst>
        </pc:spChg>
        <pc:spChg chg="mod topLvl">
          <ac:chgData name="Khumalo, Linda" userId="dec9ebdf-bb03-41b8-8be8-d403b092b381" providerId="ADAL" clId="{1F672A8F-2681-4F4F-9753-B5FB86B1EA26}" dt="2021-04-15T13:54:57.177" v="2707" actId="555"/>
          <ac:spMkLst>
            <pc:docMk/>
            <pc:sldMk cId="2331553382" sldId="11924"/>
            <ac:spMk id="25" creationId="{30FD1A7E-6949-4E80-904C-55CB54EFD93A}"/>
          </ac:spMkLst>
        </pc:spChg>
        <pc:spChg chg="mod">
          <ac:chgData name="Khumalo, Linda" userId="dec9ebdf-bb03-41b8-8be8-d403b092b381" providerId="ADAL" clId="{1F672A8F-2681-4F4F-9753-B5FB86B1EA26}" dt="2021-04-15T16:11:20.027" v="4150" actId="20577"/>
          <ac:spMkLst>
            <pc:docMk/>
            <pc:sldMk cId="2331553382" sldId="11924"/>
            <ac:spMk id="26" creationId="{9A793883-70C3-45DB-B2A9-789153EEB6EA}"/>
          </ac:spMkLst>
        </pc:spChg>
        <pc:spChg chg="mod topLvl">
          <ac:chgData name="Khumalo, Linda" userId="dec9ebdf-bb03-41b8-8be8-d403b092b381" providerId="ADAL" clId="{1F672A8F-2681-4F4F-9753-B5FB86B1EA26}" dt="2021-04-15T13:54:57.177" v="2707" actId="555"/>
          <ac:spMkLst>
            <pc:docMk/>
            <pc:sldMk cId="2331553382" sldId="11924"/>
            <ac:spMk id="27" creationId="{72966451-3758-4719-8AC8-45C522F73B7A}"/>
          </ac:spMkLst>
        </pc:spChg>
        <pc:spChg chg="del mod">
          <ac:chgData name="Khumalo, Linda" userId="dec9ebdf-bb03-41b8-8be8-d403b092b381" providerId="ADAL" clId="{1F672A8F-2681-4F4F-9753-B5FB86B1EA26}" dt="2021-04-15T12:21:45.194" v="1687" actId="478"/>
          <ac:spMkLst>
            <pc:docMk/>
            <pc:sldMk cId="2331553382" sldId="11924"/>
            <ac:spMk id="28" creationId="{55137C65-C73F-494D-AD7C-A2329C4AA50F}"/>
          </ac:spMkLst>
        </pc:spChg>
        <pc:spChg chg="mod ord topLvl">
          <ac:chgData name="Khumalo, Linda" userId="dec9ebdf-bb03-41b8-8be8-d403b092b381" providerId="ADAL" clId="{1F672A8F-2681-4F4F-9753-B5FB86B1EA26}" dt="2021-04-15T13:43:29.769" v="2633" actId="167"/>
          <ac:spMkLst>
            <pc:docMk/>
            <pc:sldMk cId="2331553382" sldId="11924"/>
            <ac:spMk id="29" creationId="{E0A99E60-0F97-4466-BE6E-ECE5A5BF73AE}"/>
          </ac:spMkLst>
        </pc:spChg>
        <pc:spChg chg="del mod">
          <ac:chgData name="Khumalo, Linda" userId="dec9ebdf-bb03-41b8-8be8-d403b092b381" providerId="ADAL" clId="{1F672A8F-2681-4F4F-9753-B5FB86B1EA26}" dt="2021-04-15T12:21:48.454" v="1688" actId="478"/>
          <ac:spMkLst>
            <pc:docMk/>
            <pc:sldMk cId="2331553382" sldId="11924"/>
            <ac:spMk id="40" creationId="{D20B86C8-84E1-40B0-9A5A-2A09827C73C9}"/>
          </ac:spMkLst>
        </pc:spChg>
        <pc:spChg chg="mod topLvl">
          <ac:chgData name="Khumalo, Linda" userId="dec9ebdf-bb03-41b8-8be8-d403b092b381" providerId="ADAL" clId="{1F672A8F-2681-4F4F-9753-B5FB86B1EA26}" dt="2021-04-15T21:01:37.927" v="4952" actId="208"/>
          <ac:spMkLst>
            <pc:docMk/>
            <pc:sldMk cId="2331553382" sldId="11924"/>
            <ac:spMk id="41" creationId="{37B4452E-BFAF-4C0A-8637-1F2FBE70D033}"/>
          </ac:spMkLst>
        </pc:spChg>
        <pc:spChg chg="mod topLvl">
          <ac:chgData name="Khumalo, Linda" userId="dec9ebdf-bb03-41b8-8be8-d403b092b381" providerId="ADAL" clId="{1F672A8F-2681-4F4F-9753-B5FB86B1EA26}" dt="2021-04-15T13:08:13.900" v="2285" actId="164"/>
          <ac:spMkLst>
            <pc:docMk/>
            <pc:sldMk cId="2331553382" sldId="11924"/>
            <ac:spMk id="51" creationId="{FDB33309-CD37-439C-AB7F-CFEB3C6FB77C}"/>
          </ac:spMkLst>
        </pc:spChg>
        <pc:spChg chg="mod topLvl">
          <ac:chgData name="Khumalo, Linda" userId="dec9ebdf-bb03-41b8-8be8-d403b092b381" providerId="ADAL" clId="{1F672A8F-2681-4F4F-9753-B5FB86B1EA26}" dt="2021-04-15T13:08:13.900" v="2285" actId="164"/>
          <ac:spMkLst>
            <pc:docMk/>
            <pc:sldMk cId="2331553382" sldId="11924"/>
            <ac:spMk id="52" creationId="{A1DB2506-D739-48C2-801B-02FF0E527637}"/>
          </ac:spMkLst>
        </pc:spChg>
        <pc:spChg chg="del mod topLvl">
          <ac:chgData name="Khumalo, Linda" userId="dec9ebdf-bb03-41b8-8be8-d403b092b381" providerId="ADAL" clId="{1F672A8F-2681-4F4F-9753-B5FB86B1EA26}" dt="2021-04-15T12:31:59.868" v="1860" actId="478"/>
          <ac:spMkLst>
            <pc:docMk/>
            <pc:sldMk cId="2331553382" sldId="11924"/>
            <ac:spMk id="53" creationId="{8AB52104-0ED8-49D5-BCA3-CBAFA0167A89}"/>
          </ac:spMkLst>
        </pc:spChg>
        <pc:spChg chg="del mod">
          <ac:chgData name="Khumalo, Linda" userId="dec9ebdf-bb03-41b8-8be8-d403b092b381" providerId="ADAL" clId="{1F672A8F-2681-4F4F-9753-B5FB86B1EA26}" dt="2021-04-15T12:23:39.767" v="1698" actId="478"/>
          <ac:spMkLst>
            <pc:docMk/>
            <pc:sldMk cId="2331553382" sldId="11924"/>
            <ac:spMk id="54" creationId="{BE38CE14-8087-4288-B845-DB75609EF77E}"/>
          </ac:spMkLst>
        </pc:spChg>
        <pc:spChg chg="del mod topLvl">
          <ac:chgData name="Khumalo, Linda" userId="dec9ebdf-bb03-41b8-8be8-d403b092b381" providerId="ADAL" clId="{1F672A8F-2681-4F4F-9753-B5FB86B1EA26}" dt="2021-04-15T12:31:59.868" v="1860" actId="478"/>
          <ac:spMkLst>
            <pc:docMk/>
            <pc:sldMk cId="2331553382" sldId="11924"/>
            <ac:spMk id="55" creationId="{C8CAB029-B503-471C-A84C-237990CD1ACA}"/>
          </ac:spMkLst>
        </pc:spChg>
        <pc:spChg chg="del mod">
          <ac:chgData name="Khumalo, Linda" userId="dec9ebdf-bb03-41b8-8be8-d403b092b381" providerId="ADAL" clId="{1F672A8F-2681-4F4F-9753-B5FB86B1EA26}" dt="2021-04-15T12:23:39.767" v="1698" actId="478"/>
          <ac:spMkLst>
            <pc:docMk/>
            <pc:sldMk cId="2331553382" sldId="11924"/>
            <ac:spMk id="56" creationId="{070A5B50-0296-4A9C-813A-2C004B3909CD}"/>
          </ac:spMkLst>
        </pc:spChg>
        <pc:spChg chg="mod topLvl">
          <ac:chgData name="Khumalo, Linda" userId="dec9ebdf-bb03-41b8-8be8-d403b092b381" providerId="ADAL" clId="{1F672A8F-2681-4F4F-9753-B5FB86B1EA26}" dt="2021-04-15T13:48:00.875" v="2669" actId="165"/>
          <ac:spMkLst>
            <pc:docMk/>
            <pc:sldMk cId="2331553382" sldId="11924"/>
            <ac:spMk id="61" creationId="{36F4D68E-7D7F-42DD-8D5C-1D84720AEEAA}"/>
          </ac:spMkLst>
        </pc:spChg>
        <pc:spChg chg="mod topLvl">
          <ac:chgData name="Khumalo, Linda" userId="dec9ebdf-bb03-41b8-8be8-d403b092b381" providerId="ADAL" clId="{1F672A8F-2681-4F4F-9753-B5FB86B1EA26}" dt="2021-04-15T13:48:00.875" v="2669" actId="165"/>
          <ac:spMkLst>
            <pc:docMk/>
            <pc:sldMk cId="2331553382" sldId="11924"/>
            <ac:spMk id="62" creationId="{DA40742A-53C1-4C79-94B7-D42DB56015E1}"/>
          </ac:spMkLst>
        </pc:spChg>
        <pc:spChg chg="mod">
          <ac:chgData name="Khumalo, Linda" userId="dec9ebdf-bb03-41b8-8be8-d403b092b381" providerId="ADAL" clId="{1F672A8F-2681-4F4F-9753-B5FB86B1EA26}" dt="2021-04-15T13:54:49.009" v="2706" actId="552"/>
          <ac:spMkLst>
            <pc:docMk/>
            <pc:sldMk cId="2331553382" sldId="11924"/>
            <ac:spMk id="72" creationId="{747734AB-5958-4BE5-871F-205CDEB66F04}"/>
          </ac:spMkLst>
        </pc:spChg>
        <pc:spChg chg="mod">
          <ac:chgData name="Khumalo, Linda" userId="dec9ebdf-bb03-41b8-8be8-d403b092b381" providerId="ADAL" clId="{1F672A8F-2681-4F4F-9753-B5FB86B1EA26}" dt="2021-04-15T13:54:49.009" v="2706" actId="552"/>
          <ac:spMkLst>
            <pc:docMk/>
            <pc:sldMk cId="2331553382" sldId="11924"/>
            <ac:spMk id="77" creationId="{B83D8831-91C9-439E-BABB-DA2F18EC35E1}"/>
          </ac:spMkLst>
        </pc:spChg>
        <pc:spChg chg="mod">
          <ac:chgData name="Khumalo, Linda" userId="dec9ebdf-bb03-41b8-8be8-d403b092b381" providerId="ADAL" clId="{1F672A8F-2681-4F4F-9753-B5FB86B1EA26}" dt="2021-04-15T13:54:49.009" v="2706" actId="552"/>
          <ac:spMkLst>
            <pc:docMk/>
            <pc:sldMk cId="2331553382" sldId="11924"/>
            <ac:spMk id="79" creationId="{68BFA7E5-624A-413C-96DC-89F4A57310F8}"/>
          </ac:spMkLst>
        </pc:spChg>
        <pc:spChg chg="mod">
          <ac:chgData name="Khumalo, Linda" userId="dec9ebdf-bb03-41b8-8be8-d403b092b381" providerId="ADAL" clId="{1F672A8F-2681-4F4F-9753-B5FB86B1EA26}" dt="2021-04-15T13:54:49.009" v="2706" actId="552"/>
          <ac:spMkLst>
            <pc:docMk/>
            <pc:sldMk cId="2331553382" sldId="11924"/>
            <ac:spMk id="80" creationId="{88700EDE-CEAA-42B3-8A68-0E5FD61886E4}"/>
          </ac:spMkLst>
        </pc:spChg>
        <pc:spChg chg="mod">
          <ac:chgData name="Khumalo, Linda" userId="dec9ebdf-bb03-41b8-8be8-d403b092b381" providerId="ADAL" clId="{1F672A8F-2681-4F4F-9753-B5FB86B1EA26}" dt="2021-04-15T13:54:49.009" v="2706" actId="552"/>
          <ac:spMkLst>
            <pc:docMk/>
            <pc:sldMk cId="2331553382" sldId="11924"/>
            <ac:spMk id="81" creationId="{E1F487A8-11E4-423A-95A7-D86885C7ACCC}"/>
          </ac:spMkLst>
        </pc:spChg>
        <pc:spChg chg="mod">
          <ac:chgData name="Khumalo, Linda" userId="dec9ebdf-bb03-41b8-8be8-d403b092b381" providerId="ADAL" clId="{1F672A8F-2681-4F4F-9753-B5FB86B1EA26}" dt="2021-04-15T13:54:49.009" v="2706" actId="552"/>
          <ac:spMkLst>
            <pc:docMk/>
            <pc:sldMk cId="2331553382" sldId="11924"/>
            <ac:spMk id="82" creationId="{136699BF-E2F5-45DC-8534-5536F036FA0E}"/>
          </ac:spMkLst>
        </pc:spChg>
        <pc:spChg chg="mod">
          <ac:chgData name="Khumalo, Linda" userId="dec9ebdf-bb03-41b8-8be8-d403b092b381" providerId="ADAL" clId="{1F672A8F-2681-4F4F-9753-B5FB86B1EA26}" dt="2021-04-15T13:54:49.009" v="2706" actId="552"/>
          <ac:spMkLst>
            <pc:docMk/>
            <pc:sldMk cId="2331553382" sldId="11924"/>
            <ac:spMk id="83" creationId="{B3879803-652F-46B1-9708-9ED13A52D8C1}"/>
          </ac:spMkLst>
        </pc:spChg>
        <pc:spChg chg="mod">
          <ac:chgData name="Khumalo, Linda" userId="dec9ebdf-bb03-41b8-8be8-d403b092b381" providerId="ADAL" clId="{1F672A8F-2681-4F4F-9753-B5FB86B1EA26}" dt="2021-04-15T13:54:49.009" v="2706" actId="552"/>
          <ac:spMkLst>
            <pc:docMk/>
            <pc:sldMk cId="2331553382" sldId="11924"/>
            <ac:spMk id="84" creationId="{7AE54080-D49A-4B59-9B05-3B6EF81FFA39}"/>
          </ac:spMkLst>
        </pc:spChg>
        <pc:spChg chg="mod">
          <ac:chgData name="Khumalo, Linda" userId="dec9ebdf-bb03-41b8-8be8-d403b092b381" providerId="ADAL" clId="{1F672A8F-2681-4F4F-9753-B5FB86B1EA26}" dt="2021-04-15T13:54:49.009" v="2706" actId="552"/>
          <ac:spMkLst>
            <pc:docMk/>
            <pc:sldMk cId="2331553382" sldId="11924"/>
            <ac:spMk id="85" creationId="{0CFC4372-B342-4ACC-B735-77C42989BA4D}"/>
          </ac:spMkLst>
        </pc:spChg>
        <pc:spChg chg="mod">
          <ac:chgData name="Khumalo, Linda" userId="dec9ebdf-bb03-41b8-8be8-d403b092b381" providerId="ADAL" clId="{1F672A8F-2681-4F4F-9753-B5FB86B1EA26}" dt="2021-04-15T13:54:49.009" v="2706" actId="552"/>
          <ac:spMkLst>
            <pc:docMk/>
            <pc:sldMk cId="2331553382" sldId="11924"/>
            <ac:spMk id="86" creationId="{CF185158-808A-455C-A39B-5041DB88F5D7}"/>
          </ac:spMkLst>
        </pc:spChg>
        <pc:spChg chg="mod">
          <ac:chgData name="Khumalo, Linda" userId="dec9ebdf-bb03-41b8-8be8-d403b092b381" providerId="ADAL" clId="{1F672A8F-2681-4F4F-9753-B5FB86B1EA26}" dt="2021-04-15T13:54:49.009" v="2706" actId="552"/>
          <ac:spMkLst>
            <pc:docMk/>
            <pc:sldMk cId="2331553382" sldId="11924"/>
            <ac:spMk id="87" creationId="{B44AC741-87DA-4EF9-A4A6-C35EB763C44A}"/>
          </ac:spMkLst>
        </pc:spChg>
        <pc:spChg chg="mod">
          <ac:chgData name="Khumalo, Linda" userId="dec9ebdf-bb03-41b8-8be8-d403b092b381" providerId="ADAL" clId="{1F672A8F-2681-4F4F-9753-B5FB86B1EA26}" dt="2021-04-15T13:54:49.009" v="2706" actId="552"/>
          <ac:spMkLst>
            <pc:docMk/>
            <pc:sldMk cId="2331553382" sldId="11924"/>
            <ac:spMk id="88" creationId="{409B0FC0-5821-4EE7-9FCB-53C01F9C0B5E}"/>
          </ac:spMkLst>
        </pc:spChg>
        <pc:spChg chg="del">
          <ac:chgData name="Khumalo, Linda" userId="dec9ebdf-bb03-41b8-8be8-d403b092b381" providerId="ADAL" clId="{1F672A8F-2681-4F4F-9753-B5FB86B1EA26}" dt="2021-04-15T12:04:26.357" v="1355" actId="478"/>
          <ac:spMkLst>
            <pc:docMk/>
            <pc:sldMk cId="2331553382" sldId="11924"/>
            <ac:spMk id="89" creationId="{5680333B-2CA9-4186-93B1-8BA9F2AD7A53}"/>
          </ac:spMkLst>
        </pc:spChg>
        <pc:spChg chg="add del mod topLvl">
          <ac:chgData name="Khumalo, Linda" userId="dec9ebdf-bb03-41b8-8be8-d403b092b381" providerId="ADAL" clId="{1F672A8F-2681-4F4F-9753-B5FB86B1EA26}" dt="2021-04-15T13:24:55.857" v="2384" actId="478"/>
          <ac:spMkLst>
            <pc:docMk/>
            <pc:sldMk cId="2331553382" sldId="11924"/>
            <ac:spMk id="117" creationId="{EB6753AD-6503-4F59-A9F1-20D3408D46E8}"/>
          </ac:spMkLst>
        </pc:spChg>
        <pc:spChg chg="add del mod topLvl">
          <ac:chgData name="Khumalo, Linda" userId="dec9ebdf-bb03-41b8-8be8-d403b092b381" providerId="ADAL" clId="{1F672A8F-2681-4F4F-9753-B5FB86B1EA26}" dt="2021-04-15T13:24:43.922" v="2383" actId="478"/>
          <ac:spMkLst>
            <pc:docMk/>
            <pc:sldMk cId="2331553382" sldId="11924"/>
            <ac:spMk id="118" creationId="{E843CF95-73B8-44F2-ABA9-5A47872C612A}"/>
          </ac:spMkLst>
        </pc:spChg>
        <pc:spChg chg="add mod ord">
          <ac:chgData name="Khumalo, Linda" userId="dec9ebdf-bb03-41b8-8be8-d403b092b381" providerId="ADAL" clId="{1F672A8F-2681-4F4F-9753-B5FB86B1EA26}" dt="2021-04-15T13:56:03.400" v="2722" actId="6549"/>
          <ac:spMkLst>
            <pc:docMk/>
            <pc:sldMk cId="2331553382" sldId="11924"/>
            <ac:spMk id="126" creationId="{8E38892C-2E52-431E-BF56-E3E9B3BADDD6}"/>
          </ac:spMkLst>
        </pc:spChg>
        <pc:spChg chg="add del mod">
          <ac:chgData name="Khumalo, Linda" userId="dec9ebdf-bb03-41b8-8be8-d403b092b381" providerId="ADAL" clId="{1F672A8F-2681-4F4F-9753-B5FB86B1EA26}" dt="2021-04-15T12:44:00.825" v="2007" actId="478"/>
          <ac:spMkLst>
            <pc:docMk/>
            <pc:sldMk cId="2331553382" sldId="11924"/>
            <ac:spMk id="131" creationId="{7455345E-E66E-41D8-A2C1-E28965A6C47C}"/>
          </ac:spMkLst>
        </pc:spChg>
        <pc:spChg chg="add del mod">
          <ac:chgData name="Khumalo, Linda" userId="dec9ebdf-bb03-41b8-8be8-d403b092b381" providerId="ADAL" clId="{1F672A8F-2681-4F4F-9753-B5FB86B1EA26}" dt="2021-04-15T12:46:05.633" v="2030" actId="478"/>
          <ac:spMkLst>
            <pc:docMk/>
            <pc:sldMk cId="2331553382" sldId="11924"/>
            <ac:spMk id="132" creationId="{5874CB9D-C674-4404-BFC0-22BAAD0583E1}"/>
          </ac:spMkLst>
        </pc:spChg>
        <pc:spChg chg="add del mod">
          <ac:chgData name="Khumalo, Linda" userId="dec9ebdf-bb03-41b8-8be8-d403b092b381" providerId="ADAL" clId="{1F672A8F-2681-4F4F-9753-B5FB86B1EA26}" dt="2021-04-15T12:49:42.646" v="2099" actId="478"/>
          <ac:spMkLst>
            <pc:docMk/>
            <pc:sldMk cId="2331553382" sldId="11924"/>
            <ac:spMk id="133" creationId="{9AB35B31-8652-4DE5-83BF-1937C4D42EA7}"/>
          </ac:spMkLst>
        </pc:spChg>
        <pc:spChg chg="add mod topLvl">
          <ac:chgData name="Khumalo, Linda" userId="dec9ebdf-bb03-41b8-8be8-d403b092b381" providerId="ADAL" clId="{1F672A8F-2681-4F4F-9753-B5FB86B1EA26}" dt="2021-04-15T13:54:57.177" v="2707" actId="555"/>
          <ac:spMkLst>
            <pc:docMk/>
            <pc:sldMk cId="2331553382" sldId="11924"/>
            <ac:spMk id="139" creationId="{C43F0CF8-640D-4611-90EA-1ED9557B8D37}"/>
          </ac:spMkLst>
        </pc:spChg>
        <pc:spChg chg="mod topLvl">
          <ac:chgData name="Khumalo, Linda" userId="dec9ebdf-bb03-41b8-8be8-d403b092b381" providerId="ADAL" clId="{1F672A8F-2681-4F4F-9753-B5FB86B1EA26}" dt="2021-04-15T13:40:13.421" v="2592" actId="554"/>
          <ac:spMkLst>
            <pc:docMk/>
            <pc:sldMk cId="2331553382" sldId="11924"/>
            <ac:spMk id="142" creationId="{9DAECFA3-8381-4860-838F-A58C71D30E4A}"/>
          </ac:spMkLst>
        </pc:spChg>
        <pc:spChg chg="mod topLvl">
          <ac:chgData name="Khumalo, Linda" userId="dec9ebdf-bb03-41b8-8be8-d403b092b381" providerId="ADAL" clId="{1F672A8F-2681-4F4F-9753-B5FB86B1EA26}" dt="2021-04-15T13:40:13.421" v="2592" actId="554"/>
          <ac:spMkLst>
            <pc:docMk/>
            <pc:sldMk cId="2331553382" sldId="11924"/>
            <ac:spMk id="144" creationId="{3FF6C778-0916-432D-8385-E8C90027AB13}"/>
          </ac:spMkLst>
        </pc:spChg>
        <pc:spChg chg="mod topLvl">
          <ac:chgData name="Khumalo, Linda" userId="dec9ebdf-bb03-41b8-8be8-d403b092b381" providerId="ADAL" clId="{1F672A8F-2681-4F4F-9753-B5FB86B1EA26}" dt="2021-04-15T13:40:13.421" v="2592" actId="554"/>
          <ac:spMkLst>
            <pc:docMk/>
            <pc:sldMk cId="2331553382" sldId="11924"/>
            <ac:spMk id="145" creationId="{5F5E6F34-AE01-4F2E-902A-F132D248477A}"/>
          </ac:spMkLst>
        </pc:spChg>
        <pc:spChg chg="mod topLvl">
          <ac:chgData name="Khumalo, Linda" userId="dec9ebdf-bb03-41b8-8be8-d403b092b381" providerId="ADAL" clId="{1F672A8F-2681-4F4F-9753-B5FB86B1EA26}" dt="2021-04-15T13:40:13.421" v="2592" actId="554"/>
          <ac:spMkLst>
            <pc:docMk/>
            <pc:sldMk cId="2331553382" sldId="11924"/>
            <ac:spMk id="146" creationId="{0576122B-983F-4148-BA26-797BDE1747F0}"/>
          </ac:spMkLst>
        </pc:spChg>
        <pc:spChg chg="mod topLvl">
          <ac:chgData name="Khumalo, Linda" userId="dec9ebdf-bb03-41b8-8be8-d403b092b381" providerId="ADAL" clId="{1F672A8F-2681-4F4F-9753-B5FB86B1EA26}" dt="2021-04-15T16:11:47.693" v="4158" actId="20577"/>
          <ac:spMkLst>
            <pc:docMk/>
            <pc:sldMk cId="2331553382" sldId="11924"/>
            <ac:spMk id="147" creationId="{E361BC36-950B-44A5-8388-77D0523E559F}"/>
          </ac:spMkLst>
        </pc:spChg>
        <pc:spChg chg="mod topLvl">
          <ac:chgData name="Khumalo, Linda" userId="dec9ebdf-bb03-41b8-8be8-d403b092b381" providerId="ADAL" clId="{1F672A8F-2681-4F4F-9753-B5FB86B1EA26}" dt="2021-04-15T16:11:52.095" v="4160" actId="20577"/>
          <ac:spMkLst>
            <pc:docMk/>
            <pc:sldMk cId="2331553382" sldId="11924"/>
            <ac:spMk id="148" creationId="{21AFEDC2-D0DE-4840-BCF7-D7FA46CB948A}"/>
          </ac:spMkLst>
        </pc:spChg>
        <pc:spChg chg="mod topLvl">
          <ac:chgData name="Khumalo, Linda" userId="dec9ebdf-bb03-41b8-8be8-d403b092b381" providerId="ADAL" clId="{1F672A8F-2681-4F4F-9753-B5FB86B1EA26}" dt="2021-04-16T08:43:40.602" v="4954" actId="20577"/>
          <ac:spMkLst>
            <pc:docMk/>
            <pc:sldMk cId="2331553382" sldId="11924"/>
            <ac:spMk id="149" creationId="{B9AF0259-9CF6-42FB-8C13-2EF86FF75FA8}"/>
          </ac:spMkLst>
        </pc:spChg>
        <pc:spChg chg="mod topLvl">
          <ac:chgData name="Khumalo, Linda" userId="dec9ebdf-bb03-41b8-8be8-d403b092b381" providerId="ADAL" clId="{1F672A8F-2681-4F4F-9753-B5FB86B1EA26}" dt="2021-04-16T08:43:49.924" v="4958" actId="20577"/>
          <ac:spMkLst>
            <pc:docMk/>
            <pc:sldMk cId="2331553382" sldId="11924"/>
            <ac:spMk id="150" creationId="{7B60A3D2-2542-4ECC-B15A-DD73BC7ACEA8}"/>
          </ac:spMkLst>
        </pc:spChg>
        <pc:spChg chg="mod topLvl">
          <ac:chgData name="Khumalo, Linda" userId="dec9ebdf-bb03-41b8-8be8-d403b092b381" providerId="ADAL" clId="{1F672A8F-2681-4F4F-9753-B5FB86B1EA26}" dt="2021-04-15T13:38:38.584" v="2585" actId="465"/>
          <ac:spMkLst>
            <pc:docMk/>
            <pc:sldMk cId="2331553382" sldId="11924"/>
            <ac:spMk id="151" creationId="{A1607FCB-F449-43FD-8D45-E0098E6B3229}"/>
          </ac:spMkLst>
        </pc:spChg>
        <pc:spChg chg="mod topLvl">
          <ac:chgData name="Khumalo, Linda" userId="dec9ebdf-bb03-41b8-8be8-d403b092b381" providerId="ADAL" clId="{1F672A8F-2681-4F4F-9753-B5FB86B1EA26}" dt="2021-04-15T13:40:13.421" v="2592" actId="554"/>
          <ac:spMkLst>
            <pc:docMk/>
            <pc:sldMk cId="2331553382" sldId="11924"/>
            <ac:spMk id="152" creationId="{8E275A84-3CE9-4AA9-98CF-32A1179027F4}"/>
          </ac:spMkLst>
        </pc:spChg>
        <pc:spChg chg="mod topLvl">
          <ac:chgData name="Khumalo, Linda" userId="dec9ebdf-bb03-41b8-8be8-d403b092b381" providerId="ADAL" clId="{1F672A8F-2681-4F4F-9753-B5FB86B1EA26}" dt="2021-04-15T13:40:13.421" v="2592" actId="554"/>
          <ac:spMkLst>
            <pc:docMk/>
            <pc:sldMk cId="2331553382" sldId="11924"/>
            <ac:spMk id="153" creationId="{15A32B6B-F168-49C2-BFF8-5A37D94D795B}"/>
          </ac:spMkLst>
        </pc:spChg>
        <pc:spChg chg="mod topLvl">
          <ac:chgData name="Khumalo, Linda" userId="dec9ebdf-bb03-41b8-8be8-d403b092b381" providerId="ADAL" clId="{1F672A8F-2681-4F4F-9753-B5FB86B1EA26}" dt="2021-04-15T13:40:13.421" v="2592" actId="554"/>
          <ac:spMkLst>
            <pc:docMk/>
            <pc:sldMk cId="2331553382" sldId="11924"/>
            <ac:spMk id="154" creationId="{3FC9C65C-33F5-4C0F-B6F9-F5E4CE28A72D}"/>
          </ac:spMkLst>
        </pc:spChg>
        <pc:spChg chg="mod topLvl">
          <ac:chgData name="Khumalo, Linda" userId="dec9ebdf-bb03-41b8-8be8-d403b092b381" providerId="ADAL" clId="{1F672A8F-2681-4F4F-9753-B5FB86B1EA26}" dt="2021-04-15T13:40:13.421" v="2592" actId="554"/>
          <ac:spMkLst>
            <pc:docMk/>
            <pc:sldMk cId="2331553382" sldId="11924"/>
            <ac:spMk id="155" creationId="{C51A513D-60CB-481C-9CDF-78BFC6FA885A}"/>
          </ac:spMkLst>
        </pc:spChg>
        <pc:spChg chg="mod topLvl">
          <ac:chgData name="Khumalo, Linda" userId="dec9ebdf-bb03-41b8-8be8-d403b092b381" providerId="ADAL" clId="{1F672A8F-2681-4F4F-9753-B5FB86B1EA26}" dt="2021-04-15T13:24:22.327" v="2381" actId="12788"/>
          <ac:spMkLst>
            <pc:docMk/>
            <pc:sldMk cId="2331553382" sldId="11924"/>
            <ac:spMk id="157" creationId="{4EDA4FE0-2AE2-46BF-BDBE-B23D6AB9B195}"/>
          </ac:spMkLst>
        </pc:spChg>
        <pc:spChg chg="mod topLvl">
          <ac:chgData name="Khumalo, Linda" userId="dec9ebdf-bb03-41b8-8be8-d403b092b381" providerId="ADAL" clId="{1F672A8F-2681-4F4F-9753-B5FB86B1EA26}" dt="2021-04-15T13:24:22.327" v="2381" actId="12788"/>
          <ac:spMkLst>
            <pc:docMk/>
            <pc:sldMk cId="2331553382" sldId="11924"/>
            <ac:spMk id="158" creationId="{6D7796A0-CC28-452B-96A0-FF406B73CD61}"/>
          </ac:spMkLst>
        </pc:spChg>
        <pc:spChg chg="del mod topLvl">
          <ac:chgData name="Khumalo, Linda" userId="dec9ebdf-bb03-41b8-8be8-d403b092b381" providerId="ADAL" clId="{1F672A8F-2681-4F4F-9753-B5FB86B1EA26}" dt="2021-04-15T13:14:36.552" v="2333" actId="478"/>
          <ac:spMkLst>
            <pc:docMk/>
            <pc:sldMk cId="2331553382" sldId="11924"/>
            <ac:spMk id="159" creationId="{C5FCF48C-082B-42C2-A792-AEC5E3D43CE4}"/>
          </ac:spMkLst>
        </pc:spChg>
        <pc:spChg chg="mod topLvl">
          <ac:chgData name="Khumalo, Linda" userId="dec9ebdf-bb03-41b8-8be8-d403b092b381" providerId="ADAL" clId="{1F672A8F-2681-4F4F-9753-B5FB86B1EA26}" dt="2021-04-15T16:40:18.189" v="4416" actId="1076"/>
          <ac:spMkLst>
            <pc:docMk/>
            <pc:sldMk cId="2331553382" sldId="11924"/>
            <ac:spMk id="160" creationId="{9C5A4955-876E-4198-8239-65C8A6FE6A16}"/>
          </ac:spMkLst>
        </pc:spChg>
        <pc:spChg chg="del mod topLvl">
          <ac:chgData name="Khumalo, Linda" userId="dec9ebdf-bb03-41b8-8be8-d403b092b381" providerId="ADAL" clId="{1F672A8F-2681-4F4F-9753-B5FB86B1EA26}" dt="2021-04-15T13:14:36.552" v="2333" actId="478"/>
          <ac:spMkLst>
            <pc:docMk/>
            <pc:sldMk cId="2331553382" sldId="11924"/>
            <ac:spMk id="161" creationId="{DAA0B823-0335-4E5F-B5E9-F0CB6356FF19}"/>
          </ac:spMkLst>
        </pc:spChg>
        <pc:spChg chg="mod topLvl">
          <ac:chgData name="Khumalo, Linda" userId="dec9ebdf-bb03-41b8-8be8-d403b092b381" providerId="ADAL" clId="{1F672A8F-2681-4F4F-9753-B5FB86B1EA26}" dt="2021-04-15T13:24:22.327" v="2381" actId="12788"/>
          <ac:spMkLst>
            <pc:docMk/>
            <pc:sldMk cId="2331553382" sldId="11924"/>
            <ac:spMk id="162" creationId="{B8577D09-69AA-4477-A8F3-415285C7EDBC}"/>
          </ac:spMkLst>
        </pc:spChg>
        <pc:spChg chg="add mod">
          <ac:chgData name="Khumalo, Linda" userId="dec9ebdf-bb03-41b8-8be8-d403b092b381" providerId="ADAL" clId="{1F672A8F-2681-4F4F-9753-B5FB86B1EA26}" dt="2021-04-15T13:16:37.655" v="2349" actId="571"/>
          <ac:spMkLst>
            <pc:docMk/>
            <pc:sldMk cId="2331553382" sldId="11924"/>
            <ac:spMk id="169" creationId="{0D5A0220-3733-4EAC-A5C0-17E1181C5833}"/>
          </ac:spMkLst>
        </pc:spChg>
        <pc:spChg chg="add mod">
          <ac:chgData name="Khumalo, Linda" userId="dec9ebdf-bb03-41b8-8be8-d403b092b381" providerId="ADAL" clId="{1F672A8F-2681-4F4F-9753-B5FB86B1EA26}" dt="2021-04-15T13:16:37.655" v="2349" actId="571"/>
          <ac:spMkLst>
            <pc:docMk/>
            <pc:sldMk cId="2331553382" sldId="11924"/>
            <ac:spMk id="170" creationId="{C0938E87-3C92-4BAA-B623-61D7C7B5E6D0}"/>
          </ac:spMkLst>
        </pc:spChg>
        <pc:spChg chg="add mod">
          <ac:chgData name="Khumalo, Linda" userId="dec9ebdf-bb03-41b8-8be8-d403b092b381" providerId="ADAL" clId="{1F672A8F-2681-4F4F-9753-B5FB86B1EA26}" dt="2021-04-15T13:16:37.655" v="2349" actId="571"/>
          <ac:spMkLst>
            <pc:docMk/>
            <pc:sldMk cId="2331553382" sldId="11924"/>
            <ac:spMk id="171" creationId="{BD8D677C-3F4F-4D57-8848-CA43833771F5}"/>
          </ac:spMkLst>
        </pc:spChg>
        <pc:spChg chg="add mod ord">
          <ac:chgData name="Khumalo, Linda" userId="dec9ebdf-bb03-41b8-8be8-d403b092b381" providerId="ADAL" clId="{1F672A8F-2681-4F4F-9753-B5FB86B1EA26}" dt="2021-04-15T13:31:55.948" v="2463" actId="164"/>
          <ac:spMkLst>
            <pc:docMk/>
            <pc:sldMk cId="2331553382" sldId="11924"/>
            <ac:spMk id="172" creationId="{CF29FE3C-1B27-47D7-B201-189D00E0394B}"/>
          </ac:spMkLst>
        </pc:spChg>
        <pc:spChg chg="mod">
          <ac:chgData name="Khumalo, Linda" userId="dec9ebdf-bb03-41b8-8be8-d403b092b381" providerId="ADAL" clId="{1F672A8F-2681-4F4F-9753-B5FB86B1EA26}" dt="2021-04-15T13:25:02.638" v="2385"/>
          <ac:spMkLst>
            <pc:docMk/>
            <pc:sldMk cId="2331553382" sldId="11924"/>
            <ac:spMk id="174" creationId="{C200B506-72C9-4B0C-9F93-0D446CE038B7}"/>
          </ac:spMkLst>
        </pc:spChg>
        <pc:spChg chg="mod">
          <ac:chgData name="Khumalo, Linda" userId="dec9ebdf-bb03-41b8-8be8-d403b092b381" providerId="ADAL" clId="{1F672A8F-2681-4F4F-9753-B5FB86B1EA26}" dt="2021-04-15T13:25:02.638" v="2385"/>
          <ac:spMkLst>
            <pc:docMk/>
            <pc:sldMk cId="2331553382" sldId="11924"/>
            <ac:spMk id="175" creationId="{9F7EE6E4-D8DF-47F9-AE6E-F3C6157BDBB8}"/>
          </ac:spMkLst>
        </pc:spChg>
        <pc:spChg chg="mod">
          <ac:chgData name="Khumalo, Linda" userId="dec9ebdf-bb03-41b8-8be8-d403b092b381" providerId="ADAL" clId="{1F672A8F-2681-4F4F-9753-B5FB86B1EA26}" dt="2021-04-15T13:25:02.638" v="2385"/>
          <ac:spMkLst>
            <pc:docMk/>
            <pc:sldMk cId="2331553382" sldId="11924"/>
            <ac:spMk id="176" creationId="{6778ED86-8FFF-4415-A07C-8D10116FD962}"/>
          </ac:spMkLst>
        </pc:spChg>
        <pc:spChg chg="mod">
          <ac:chgData name="Khumalo, Linda" userId="dec9ebdf-bb03-41b8-8be8-d403b092b381" providerId="ADAL" clId="{1F672A8F-2681-4F4F-9753-B5FB86B1EA26}" dt="2021-04-15T13:25:02.638" v="2385"/>
          <ac:spMkLst>
            <pc:docMk/>
            <pc:sldMk cId="2331553382" sldId="11924"/>
            <ac:spMk id="177" creationId="{C6BA22DA-CB4B-401E-8908-2CFC9B8138A4}"/>
          </ac:spMkLst>
        </pc:spChg>
        <pc:spChg chg="add mod">
          <ac:chgData name="Khumalo, Linda" userId="dec9ebdf-bb03-41b8-8be8-d403b092b381" providerId="ADAL" clId="{1F672A8F-2681-4F4F-9753-B5FB86B1EA26}" dt="2021-04-15T13:31:55.948" v="2463" actId="164"/>
          <ac:spMkLst>
            <pc:docMk/>
            <pc:sldMk cId="2331553382" sldId="11924"/>
            <ac:spMk id="178" creationId="{857F6E7E-EE87-4227-8804-5ADC7DF07033}"/>
          </ac:spMkLst>
        </pc:spChg>
        <pc:spChg chg="add mod topLvl">
          <ac:chgData name="Khumalo, Linda" userId="dec9ebdf-bb03-41b8-8be8-d403b092b381" providerId="ADAL" clId="{1F672A8F-2681-4F4F-9753-B5FB86B1EA26}" dt="2021-04-15T13:45:53.965" v="2658" actId="164"/>
          <ac:spMkLst>
            <pc:docMk/>
            <pc:sldMk cId="2331553382" sldId="11924"/>
            <ac:spMk id="180" creationId="{9913CCDE-AF21-4EAF-91B5-EDE2D8AFE2C8}"/>
          </ac:spMkLst>
        </pc:spChg>
        <pc:spChg chg="add mod topLvl">
          <ac:chgData name="Khumalo, Linda" userId="dec9ebdf-bb03-41b8-8be8-d403b092b381" providerId="ADAL" clId="{1F672A8F-2681-4F4F-9753-B5FB86B1EA26}" dt="2021-04-15T16:40:51.275" v="4420" actId="242"/>
          <ac:spMkLst>
            <pc:docMk/>
            <pc:sldMk cId="2331553382" sldId="11924"/>
            <ac:spMk id="181" creationId="{234626BC-6AF7-44A1-8DBE-BCBEEABEA2D6}"/>
          </ac:spMkLst>
        </pc:spChg>
        <pc:spChg chg="mod topLvl">
          <ac:chgData name="Khumalo, Linda" userId="dec9ebdf-bb03-41b8-8be8-d403b092b381" providerId="ADAL" clId="{1F672A8F-2681-4F4F-9753-B5FB86B1EA26}" dt="2021-04-15T16:40:42.309" v="4419" actId="164"/>
          <ac:spMkLst>
            <pc:docMk/>
            <pc:sldMk cId="2331553382" sldId="11924"/>
            <ac:spMk id="187" creationId="{6EA3E3D7-2207-4D1A-AADB-54D29885D685}"/>
          </ac:spMkLst>
        </pc:spChg>
        <pc:spChg chg="mod topLvl">
          <ac:chgData name="Khumalo, Linda" userId="dec9ebdf-bb03-41b8-8be8-d403b092b381" providerId="ADAL" clId="{1F672A8F-2681-4F4F-9753-B5FB86B1EA26}" dt="2021-04-15T16:40:42.309" v="4419" actId="164"/>
          <ac:spMkLst>
            <pc:docMk/>
            <pc:sldMk cId="2331553382" sldId="11924"/>
            <ac:spMk id="188" creationId="{A30F0911-A3D1-4706-9FFC-2974568349DC}"/>
          </ac:spMkLst>
        </pc:spChg>
        <pc:spChg chg="add del">
          <ac:chgData name="Khumalo, Linda" userId="dec9ebdf-bb03-41b8-8be8-d403b092b381" providerId="ADAL" clId="{1F672A8F-2681-4F4F-9753-B5FB86B1EA26}" dt="2021-04-15T13:52:17.897" v="2686" actId="478"/>
          <ac:spMkLst>
            <pc:docMk/>
            <pc:sldMk cId="2331553382" sldId="11924"/>
            <ac:spMk id="200" creationId="{3A14F8C5-366A-44C8-88B4-C122C636E0C7}"/>
          </ac:spMkLst>
        </pc:spChg>
        <pc:grpChg chg="del mod topLvl">
          <ac:chgData name="Khumalo, Linda" userId="dec9ebdf-bb03-41b8-8be8-d403b092b381" providerId="ADAL" clId="{1F672A8F-2681-4F4F-9753-B5FB86B1EA26}" dt="2021-04-15T12:50:34.386" v="2105" actId="165"/>
          <ac:grpSpMkLst>
            <pc:docMk/>
            <pc:sldMk cId="2331553382" sldId="11924"/>
            <ac:grpSpMk id="17" creationId="{65D107D8-C939-4879-ADAC-9B9025954991}"/>
          </ac:grpSpMkLst>
        </pc:grpChg>
        <pc:grpChg chg="del mod">
          <ac:chgData name="Khumalo, Linda" userId="dec9ebdf-bb03-41b8-8be8-d403b092b381" providerId="ADAL" clId="{1F672A8F-2681-4F4F-9753-B5FB86B1EA26}" dt="2021-04-15T12:31:28.104" v="1853" actId="165"/>
          <ac:grpSpMkLst>
            <pc:docMk/>
            <pc:sldMk cId="2331553382" sldId="11924"/>
            <ac:grpSpMk id="34" creationId="{C39C10A6-86AD-4A27-85AC-E486AA062303}"/>
          </ac:grpSpMkLst>
        </pc:grpChg>
        <pc:grpChg chg="del mod topLvl">
          <ac:chgData name="Khumalo, Linda" userId="dec9ebdf-bb03-41b8-8be8-d403b092b381" providerId="ADAL" clId="{1F672A8F-2681-4F4F-9753-B5FB86B1EA26}" dt="2021-04-15T12:52:17.515" v="2155" actId="165"/>
          <ac:grpSpMkLst>
            <pc:docMk/>
            <pc:sldMk cId="2331553382" sldId="11924"/>
            <ac:grpSpMk id="36" creationId="{1B52CA78-CEB5-4FA3-8ED9-2630FDD285E7}"/>
          </ac:grpSpMkLst>
        </pc:grpChg>
        <pc:grpChg chg="del">
          <ac:chgData name="Khumalo, Linda" userId="dec9ebdf-bb03-41b8-8be8-d403b092b381" providerId="ADAL" clId="{1F672A8F-2681-4F4F-9753-B5FB86B1EA26}" dt="2021-04-15T12:21:45.194" v="1687" actId="478"/>
          <ac:grpSpMkLst>
            <pc:docMk/>
            <pc:sldMk cId="2331553382" sldId="11924"/>
            <ac:grpSpMk id="37" creationId="{DD52B49B-40CC-4C8B-93FA-44C599257CD1}"/>
          </ac:grpSpMkLst>
        </pc:grpChg>
        <pc:grpChg chg="del">
          <ac:chgData name="Khumalo, Linda" userId="dec9ebdf-bb03-41b8-8be8-d403b092b381" providerId="ADAL" clId="{1F672A8F-2681-4F4F-9753-B5FB86B1EA26}" dt="2021-04-15T12:04:26.357" v="1355" actId="478"/>
          <ac:grpSpMkLst>
            <pc:docMk/>
            <pc:sldMk cId="2331553382" sldId="11924"/>
            <ac:grpSpMk id="38" creationId="{E6ECCFC6-7EF6-4465-8B2F-CDC326728031}"/>
          </ac:grpSpMkLst>
        </pc:grpChg>
        <pc:grpChg chg="del mod topLvl">
          <ac:chgData name="Khumalo, Linda" userId="dec9ebdf-bb03-41b8-8be8-d403b092b381" providerId="ADAL" clId="{1F672A8F-2681-4F4F-9753-B5FB86B1EA26}" dt="2021-04-15T12:51:53.994" v="2151" actId="165"/>
          <ac:grpSpMkLst>
            <pc:docMk/>
            <pc:sldMk cId="2331553382" sldId="11924"/>
            <ac:grpSpMk id="42" creationId="{1328C73A-01F6-4E6D-A559-EF5F1455B260}"/>
          </ac:grpSpMkLst>
        </pc:grpChg>
        <pc:grpChg chg="del mod topLvl">
          <ac:chgData name="Khumalo, Linda" userId="dec9ebdf-bb03-41b8-8be8-d403b092b381" providerId="ADAL" clId="{1F672A8F-2681-4F4F-9753-B5FB86B1EA26}" dt="2021-04-15T12:31:38.989" v="1857" actId="165"/>
          <ac:grpSpMkLst>
            <pc:docMk/>
            <pc:sldMk cId="2331553382" sldId="11924"/>
            <ac:grpSpMk id="50" creationId="{44D8A88F-9FCA-4C17-AADE-A75CB3CBF4E2}"/>
          </ac:grpSpMkLst>
        </pc:grpChg>
        <pc:grpChg chg="add del mod topLvl">
          <ac:chgData name="Khumalo, Linda" userId="dec9ebdf-bb03-41b8-8be8-d403b092b381" providerId="ADAL" clId="{1F672A8F-2681-4F4F-9753-B5FB86B1EA26}" dt="2021-04-15T13:48:00.875" v="2669" actId="165"/>
          <ac:grpSpMkLst>
            <pc:docMk/>
            <pc:sldMk cId="2331553382" sldId="11924"/>
            <ac:grpSpMk id="57" creationId="{182EC842-6126-46FF-A76A-0492FA894C8D}"/>
          </ac:grpSpMkLst>
        </pc:grpChg>
        <pc:grpChg chg="mod topLvl">
          <ac:chgData name="Khumalo, Linda" userId="dec9ebdf-bb03-41b8-8be8-d403b092b381" providerId="ADAL" clId="{1F672A8F-2681-4F4F-9753-B5FB86B1EA26}" dt="2021-04-15T13:54:49.009" v="2706" actId="552"/>
          <ac:grpSpMkLst>
            <pc:docMk/>
            <pc:sldMk cId="2331553382" sldId="11924"/>
            <ac:grpSpMk id="63" creationId="{B9A50292-F0A7-4360-A17A-52CA3C88DA51}"/>
          </ac:grpSpMkLst>
        </pc:grpChg>
        <pc:grpChg chg="mod">
          <ac:chgData name="Khumalo, Linda" userId="dec9ebdf-bb03-41b8-8be8-d403b092b381" providerId="ADAL" clId="{1F672A8F-2681-4F4F-9753-B5FB86B1EA26}" dt="2021-04-15T13:54:49.009" v="2706" actId="552"/>
          <ac:grpSpMkLst>
            <pc:docMk/>
            <pc:sldMk cId="2331553382" sldId="11924"/>
            <ac:grpSpMk id="71" creationId="{FD811E56-EDC8-426A-8CCD-9FDAA7BB7603}"/>
          </ac:grpSpMkLst>
        </pc:grpChg>
        <pc:grpChg chg="mod">
          <ac:chgData name="Khumalo, Linda" userId="dec9ebdf-bb03-41b8-8be8-d403b092b381" providerId="ADAL" clId="{1F672A8F-2681-4F4F-9753-B5FB86B1EA26}" dt="2021-04-15T13:54:49.009" v="2706" actId="552"/>
          <ac:grpSpMkLst>
            <pc:docMk/>
            <pc:sldMk cId="2331553382" sldId="11924"/>
            <ac:grpSpMk id="73" creationId="{05913803-01A3-4414-9315-5738C61E7C89}"/>
          </ac:grpSpMkLst>
        </pc:grpChg>
        <pc:grpChg chg="mod">
          <ac:chgData name="Khumalo, Linda" userId="dec9ebdf-bb03-41b8-8be8-d403b092b381" providerId="ADAL" clId="{1F672A8F-2681-4F4F-9753-B5FB86B1EA26}" dt="2021-04-15T13:54:49.009" v="2706" actId="552"/>
          <ac:grpSpMkLst>
            <pc:docMk/>
            <pc:sldMk cId="2331553382" sldId="11924"/>
            <ac:grpSpMk id="74" creationId="{FEA2A6AD-941C-45AB-9624-2E78EA7125E6}"/>
          </ac:grpSpMkLst>
        </pc:grpChg>
        <pc:grpChg chg="add del mod">
          <ac:chgData name="Khumalo, Linda" userId="dec9ebdf-bb03-41b8-8be8-d403b092b381" providerId="ADAL" clId="{1F672A8F-2681-4F4F-9753-B5FB86B1EA26}" dt="2021-04-15T13:07:44.888" v="2281" actId="165"/>
          <ac:grpSpMkLst>
            <pc:docMk/>
            <pc:sldMk cId="2331553382" sldId="11924"/>
            <ac:grpSpMk id="123" creationId="{4C58591F-E33A-4749-9A2B-BD7853336444}"/>
          </ac:grpSpMkLst>
        </pc:grpChg>
        <pc:grpChg chg="add del mod">
          <ac:chgData name="Khumalo, Linda" userId="dec9ebdf-bb03-41b8-8be8-d403b092b381" providerId="ADAL" clId="{1F672A8F-2681-4F4F-9753-B5FB86B1EA26}" dt="2021-04-15T13:04:51.941" v="2255" actId="165"/>
          <ac:grpSpMkLst>
            <pc:docMk/>
            <pc:sldMk cId="2331553382" sldId="11924"/>
            <ac:grpSpMk id="134" creationId="{B6C15C13-9CFF-4C73-BDAC-5E5C47CEC446}"/>
          </ac:grpSpMkLst>
        </pc:grpChg>
        <pc:grpChg chg="add del mod">
          <ac:chgData name="Khumalo, Linda" userId="dec9ebdf-bb03-41b8-8be8-d403b092b381" providerId="ADAL" clId="{1F672A8F-2681-4F4F-9753-B5FB86B1EA26}" dt="2021-04-15T13:04:54.298" v="2256" actId="165"/>
          <ac:grpSpMkLst>
            <pc:docMk/>
            <pc:sldMk cId="2331553382" sldId="11924"/>
            <ac:grpSpMk id="135" creationId="{0EA3F54D-1C97-4EE5-AE58-2BC694B8ED4C}"/>
          </ac:grpSpMkLst>
        </pc:grpChg>
        <pc:grpChg chg="add mod">
          <ac:chgData name="Khumalo, Linda" userId="dec9ebdf-bb03-41b8-8be8-d403b092b381" providerId="ADAL" clId="{1F672A8F-2681-4F4F-9753-B5FB86B1EA26}" dt="2021-04-15T13:54:57.177" v="2707" actId="555"/>
          <ac:grpSpMkLst>
            <pc:docMk/>
            <pc:sldMk cId="2331553382" sldId="11924"/>
            <ac:grpSpMk id="136" creationId="{1FE6C371-0CD6-4B61-8F2B-DE6F1FBD4DAB}"/>
          </ac:grpSpMkLst>
        </pc:grpChg>
        <pc:grpChg chg="add mod">
          <ac:chgData name="Khumalo, Linda" userId="dec9ebdf-bb03-41b8-8be8-d403b092b381" providerId="ADAL" clId="{1F672A8F-2681-4F4F-9753-B5FB86B1EA26}" dt="2021-04-15T13:39:33.368" v="2590" actId="554"/>
          <ac:grpSpMkLst>
            <pc:docMk/>
            <pc:sldMk cId="2331553382" sldId="11924"/>
            <ac:grpSpMk id="137" creationId="{8E53A7F5-27EC-41AE-8E3A-88E0C6FBD4E8}"/>
          </ac:grpSpMkLst>
        </pc:grpChg>
        <pc:grpChg chg="add del mod ord">
          <ac:chgData name="Khumalo, Linda" userId="dec9ebdf-bb03-41b8-8be8-d403b092b381" providerId="ADAL" clId="{1F672A8F-2681-4F4F-9753-B5FB86B1EA26}" dt="2021-04-15T13:24:37.926" v="2382" actId="478"/>
          <ac:grpSpMkLst>
            <pc:docMk/>
            <pc:sldMk cId="2331553382" sldId="11924"/>
            <ac:grpSpMk id="138" creationId="{03C49C91-539A-43CF-A735-DD67A0D66B5B}"/>
          </ac:grpSpMkLst>
        </pc:grpChg>
        <pc:grpChg chg="add del mod">
          <ac:chgData name="Khumalo, Linda" userId="dec9ebdf-bb03-41b8-8be8-d403b092b381" providerId="ADAL" clId="{1F672A8F-2681-4F4F-9753-B5FB86B1EA26}" dt="2021-04-15T13:10:21.141" v="2299" actId="165"/>
          <ac:grpSpMkLst>
            <pc:docMk/>
            <pc:sldMk cId="2331553382" sldId="11924"/>
            <ac:grpSpMk id="140" creationId="{4D8FDBFE-ABD1-4AFA-A89C-E6B78D5BB3A3}"/>
          </ac:grpSpMkLst>
        </pc:grpChg>
        <pc:grpChg chg="add del mod">
          <ac:chgData name="Khumalo, Linda" userId="dec9ebdf-bb03-41b8-8be8-d403b092b381" providerId="ADAL" clId="{1F672A8F-2681-4F4F-9753-B5FB86B1EA26}" dt="2021-04-15T13:13:32.597" v="2325" actId="165"/>
          <ac:grpSpMkLst>
            <pc:docMk/>
            <pc:sldMk cId="2331553382" sldId="11924"/>
            <ac:grpSpMk id="141" creationId="{58CC6B2F-9D9C-4CD8-ABC1-41B7D21E9E2F}"/>
          </ac:grpSpMkLst>
        </pc:grpChg>
        <pc:grpChg chg="del mod topLvl">
          <ac:chgData name="Khumalo, Linda" userId="dec9ebdf-bb03-41b8-8be8-d403b092b381" providerId="ADAL" clId="{1F672A8F-2681-4F4F-9753-B5FB86B1EA26}" dt="2021-04-15T13:13:49.887" v="2327" actId="165"/>
          <ac:grpSpMkLst>
            <pc:docMk/>
            <pc:sldMk cId="2331553382" sldId="11924"/>
            <ac:grpSpMk id="143" creationId="{E9079178-5B77-4A54-BACE-5791B048CBC6}"/>
          </ac:grpSpMkLst>
        </pc:grpChg>
        <pc:grpChg chg="del mod topLvl">
          <ac:chgData name="Khumalo, Linda" userId="dec9ebdf-bb03-41b8-8be8-d403b092b381" providerId="ADAL" clId="{1F672A8F-2681-4F4F-9753-B5FB86B1EA26}" dt="2021-04-15T13:14:01.766" v="2328" actId="165"/>
          <ac:grpSpMkLst>
            <pc:docMk/>
            <pc:sldMk cId="2331553382" sldId="11924"/>
            <ac:grpSpMk id="156" creationId="{E90843EC-5365-4986-A277-94153E2459C0}"/>
          </ac:grpSpMkLst>
        </pc:grpChg>
        <pc:grpChg chg="add mod">
          <ac:chgData name="Khumalo, Linda" userId="dec9ebdf-bb03-41b8-8be8-d403b092b381" providerId="ADAL" clId="{1F672A8F-2681-4F4F-9753-B5FB86B1EA26}" dt="2021-04-15T13:41:07.254" v="2596" actId="1076"/>
          <ac:grpSpMkLst>
            <pc:docMk/>
            <pc:sldMk cId="2331553382" sldId="11924"/>
            <ac:grpSpMk id="163" creationId="{9BFC9BD8-9F17-4495-B26C-B5C0DAEC5289}"/>
          </ac:grpSpMkLst>
        </pc:grpChg>
        <pc:grpChg chg="add mod">
          <ac:chgData name="Khumalo, Linda" userId="dec9ebdf-bb03-41b8-8be8-d403b092b381" providerId="ADAL" clId="{1F672A8F-2681-4F4F-9753-B5FB86B1EA26}" dt="2021-04-15T13:45:38.194" v="2656" actId="1076"/>
          <ac:grpSpMkLst>
            <pc:docMk/>
            <pc:sldMk cId="2331553382" sldId="11924"/>
            <ac:grpSpMk id="164" creationId="{EB3D2BA4-C1B3-47FB-8E76-C5B1696B0328}"/>
          </ac:grpSpMkLst>
        </pc:grpChg>
        <pc:grpChg chg="add mod">
          <ac:chgData name="Khumalo, Linda" userId="dec9ebdf-bb03-41b8-8be8-d403b092b381" providerId="ADAL" clId="{1F672A8F-2681-4F4F-9753-B5FB86B1EA26}" dt="2021-04-15T13:40:13.421" v="2592" actId="554"/>
          <ac:grpSpMkLst>
            <pc:docMk/>
            <pc:sldMk cId="2331553382" sldId="11924"/>
            <ac:grpSpMk id="165" creationId="{334918C8-1EC7-4CC1-A034-CECB26723510}"/>
          </ac:grpSpMkLst>
        </pc:grpChg>
        <pc:grpChg chg="add mod">
          <ac:chgData name="Khumalo, Linda" userId="dec9ebdf-bb03-41b8-8be8-d403b092b381" providerId="ADAL" clId="{1F672A8F-2681-4F4F-9753-B5FB86B1EA26}" dt="2021-04-15T13:15:26.954" v="2339" actId="164"/>
          <ac:grpSpMkLst>
            <pc:docMk/>
            <pc:sldMk cId="2331553382" sldId="11924"/>
            <ac:grpSpMk id="166" creationId="{EADE77E0-5A85-47B6-847E-EEAE9B217836}"/>
          </ac:grpSpMkLst>
        </pc:grpChg>
        <pc:grpChg chg="add mod">
          <ac:chgData name="Khumalo, Linda" userId="dec9ebdf-bb03-41b8-8be8-d403b092b381" providerId="ADAL" clId="{1F672A8F-2681-4F4F-9753-B5FB86B1EA26}" dt="2021-04-15T13:40:13.421" v="2592" actId="554"/>
          <ac:grpSpMkLst>
            <pc:docMk/>
            <pc:sldMk cId="2331553382" sldId="11924"/>
            <ac:grpSpMk id="167" creationId="{84EE8CCA-A59B-410D-98F6-05BBA58CC14D}"/>
          </ac:grpSpMkLst>
        </pc:grpChg>
        <pc:grpChg chg="add mod">
          <ac:chgData name="Khumalo, Linda" userId="dec9ebdf-bb03-41b8-8be8-d403b092b381" providerId="ADAL" clId="{1F672A8F-2681-4F4F-9753-B5FB86B1EA26}" dt="2021-04-15T13:40:13.421" v="2592" actId="554"/>
          <ac:grpSpMkLst>
            <pc:docMk/>
            <pc:sldMk cId="2331553382" sldId="11924"/>
            <ac:grpSpMk id="168" creationId="{B4060F42-C677-4D6A-93CC-83CC0130ED80}"/>
          </ac:grpSpMkLst>
        </pc:grpChg>
        <pc:grpChg chg="add mod ord">
          <ac:chgData name="Khumalo, Linda" userId="dec9ebdf-bb03-41b8-8be8-d403b092b381" providerId="ADAL" clId="{1F672A8F-2681-4F4F-9753-B5FB86B1EA26}" dt="2021-04-15T13:43:35.193" v="2634" actId="166"/>
          <ac:grpSpMkLst>
            <pc:docMk/>
            <pc:sldMk cId="2331553382" sldId="11924"/>
            <ac:grpSpMk id="173" creationId="{CEB6F84F-7E87-4A0D-B5E0-804C458C01B0}"/>
          </ac:grpSpMkLst>
        </pc:grpChg>
        <pc:grpChg chg="add del mod">
          <ac:chgData name="Khumalo, Linda" userId="dec9ebdf-bb03-41b8-8be8-d403b092b381" providerId="ADAL" clId="{1F672A8F-2681-4F4F-9753-B5FB86B1EA26}" dt="2021-04-15T13:34:18.615" v="2513" actId="478"/>
          <ac:grpSpMkLst>
            <pc:docMk/>
            <pc:sldMk cId="2331553382" sldId="11924"/>
            <ac:grpSpMk id="179" creationId="{1655F022-B78C-4986-9505-03B176485950}"/>
          </ac:grpSpMkLst>
        </pc:grpChg>
        <pc:grpChg chg="add del mod">
          <ac:chgData name="Khumalo, Linda" userId="dec9ebdf-bb03-41b8-8be8-d403b092b381" providerId="ADAL" clId="{1F672A8F-2681-4F4F-9753-B5FB86B1EA26}" dt="2021-04-15T13:33:44.066" v="2497" actId="165"/>
          <ac:grpSpMkLst>
            <pc:docMk/>
            <pc:sldMk cId="2331553382" sldId="11924"/>
            <ac:grpSpMk id="182" creationId="{19412D34-9AF1-44D0-9E8E-749CD940EC37}"/>
          </ac:grpSpMkLst>
        </pc:grpChg>
        <pc:grpChg chg="add del mod">
          <ac:chgData name="Khumalo, Linda" userId="dec9ebdf-bb03-41b8-8be8-d403b092b381" providerId="ADAL" clId="{1F672A8F-2681-4F4F-9753-B5FB86B1EA26}" dt="2021-04-15T13:34:38.923" v="2516" actId="165"/>
          <ac:grpSpMkLst>
            <pc:docMk/>
            <pc:sldMk cId="2331553382" sldId="11924"/>
            <ac:grpSpMk id="183" creationId="{47D81B22-7430-4EFC-99C0-5B926FFE72ED}"/>
          </ac:grpSpMkLst>
        </pc:grpChg>
        <pc:grpChg chg="add del mod">
          <ac:chgData name="Khumalo, Linda" userId="dec9ebdf-bb03-41b8-8be8-d403b092b381" providerId="ADAL" clId="{1F672A8F-2681-4F4F-9753-B5FB86B1EA26}" dt="2021-04-15T13:36:09.339" v="2545" actId="165"/>
          <ac:grpSpMkLst>
            <pc:docMk/>
            <pc:sldMk cId="2331553382" sldId="11924"/>
            <ac:grpSpMk id="184" creationId="{961F7B57-BFB5-43CA-B450-B034DDEBD3B4}"/>
          </ac:grpSpMkLst>
        </pc:grpChg>
        <pc:grpChg chg="add del mod">
          <ac:chgData name="Khumalo, Linda" userId="dec9ebdf-bb03-41b8-8be8-d403b092b381" providerId="ADAL" clId="{1F672A8F-2681-4F4F-9753-B5FB86B1EA26}" dt="2021-04-15T13:45:34.879" v="2654" actId="165"/>
          <ac:grpSpMkLst>
            <pc:docMk/>
            <pc:sldMk cId="2331553382" sldId="11924"/>
            <ac:grpSpMk id="185" creationId="{05553858-99A0-450B-B3B0-7CC5572F8C6F}"/>
          </ac:grpSpMkLst>
        </pc:grpChg>
        <pc:grpChg chg="add del mod">
          <ac:chgData name="Khumalo, Linda" userId="dec9ebdf-bb03-41b8-8be8-d403b092b381" providerId="ADAL" clId="{1F672A8F-2681-4F4F-9753-B5FB86B1EA26}" dt="2021-04-15T13:41:15.824" v="2597" actId="165"/>
          <ac:grpSpMkLst>
            <pc:docMk/>
            <pc:sldMk cId="2331553382" sldId="11924"/>
            <ac:grpSpMk id="186" creationId="{CB586BCC-44F3-40ED-881F-22885E3D6791}"/>
          </ac:grpSpMkLst>
        </pc:grpChg>
        <pc:grpChg chg="add del mod ord">
          <ac:chgData name="Khumalo, Linda" userId="dec9ebdf-bb03-41b8-8be8-d403b092b381" providerId="ADAL" clId="{1F672A8F-2681-4F4F-9753-B5FB86B1EA26}" dt="2021-04-15T13:45:57.124" v="2659" actId="165"/>
          <ac:grpSpMkLst>
            <pc:docMk/>
            <pc:sldMk cId="2331553382" sldId="11924"/>
            <ac:grpSpMk id="189" creationId="{BAC7340B-A1A4-4124-9E38-CB5B58223CB6}"/>
          </ac:grpSpMkLst>
        </pc:grpChg>
        <pc:grpChg chg="add mod">
          <ac:chgData name="Khumalo, Linda" userId="dec9ebdf-bb03-41b8-8be8-d403b092b381" providerId="ADAL" clId="{1F672A8F-2681-4F4F-9753-B5FB86B1EA26}" dt="2021-04-15T13:45:53.965" v="2658" actId="164"/>
          <ac:grpSpMkLst>
            <pc:docMk/>
            <pc:sldMk cId="2331553382" sldId="11924"/>
            <ac:grpSpMk id="190" creationId="{5C180FDA-A569-4190-B758-B5D00534C129}"/>
          </ac:grpSpMkLst>
        </pc:grpChg>
        <pc:grpChg chg="add del mod">
          <ac:chgData name="Khumalo, Linda" userId="dec9ebdf-bb03-41b8-8be8-d403b092b381" providerId="ADAL" clId="{1F672A8F-2681-4F4F-9753-B5FB86B1EA26}" dt="2021-04-15T13:46:30.929" v="2662" actId="165"/>
          <ac:grpSpMkLst>
            <pc:docMk/>
            <pc:sldMk cId="2331553382" sldId="11924"/>
            <ac:grpSpMk id="191" creationId="{0FC8D7D7-9FA1-4250-9C04-D6E856A33B96}"/>
          </ac:grpSpMkLst>
        </pc:grpChg>
        <pc:grpChg chg="add del mod">
          <ac:chgData name="Khumalo, Linda" userId="dec9ebdf-bb03-41b8-8be8-d403b092b381" providerId="ADAL" clId="{1F672A8F-2681-4F4F-9753-B5FB86B1EA26}" dt="2021-04-15T16:40:33.379" v="4417" actId="165"/>
          <ac:grpSpMkLst>
            <pc:docMk/>
            <pc:sldMk cId="2331553382" sldId="11924"/>
            <ac:grpSpMk id="192" creationId="{4AE60BB9-2B97-4B1A-93C3-244AF79E33F0}"/>
          </ac:grpSpMkLst>
        </pc:grpChg>
        <pc:grpChg chg="add mod">
          <ac:chgData name="Khumalo, Linda" userId="dec9ebdf-bb03-41b8-8be8-d403b092b381" providerId="ADAL" clId="{1F672A8F-2681-4F4F-9753-B5FB86B1EA26}" dt="2021-04-15T16:40:42.309" v="4419" actId="164"/>
          <ac:grpSpMkLst>
            <pc:docMk/>
            <pc:sldMk cId="2331553382" sldId="11924"/>
            <ac:grpSpMk id="212" creationId="{DD6B67DB-2CAD-4A52-A005-8E7B0216F20D}"/>
          </ac:grpSpMkLst>
        </pc:grpChg>
        <pc:picChg chg="mod">
          <ac:chgData name="Khumalo, Linda" userId="dec9ebdf-bb03-41b8-8be8-d403b092b381" providerId="ADAL" clId="{1F672A8F-2681-4F4F-9753-B5FB86B1EA26}" dt="2021-04-15T13:54:49.009" v="2706" actId="552"/>
          <ac:picMkLst>
            <pc:docMk/>
            <pc:sldMk cId="2331553382" sldId="11924"/>
            <ac:picMk id="76" creationId="{B520C145-CF83-4012-804A-D426181B6D2E}"/>
          </ac:picMkLst>
        </pc:picChg>
        <pc:picChg chg="mod">
          <ac:chgData name="Khumalo, Linda" userId="dec9ebdf-bb03-41b8-8be8-d403b092b381" providerId="ADAL" clId="{1F672A8F-2681-4F4F-9753-B5FB86B1EA26}" dt="2021-04-15T13:54:49.009" v="2706" actId="552"/>
          <ac:picMkLst>
            <pc:docMk/>
            <pc:sldMk cId="2331553382" sldId="11924"/>
            <ac:picMk id="78" creationId="{95618C9F-37A3-47A3-9B0D-D7E45E51EB39}"/>
          </ac:picMkLst>
        </pc:picChg>
        <pc:cxnChg chg="mod topLvl">
          <ac:chgData name="Khumalo, Linda" userId="dec9ebdf-bb03-41b8-8be8-d403b092b381" providerId="ADAL" clId="{1F672A8F-2681-4F4F-9753-B5FB86B1EA26}" dt="2021-04-15T13:48:00.875" v="2669" actId="165"/>
          <ac:cxnSpMkLst>
            <pc:docMk/>
            <pc:sldMk cId="2331553382" sldId="11924"/>
            <ac:cxnSpMk id="58" creationId="{B583EEDE-E979-403A-8052-702EBA79B83C}"/>
          </ac:cxnSpMkLst>
        </pc:cxnChg>
        <pc:cxnChg chg="del mod">
          <ac:chgData name="Khumalo, Linda" userId="dec9ebdf-bb03-41b8-8be8-d403b092b381" providerId="ADAL" clId="{1F672A8F-2681-4F4F-9753-B5FB86B1EA26}" dt="2021-04-15T12:12:27.442" v="1409" actId="478"/>
          <ac:cxnSpMkLst>
            <pc:docMk/>
            <pc:sldMk cId="2331553382" sldId="11924"/>
            <ac:cxnSpMk id="59" creationId="{7EF31E4D-3534-4B34-AC7F-BEC962E29BDA}"/>
          </ac:cxnSpMkLst>
        </pc:cxnChg>
        <pc:cxnChg chg="mod topLvl">
          <ac:chgData name="Khumalo, Linda" userId="dec9ebdf-bb03-41b8-8be8-d403b092b381" providerId="ADAL" clId="{1F672A8F-2681-4F4F-9753-B5FB86B1EA26}" dt="2021-04-15T13:49:52.530" v="2677" actId="1076"/>
          <ac:cxnSpMkLst>
            <pc:docMk/>
            <pc:sldMk cId="2331553382" sldId="11924"/>
            <ac:cxnSpMk id="60" creationId="{0922D4FD-968C-4AAE-BBEF-897F8D81934C}"/>
          </ac:cxnSpMkLst>
        </pc:cxnChg>
        <pc:cxnChg chg="mod topLvl">
          <ac:chgData name="Khumalo, Linda" userId="dec9ebdf-bb03-41b8-8be8-d403b092b381" providerId="ADAL" clId="{1F672A8F-2681-4F4F-9753-B5FB86B1EA26}" dt="2021-04-15T13:51:53.871" v="2684" actId="554"/>
          <ac:cxnSpMkLst>
            <pc:docMk/>
            <pc:sldMk cId="2331553382" sldId="11924"/>
            <ac:cxnSpMk id="64" creationId="{BFED931C-4201-4470-B38E-BD0362C63234}"/>
          </ac:cxnSpMkLst>
        </pc:cxnChg>
        <pc:cxnChg chg="mod topLvl">
          <ac:chgData name="Khumalo, Linda" userId="dec9ebdf-bb03-41b8-8be8-d403b092b381" providerId="ADAL" clId="{1F672A8F-2681-4F4F-9753-B5FB86B1EA26}" dt="2021-04-15T13:51:53.871" v="2684" actId="554"/>
          <ac:cxnSpMkLst>
            <pc:docMk/>
            <pc:sldMk cId="2331553382" sldId="11924"/>
            <ac:cxnSpMk id="65" creationId="{33B48E4A-00FA-4F9F-A868-1F3EC340D694}"/>
          </ac:cxnSpMkLst>
        </pc:cxnChg>
        <pc:cxnChg chg="mod topLvl">
          <ac:chgData name="Khumalo, Linda" userId="dec9ebdf-bb03-41b8-8be8-d403b092b381" providerId="ADAL" clId="{1F672A8F-2681-4F4F-9753-B5FB86B1EA26}" dt="2021-04-15T13:51:53.871" v="2684" actId="554"/>
          <ac:cxnSpMkLst>
            <pc:docMk/>
            <pc:sldMk cId="2331553382" sldId="11924"/>
            <ac:cxnSpMk id="66" creationId="{734D4C17-F8D3-4CF0-B05A-E5F14E1CE32A}"/>
          </ac:cxnSpMkLst>
        </pc:cxnChg>
        <pc:cxnChg chg="del mod">
          <ac:chgData name="Khumalo, Linda" userId="dec9ebdf-bb03-41b8-8be8-d403b092b381" providerId="ADAL" clId="{1F672A8F-2681-4F4F-9753-B5FB86B1EA26}" dt="2021-04-15T12:09:37.202" v="1382" actId="478"/>
          <ac:cxnSpMkLst>
            <pc:docMk/>
            <pc:sldMk cId="2331553382" sldId="11924"/>
            <ac:cxnSpMk id="67" creationId="{F484446A-9DEA-48BE-B187-FCE317EC3F9F}"/>
          </ac:cxnSpMkLst>
        </pc:cxnChg>
        <pc:cxnChg chg="mod topLvl">
          <ac:chgData name="Khumalo, Linda" userId="dec9ebdf-bb03-41b8-8be8-d403b092b381" providerId="ADAL" clId="{1F672A8F-2681-4F4F-9753-B5FB86B1EA26}" dt="2021-04-15T13:50:45.190" v="2679" actId="555"/>
          <ac:cxnSpMkLst>
            <pc:docMk/>
            <pc:sldMk cId="2331553382" sldId="11924"/>
            <ac:cxnSpMk id="68" creationId="{653B479C-906C-4A7A-9BD0-7637D8E4FBB4}"/>
          </ac:cxnSpMkLst>
        </pc:cxnChg>
        <pc:cxnChg chg="mod topLvl">
          <ac:chgData name="Khumalo, Linda" userId="dec9ebdf-bb03-41b8-8be8-d403b092b381" providerId="ADAL" clId="{1F672A8F-2681-4F4F-9753-B5FB86B1EA26}" dt="2021-04-15T13:53:39.055" v="2700" actId="1076"/>
          <ac:cxnSpMkLst>
            <pc:docMk/>
            <pc:sldMk cId="2331553382" sldId="11924"/>
            <ac:cxnSpMk id="69" creationId="{887A2A34-AA66-4F91-B568-B2E0C74A1B0C}"/>
          </ac:cxnSpMkLst>
        </pc:cxnChg>
        <pc:cxnChg chg="mod topLvl">
          <ac:chgData name="Khumalo, Linda" userId="dec9ebdf-bb03-41b8-8be8-d403b092b381" providerId="ADAL" clId="{1F672A8F-2681-4F4F-9753-B5FB86B1EA26}" dt="2021-04-15T13:48:00.875" v="2669" actId="165"/>
          <ac:cxnSpMkLst>
            <pc:docMk/>
            <pc:sldMk cId="2331553382" sldId="11924"/>
            <ac:cxnSpMk id="70" creationId="{81A753BD-6BAA-4F14-8E9B-701322BEB69F}"/>
          </ac:cxnSpMkLst>
        </pc:cxnChg>
        <pc:cxnChg chg="mod">
          <ac:chgData name="Khumalo, Linda" userId="dec9ebdf-bb03-41b8-8be8-d403b092b381" providerId="ADAL" clId="{1F672A8F-2681-4F4F-9753-B5FB86B1EA26}" dt="2021-04-15T13:54:49.009" v="2706" actId="552"/>
          <ac:cxnSpMkLst>
            <pc:docMk/>
            <pc:sldMk cId="2331553382" sldId="11924"/>
            <ac:cxnSpMk id="75" creationId="{798FC721-5DCE-4B4F-9175-435ACBAD8C2E}"/>
          </ac:cxnSpMkLst>
        </pc:cxnChg>
        <pc:cxnChg chg="add mod">
          <ac:chgData name="Khumalo, Linda" userId="dec9ebdf-bb03-41b8-8be8-d403b092b381" providerId="ADAL" clId="{1F672A8F-2681-4F4F-9753-B5FB86B1EA26}" dt="2021-04-15T13:51:53.871" v="2684" actId="554"/>
          <ac:cxnSpMkLst>
            <pc:docMk/>
            <pc:sldMk cId="2331553382" sldId="11924"/>
            <ac:cxnSpMk id="199" creationId="{0A2C2DE4-0DDD-497D-B16C-F1202147398A}"/>
          </ac:cxnSpMkLst>
        </pc:cxnChg>
        <pc:cxnChg chg="add mod">
          <ac:chgData name="Khumalo, Linda" userId="dec9ebdf-bb03-41b8-8be8-d403b092b381" providerId="ADAL" clId="{1F672A8F-2681-4F4F-9753-B5FB86B1EA26}" dt="2021-04-15T13:54:49.009" v="2706" actId="552"/>
          <ac:cxnSpMkLst>
            <pc:docMk/>
            <pc:sldMk cId="2331553382" sldId="11924"/>
            <ac:cxnSpMk id="202" creationId="{8ABC6186-6B69-4AF7-B8D5-A6AA1372D77B}"/>
          </ac:cxnSpMkLst>
        </pc:cxnChg>
      </pc:sldChg>
      <pc:sldChg chg="addSp delSp modSp add mod">
        <pc:chgData name="Khumalo, Linda" userId="dec9ebdf-bb03-41b8-8be8-d403b092b381" providerId="ADAL" clId="{1F672A8F-2681-4F4F-9753-B5FB86B1EA26}" dt="2021-04-16T09:08:36.782" v="5094" actId="5793"/>
        <pc:sldMkLst>
          <pc:docMk/>
          <pc:sldMk cId="198294182" sldId="11925"/>
        </pc:sldMkLst>
        <pc:spChg chg="add mod">
          <ac:chgData name="Khumalo, Linda" userId="dec9ebdf-bb03-41b8-8be8-d403b092b381" providerId="ADAL" clId="{1F672A8F-2681-4F4F-9753-B5FB86B1EA26}" dt="2021-04-16T09:06:33.280" v="5065" actId="20577"/>
          <ac:spMkLst>
            <pc:docMk/>
            <pc:sldMk cId="198294182" sldId="11925"/>
            <ac:spMk id="2" creationId="{AF007A51-9A87-4C75-B2D1-1CB332A377A0}"/>
          </ac:spMkLst>
        </pc:spChg>
        <pc:spChg chg="add mod">
          <ac:chgData name="Khumalo, Linda" userId="dec9ebdf-bb03-41b8-8be8-d403b092b381" providerId="ADAL" clId="{1F672A8F-2681-4F4F-9753-B5FB86B1EA26}" dt="2021-04-16T09:08:36.782" v="5094" actId="5793"/>
          <ac:spMkLst>
            <pc:docMk/>
            <pc:sldMk cId="198294182" sldId="11925"/>
            <ac:spMk id="3" creationId="{290C3F76-1BBA-4C21-8FC3-3F5EB991C882}"/>
          </ac:spMkLst>
        </pc:spChg>
        <pc:spChg chg="mod">
          <ac:chgData name="Khumalo, Linda" userId="dec9ebdf-bb03-41b8-8be8-d403b092b381" providerId="ADAL" clId="{1F672A8F-2681-4F4F-9753-B5FB86B1EA26}" dt="2021-04-16T09:07:17.319" v="5071" actId="164"/>
          <ac:spMkLst>
            <pc:docMk/>
            <pc:sldMk cId="198294182" sldId="11925"/>
            <ac:spMk id="5" creationId="{777F0BDC-9AC9-41F4-B026-4357517F4E02}"/>
          </ac:spMkLst>
        </pc:spChg>
        <pc:spChg chg="mod">
          <ac:chgData name="Khumalo, Linda" userId="dec9ebdf-bb03-41b8-8be8-d403b092b381" providerId="ADAL" clId="{1F672A8F-2681-4F4F-9753-B5FB86B1EA26}" dt="2021-04-16T09:07:17.319" v="5071" actId="164"/>
          <ac:spMkLst>
            <pc:docMk/>
            <pc:sldMk cId="198294182" sldId="11925"/>
            <ac:spMk id="13" creationId="{4BDF7615-A838-4421-93D3-25751DB01FCE}"/>
          </ac:spMkLst>
        </pc:spChg>
        <pc:spChg chg="mod">
          <ac:chgData name="Khumalo, Linda" userId="dec9ebdf-bb03-41b8-8be8-d403b092b381" providerId="ADAL" clId="{1F672A8F-2681-4F4F-9753-B5FB86B1EA26}" dt="2021-04-16T09:07:17.319" v="5071" actId="164"/>
          <ac:spMkLst>
            <pc:docMk/>
            <pc:sldMk cId="198294182" sldId="11925"/>
            <ac:spMk id="15" creationId="{48259A90-3699-46DD-ADFF-0F72E0936F7A}"/>
          </ac:spMkLst>
        </pc:spChg>
        <pc:spChg chg="mod">
          <ac:chgData name="Khumalo, Linda" userId="dec9ebdf-bb03-41b8-8be8-d403b092b381" providerId="ADAL" clId="{1F672A8F-2681-4F4F-9753-B5FB86B1EA26}" dt="2021-04-16T09:06:09.989" v="5002"/>
          <ac:spMkLst>
            <pc:docMk/>
            <pc:sldMk cId="198294182" sldId="11925"/>
            <ac:spMk id="18" creationId="{424E4E5A-43D5-4939-85CF-C27DEEDAE719}"/>
          </ac:spMkLst>
        </pc:spChg>
        <pc:spChg chg="mod">
          <ac:chgData name="Khumalo, Linda" userId="dec9ebdf-bb03-41b8-8be8-d403b092b381" providerId="ADAL" clId="{1F672A8F-2681-4F4F-9753-B5FB86B1EA26}" dt="2021-04-16T09:07:17.319" v="5071" actId="164"/>
          <ac:spMkLst>
            <pc:docMk/>
            <pc:sldMk cId="198294182" sldId="11925"/>
            <ac:spMk id="28" creationId="{9FF60A72-4F37-4582-8EAC-222E75130A43}"/>
          </ac:spMkLst>
        </pc:spChg>
        <pc:spChg chg="mod">
          <ac:chgData name="Khumalo, Linda" userId="dec9ebdf-bb03-41b8-8be8-d403b092b381" providerId="ADAL" clId="{1F672A8F-2681-4F4F-9753-B5FB86B1EA26}" dt="2021-04-16T09:07:17.319" v="5071" actId="164"/>
          <ac:spMkLst>
            <pc:docMk/>
            <pc:sldMk cId="198294182" sldId="11925"/>
            <ac:spMk id="29" creationId="{BD52E586-2605-4FD3-9B60-B2628BB49365}"/>
          </ac:spMkLst>
        </pc:spChg>
        <pc:spChg chg="mod">
          <ac:chgData name="Khumalo, Linda" userId="dec9ebdf-bb03-41b8-8be8-d403b092b381" providerId="ADAL" clId="{1F672A8F-2681-4F4F-9753-B5FB86B1EA26}" dt="2021-04-16T09:07:17.319" v="5071" actId="164"/>
          <ac:spMkLst>
            <pc:docMk/>
            <pc:sldMk cId="198294182" sldId="11925"/>
            <ac:spMk id="52" creationId="{9BB4FAB3-184A-417B-8B82-45AC493ED410}"/>
          </ac:spMkLst>
        </pc:spChg>
        <pc:spChg chg="mod">
          <ac:chgData name="Khumalo, Linda" userId="dec9ebdf-bb03-41b8-8be8-d403b092b381" providerId="ADAL" clId="{1F672A8F-2681-4F4F-9753-B5FB86B1EA26}" dt="2021-04-16T09:07:17.319" v="5071" actId="164"/>
          <ac:spMkLst>
            <pc:docMk/>
            <pc:sldMk cId="198294182" sldId="11925"/>
            <ac:spMk id="53" creationId="{0FEFB851-92E4-4900-BFF6-9B78821EB749}"/>
          </ac:spMkLst>
        </pc:spChg>
        <pc:spChg chg="mod">
          <ac:chgData name="Khumalo, Linda" userId="dec9ebdf-bb03-41b8-8be8-d403b092b381" providerId="ADAL" clId="{1F672A8F-2681-4F4F-9753-B5FB86B1EA26}" dt="2021-04-16T09:07:17.319" v="5071" actId="164"/>
          <ac:spMkLst>
            <pc:docMk/>
            <pc:sldMk cId="198294182" sldId="11925"/>
            <ac:spMk id="55" creationId="{CFEFE920-CC6F-4589-A747-159F4DD29A92}"/>
          </ac:spMkLst>
        </pc:spChg>
        <pc:spChg chg="mod">
          <ac:chgData name="Khumalo, Linda" userId="dec9ebdf-bb03-41b8-8be8-d403b092b381" providerId="ADAL" clId="{1F672A8F-2681-4F4F-9753-B5FB86B1EA26}" dt="2021-04-16T09:07:17.319" v="5071" actId="164"/>
          <ac:spMkLst>
            <pc:docMk/>
            <pc:sldMk cId="198294182" sldId="11925"/>
            <ac:spMk id="73" creationId="{B228B38E-60E7-4DD8-931F-FD4C3B3411D4}"/>
          </ac:spMkLst>
        </pc:spChg>
        <pc:spChg chg="mod">
          <ac:chgData name="Khumalo, Linda" userId="dec9ebdf-bb03-41b8-8be8-d403b092b381" providerId="ADAL" clId="{1F672A8F-2681-4F4F-9753-B5FB86B1EA26}" dt="2021-04-16T09:07:17.319" v="5071" actId="164"/>
          <ac:spMkLst>
            <pc:docMk/>
            <pc:sldMk cId="198294182" sldId="11925"/>
            <ac:spMk id="74" creationId="{5BF000DF-2703-4231-8E4B-00EB0F8B9592}"/>
          </ac:spMkLst>
        </pc:spChg>
        <pc:spChg chg="mod">
          <ac:chgData name="Khumalo, Linda" userId="dec9ebdf-bb03-41b8-8be8-d403b092b381" providerId="ADAL" clId="{1F672A8F-2681-4F4F-9753-B5FB86B1EA26}" dt="2021-04-16T09:07:17.319" v="5071" actId="164"/>
          <ac:spMkLst>
            <pc:docMk/>
            <pc:sldMk cId="198294182" sldId="11925"/>
            <ac:spMk id="75" creationId="{8F5C7DD6-EF06-4380-83B6-01FD0E30E632}"/>
          </ac:spMkLst>
        </pc:spChg>
        <pc:spChg chg="mod">
          <ac:chgData name="Khumalo, Linda" userId="dec9ebdf-bb03-41b8-8be8-d403b092b381" providerId="ADAL" clId="{1F672A8F-2681-4F4F-9753-B5FB86B1EA26}" dt="2021-04-16T09:07:17.319" v="5071" actId="164"/>
          <ac:spMkLst>
            <pc:docMk/>
            <pc:sldMk cId="198294182" sldId="11925"/>
            <ac:spMk id="76" creationId="{7C64D024-FFB1-4027-BA01-B2D8AAF0222D}"/>
          </ac:spMkLst>
        </pc:spChg>
        <pc:spChg chg="mod">
          <ac:chgData name="Khumalo, Linda" userId="dec9ebdf-bb03-41b8-8be8-d403b092b381" providerId="ADAL" clId="{1F672A8F-2681-4F4F-9753-B5FB86B1EA26}" dt="2021-04-16T09:07:17.319" v="5071" actId="164"/>
          <ac:spMkLst>
            <pc:docMk/>
            <pc:sldMk cId="198294182" sldId="11925"/>
            <ac:spMk id="77" creationId="{BB09B088-71CE-4B42-87E9-D797F1641E99}"/>
          </ac:spMkLst>
        </pc:spChg>
        <pc:spChg chg="mod">
          <ac:chgData name="Khumalo, Linda" userId="dec9ebdf-bb03-41b8-8be8-d403b092b381" providerId="ADAL" clId="{1F672A8F-2681-4F4F-9753-B5FB86B1EA26}" dt="2021-04-16T09:07:17.319" v="5071" actId="164"/>
          <ac:spMkLst>
            <pc:docMk/>
            <pc:sldMk cId="198294182" sldId="11925"/>
            <ac:spMk id="78" creationId="{4B2FF5AC-E8C9-49B5-AA92-69A12DC10638}"/>
          </ac:spMkLst>
        </pc:spChg>
        <pc:spChg chg="mod">
          <ac:chgData name="Khumalo, Linda" userId="dec9ebdf-bb03-41b8-8be8-d403b092b381" providerId="ADAL" clId="{1F672A8F-2681-4F4F-9753-B5FB86B1EA26}" dt="2021-04-16T09:07:17.319" v="5071" actId="164"/>
          <ac:spMkLst>
            <pc:docMk/>
            <pc:sldMk cId="198294182" sldId="11925"/>
            <ac:spMk id="89" creationId="{E822C7D3-F865-45B3-8ECF-D2AA4E8B2853}"/>
          </ac:spMkLst>
        </pc:spChg>
        <pc:spChg chg="del mod">
          <ac:chgData name="Khumalo, Linda" userId="dec9ebdf-bb03-41b8-8be8-d403b092b381" providerId="ADAL" clId="{1F672A8F-2681-4F4F-9753-B5FB86B1EA26}" dt="2021-04-16T09:05:48.679" v="5000" actId="478"/>
          <ac:spMkLst>
            <pc:docMk/>
            <pc:sldMk cId="198294182" sldId="11925"/>
            <ac:spMk id="92" creationId="{003931D3-C869-411D-ADA1-601126D3DC4F}"/>
          </ac:spMkLst>
        </pc:spChg>
        <pc:spChg chg="mod">
          <ac:chgData name="Khumalo, Linda" userId="dec9ebdf-bb03-41b8-8be8-d403b092b381" providerId="ADAL" clId="{1F672A8F-2681-4F4F-9753-B5FB86B1EA26}" dt="2021-04-16T09:07:17.319" v="5071" actId="164"/>
          <ac:spMkLst>
            <pc:docMk/>
            <pc:sldMk cId="198294182" sldId="11925"/>
            <ac:spMk id="122" creationId="{DA1533CE-3DC6-4543-B494-A8DAD9ECFD67}"/>
          </ac:spMkLst>
        </pc:spChg>
        <pc:spChg chg="mod">
          <ac:chgData name="Khumalo, Linda" userId="dec9ebdf-bb03-41b8-8be8-d403b092b381" providerId="ADAL" clId="{1F672A8F-2681-4F4F-9753-B5FB86B1EA26}" dt="2021-04-16T09:07:17.319" v="5071" actId="164"/>
          <ac:spMkLst>
            <pc:docMk/>
            <pc:sldMk cId="198294182" sldId="11925"/>
            <ac:spMk id="132" creationId="{BDF8F8A4-6155-44E0-8442-E6D1145303CA}"/>
          </ac:spMkLst>
        </pc:spChg>
        <pc:spChg chg="mod">
          <ac:chgData name="Khumalo, Linda" userId="dec9ebdf-bb03-41b8-8be8-d403b092b381" providerId="ADAL" clId="{1F672A8F-2681-4F4F-9753-B5FB86B1EA26}" dt="2021-04-16T09:07:17.319" v="5071" actId="164"/>
          <ac:spMkLst>
            <pc:docMk/>
            <pc:sldMk cId="198294182" sldId="11925"/>
            <ac:spMk id="133" creationId="{E75BC04F-7732-457F-9600-C6BA87724B43}"/>
          </ac:spMkLst>
        </pc:spChg>
        <pc:spChg chg="mod">
          <ac:chgData name="Khumalo, Linda" userId="dec9ebdf-bb03-41b8-8be8-d403b092b381" providerId="ADAL" clId="{1F672A8F-2681-4F4F-9753-B5FB86B1EA26}" dt="2021-04-16T09:07:17.319" v="5071" actId="164"/>
          <ac:spMkLst>
            <pc:docMk/>
            <pc:sldMk cId="198294182" sldId="11925"/>
            <ac:spMk id="134" creationId="{FFC5D0C4-7CFD-402F-A977-5E60A4011ED7}"/>
          </ac:spMkLst>
        </pc:spChg>
        <pc:spChg chg="mod">
          <ac:chgData name="Khumalo, Linda" userId="dec9ebdf-bb03-41b8-8be8-d403b092b381" providerId="ADAL" clId="{1F672A8F-2681-4F4F-9753-B5FB86B1EA26}" dt="2021-04-16T09:07:17.319" v="5071" actId="164"/>
          <ac:spMkLst>
            <pc:docMk/>
            <pc:sldMk cId="198294182" sldId="11925"/>
            <ac:spMk id="135" creationId="{F8BC4242-B37D-416A-8A1E-D257F7699C8E}"/>
          </ac:spMkLst>
        </pc:spChg>
        <pc:spChg chg="mod">
          <ac:chgData name="Khumalo, Linda" userId="dec9ebdf-bb03-41b8-8be8-d403b092b381" providerId="ADAL" clId="{1F672A8F-2681-4F4F-9753-B5FB86B1EA26}" dt="2021-04-16T09:07:17.319" v="5071" actId="164"/>
          <ac:spMkLst>
            <pc:docMk/>
            <pc:sldMk cId="198294182" sldId="11925"/>
            <ac:spMk id="136" creationId="{593371A4-4309-4201-8195-6C5A041CD6FA}"/>
          </ac:spMkLst>
        </pc:spChg>
        <pc:spChg chg="mod">
          <ac:chgData name="Khumalo, Linda" userId="dec9ebdf-bb03-41b8-8be8-d403b092b381" providerId="ADAL" clId="{1F672A8F-2681-4F4F-9753-B5FB86B1EA26}" dt="2021-04-16T09:07:17.319" v="5071" actId="164"/>
          <ac:spMkLst>
            <pc:docMk/>
            <pc:sldMk cId="198294182" sldId="11925"/>
            <ac:spMk id="137" creationId="{510F69C5-CB17-4C42-AF22-C97164D07D3C}"/>
          </ac:spMkLst>
        </pc:spChg>
        <pc:spChg chg="mod">
          <ac:chgData name="Khumalo, Linda" userId="dec9ebdf-bb03-41b8-8be8-d403b092b381" providerId="ADAL" clId="{1F672A8F-2681-4F4F-9753-B5FB86B1EA26}" dt="2021-04-16T09:07:17.319" v="5071" actId="164"/>
          <ac:spMkLst>
            <pc:docMk/>
            <pc:sldMk cId="198294182" sldId="11925"/>
            <ac:spMk id="138" creationId="{F4F24F5C-5320-4011-9253-AF7EA3631F96}"/>
          </ac:spMkLst>
        </pc:spChg>
        <pc:spChg chg="mod">
          <ac:chgData name="Khumalo, Linda" userId="dec9ebdf-bb03-41b8-8be8-d403b092b381" providerId="ADAL" clId="{1F672A8F-2681-4F4F-9753-B5FB86B1EA26}" dt="2021-04-16T09:07:17.319" v="5071" actId="164"/>
          <ac:spMkLst>
            <pc:docMk/>
            <pc:sldMk cId="198294182" sldId="11925"/>
            <ac:spMk id="139" creationId="{4D71135D-4BB5-4913-92CC-21773D44AB56}"/>
          </ac:spMkLst>
        </pc:spChg>
        <pc:spChg chg="mod">
          <ac:chgData name="Khumalo, Linda" userId="dec9ebdf-bb03-41b8-8be8-d403b092b381" providerId="ADAL" clId="{1F672A8F-2681-4F4F-9753-B5FB86B1EA26}" dt="2021-04-16T09:07:17.319" v="5071" actId="164"/>
          <ac:spMkLst>
            <pc:docMk/>
            <pc:sldMk cId="198294182" sldId="11925"/>
            <ac:spMk id="160" creationId="{57CD25CD-CDFF-4F7C-BBFC-3C1E912A6B77}"/>
          </ac:spMkLst>
        </pc:spChg>
        <pc:spChg chg="mod">
          <ac:chgData name="Khumalo, Linda" userId="dec9ebdf-bb03-41b8-8be8-d403b092b381" providerId="ADAL" clId="{1F672A8F-2681-4F4F-9753-B5FB86B1EA26}" dt="2021-04-16T09:07:17.319" v="5071" actId="164"/>
          <ac:spMkLst>
            <pc:docMk/>
            <pc:sldMk cId="198294182" sldId="11925"/>
            <ac:spMk id="179" creationId="{097C29B0-F5D8-4414-9093-FEB2C47CE0F8}"/>
          </ac:spMkLst>
        </pc:spChg>
        <pc:spChg chg="mod">
          <ac:chgData name="Khumalo, Linda" userId="dec9ebdf-bb03-41b8-8be8-d403b092b381" providerId="ADAL" clId="{1F672A8F-2681-4F4F-9753-B5FB86B1EA26}" dt="2021-04-16T09:07:17.319" v="5071" actId="164"/>
          <ac:spMkLst>
            <pc:docMk/>
            <pc:sldMk cId="198294182" sldId="11925"/>
            <ac:spMk id="181" creationId="{1F88A62B-D9B5-4FF2-A4AF-701DA6BCB099}"/>
          </ac:spMkLst>
        </pc:spChg>
        <pc:spChg chg="mod">
          <ac:chgData name="Khumalo, Linda" userId="dec9ebdf-bb03-41b8-8be8-d403b092b381" providerId="ADAL" clId="{1F672A8F-2681-4F4F-9753-B5FB86B1EA26}" dt="2021-04-16T09:07:17.319" v="5071" actId="164"/>
          <ac:spMkLst>
            <pc:docMk/>
            <pc:sldMk cId="198294182" sldId="11925"/>
            <ac:spMk id="182" creationId="{7BF3D945-91FB-41F8-9FDD-BBFFD5F191C3}"/>
          </ac:spMkLst>
        </pc:spChg>
        <pc:spChg chg="mod">
          <ac:chgData name="Khumalo, Linda" userId="dec9ebdf-bb03-41b8-8be8-d403b092b381" providerId="ADAL" clId="{1F672A8F-2681-4F4F-9753-B5FB86B1EA26}" dt="2021-04-16T09:07:17.319" v="5071" actId="164"/>
          <ac:spMkLst>
            <pc:docMk/>
            <pc:sldMk cId="198294182" sldId="11925"/>
            <ac:spMk id="197" creationId="{699628DF-37AA-4089-B161-96B26A1671E7}"/>
          </ac:spMkLst>
        </pc:spChg>
        <pc:spChg chg="mod">
          <ac:chgData name="Khumalo, Linda" userId="dec9ebdf-bb03-41b8-8be8-d403b092b381" providerId="ADAL" clId="{1F672A8F-2681-4F4F-9753-B5FB86B1EA26}" dt="2021-04-16T09:07:17.319" v="5071" actId="164"/>
          <ac:spMkLst>
            <pc:docMk/>
            <pc:sldMk cId="198294182" sldId="11925"/>
            <ac:spMk id="206" creationId="{9219E498-1061-419E-BD5F-0CE494253CB8}"/>
          </ac:spMkLst>
        </pc:spChg>
        <pc:spChg chg="mod">
          <ac:chgData name="Khumalo, Linda" userId="dec9ebdf-bb03-41b8-8be8-d403b092b381" providerId="ADAL" clId="{1F672A8F-2681-4F4F-9753-B5FB86B1EA26}" dt="2021-04-16T09:07:17.319" v="5071" actId="164"/>
          <ac:spMkLst>
            <pc:docMk/>
            <pc:sldMk cId="198294182" sldId="11925"/>
            <ac:spMk id="238" creationId="{90059D8E-7B4D-4AAA-A29D-77BBE8D8D776}"/>
          </ac:spMkLst>
        </pc:spChg>
        <pc:spChg chg="mod">
          <ac:chgData name="Khumalo, Linda" userId="dec9ebdf-bb03-41b8-8be8-d403b092b381" providerId="ADAL" clId="{1F672A8F-2681-4F4F-9753-B5FB86B1EA26}" dt="2021-04-16T09:07:17.319" v="5071" actId="164"/>
          <ac:spMkLst>
            <pc:docMk/>
            <pc:sldMk cId="198294182" sldId="11925"/>
            <ac:spMk id="259" creationId="{DC832629-7575-4FD0-BC68-E7EBCB382F65}"/>
          </ac:spMkLst>
        </pc:spChg>
        <pc:spChg chg="mod">
          <ac:chgData name="Khumalo, Linda" userId="dec9ebdf-bb03-41b8-8be8-d403b092b381" providerId="ADAL" clId="{1F672A8F-2681-4F4F-9753-B5FB86B1EA26}" dt="2021-04-16T09:07:17.319" v="5071" actId="164"/>
          <ac:spMkLst>
            <pc:docMk/>
            <pc:sldMk cId="198294182" sldId="11925"/>
            <ac:spMk id="297" creationId="{928B1CE9-9D32-404E-A63B-C04D02131361}"/>
          </ac:spMkLst>
        </pc:spChg>
        <pc:spChg chg="mod">
          <ac:chgData name="Khumalo, Linda" userId="dec9ebdf-bb03-41b8-8be8-d403b092b381" providerId="ADAL" clId="{1F672A8F-2681-4F4F-9753-B5FB86B1EA26}" dt="2021-04-16T09:07:17.319" v="5071" actId="164"/>
          <ac:spMkLst>
            <pc:docMk/>
            <pc:sldMk cId="198294182" sldId="11925"/>
            <ac:spMk id="298" creationId="{1BBB72C5-94CB-4A8F-93B5-E4505BAB083C}"/>
          </ac:spMkLst>
        </pc:spChg>
        <pc:spChg chg="mod">
          <ac:chgData name="Khumalo, Linda" userId="dec9ebdf-bb03-41b8-8be8-d403b092b381" providerId="ADAL" clId="{1F672A8F-2681-4F4F-9753-B5FB86B1EA26}" dt="2021-04-16T09:07:17.319" v="5071" actId="164"/>
          <ac:spMkLst>
            <pc:docMk/>
            <pc:sldMk cId="198294182" sldId="11925"/>
            <ac:spMk id="299" creationId="{A06FE25C-C18E-49B1-9BF6-38255F83F311}"/>
          </ac:spMkLst>
        </pc:spChg>
        <pc:spChg chg="mod">
          <ac:chgData name="Khumalo, Linda" userId="dec9ebdf-bb03-41b8-8be8-d403b092b381" providerId="ADAL" clId="{1F672A8F-2681-4F4F-9753-B5FB86B1EA26}" dt="2021-04-16T09:07:17.319" v="5071" actId="164"/>
          <ac:spMkLst>
            <pc:docMk/>
            <pc:sldMk cId="198294182" sldId="11925"/>
            <ac:spMk id="300" creationId="{DBCEA13E-833C-41E0-A21C-F80DD1DA4A46}"/>
          </ac:spMkLst>
        </pc:spChg>
        <pc:spChg chg="mod">
          <ac:chgData name="Khumalo, Linda" userId="dec9ebdf-bb03-41b8-8be8-d403b092b381" providerId="ADAL" clId="{1F672A8F-2681-4F4F-9753-B5FB86B1EA26}" dt="2021-04-16T09:07:17.319" v="5071" actId="164"/>
          <ac:spMkLst>
            <pc:docMk/>
            <pc:sldMk cId="198294182" sldId="11925"/>
            <ac:spMk id="301" creationId="{B26D69DF-B258-4B08-9548-3DB40AD26041}"/>
          </ac:spMkLst>
        </pc:spChg>
        <pc:grpChg chg="add mod">
          <ac:chgData name="Khumalo, Linda" userId="dec9ebdf-bb03-41b8-8be8-d403b092b381" providerId="ADAL" clId="{1F672A8F-2681-4F4F-9753-B5FB86B1EA26}" dt="2021-04-16T09:07:39.576" v="5074" actId="14100"/>
          <ac:grpSpMkLst>
            <pc:docMk/>
            <pc:sldMk cId="198294182" sldId="11925"/>
            <ac:grpSpMk id="4" creationId="{B4597167-367A-4368-A889-CBB061A5B369}"/>
          </ac:grpSpMkLst>
        </pc:grpChg>
        <pc:grpChg chg="mod">
          <ac:chgData name="Khumalo, Linda" userId="dec9ebdf-bb03-41b8-8be8-d403b092b381" providerId="ADAL" clId="{1F672A8F-2681-4F4F-9753-B5FB86B1EA26}" dt="2021-04-16T09:07:17.319" v="5071" actId="164"/>
          <ac:grpSpMkLst>
            <pc:docMk/>
            <pc:sldMk cId="198294182" sldId="11925"/>
            <ac:grpSpMk id="39" creationId="{00BEC9AD-AA90-4004-88D4-BA11C4DE13DE}"/>
          </ac:grpSpMkLst>
        </pc:grpChg>
        <pc:grpChg chg="mod">
          <ac:chgData name="Khumalo, Linda" userId="dec9ebdf-bb03-41b8-8be8-d403b092b381" providerId="ADAL" clId="{1F672A8F-2681-4F4F-9753-B5FB86B1EA26}" dt="2021-04-16T09:07:17.319" v="5071" actId="164"/>
          <ac:grpSpMkLst>
            <pc:docMk/>
            <pc:sldMk cId="198294182" sldId="11925"/>
            <ac:grpSpMk id="173" creationId="{FC8C0B0B-659D-4B49-A9BA-B86DBD916592}"/>
          </ac:grpSpMkLst>
        </pc:grpChg>
        <pc:grpChg chg="mod">
          <ac:chgData name="Khumalo, Linda" userId="dec9ebdf-bb03-41b8-8be8-d403b092b381" providerId="ADAL" clId="{1F672A8F-2681-4F4F-9753-B5FB86B1EA26}" dt="2021-04-16T09:07:17.319" v="5071" actId="164"/>
          <ac:grpSpMkLst>
            <pc:docMk/>
            <pc:sldMk cId="198294182" sldId="11925"/>
            <ac:grpSpMk id="184" creationId="{9F3DA134-337F-492F-8FBD-5F46F5F6F9EC}"/>
          </ac:grpSpMkLst>
        </pc:grpChg>
        <pc:grpChg chg="mod">
          <ac:chgData name="Khumalo, Linda" userId="dec9ebdf-bb03-41b8-8be8-d403b092b381" providerId="ADAL" clId="{1F672A8F-2681-4F4F-9753-B5FB86B1EA26}" dt="2021-04-16T09:07:17.319" v="5071" actId="164"/>
          <ac:grpSpMkLst>
            <pc:docMk/>
            <pc:sldMk cId="198294182" sldId="11925"/>
            <ac:grpSpMk id="185" creationId="{CAF1DB53-4C45-44E0-86FE-2D659798B14D}"/>
          </ac:grpSpMkLst>
        </pc:grpChg>
        <pc:grpChg chg="mod">
          <ac:chgData name="Khumalo, Linda" userId="dec9ebdf-bb03-41b8-8be8-d403b092b381" providerId="ADAL" clId="{1F672A8F-2681-4F4F-9753-B5FB86B1EA26}" dt="2021-04-16T09:07:17.319" v="5071" actId="164"/>
          <ac:grpSpMkLst>
            <pc:docMk/>
            <pc:sldMk cId="198294182" sldId="11925"/>
            <ac:grpSpMk id="196" creationId="{D00D8EE3-CF7B-409F-B18B-5D17BAF004E8}"/>
          </ac:grpSpMkLst>
        </pc:grpChg>
        <pc:grpChg chg="mod">
          <ac:chgData name="Khumalo, Linda" userId="dec9ebdf-bb03-41b8-8be8-d403b092b381" providerId="ADAL" clId="{1F672A8F-2681-4F4F-9753-B5FB86B1EA26}" dt="2021-04-16T09:07:17.319" v="5071" actId="164"/>
          <ac:grpSpMkLst>
            <pc:docMk/>
            <pc:sldMk cId="198294182" sldId="11925"/>
            <ac:grpSpMk id="220" creationId="{803C42AA-6D08-42B1-87F4-9AA4674CC60A}"/>
          </ac:grpSpMkLst>
        </pc:grpChg>
        <pc:grpChg chg="mod">
          <ac:chgData name="Khumalo, Linda" userId="dec9ebdf-bb03-41b8-8be8-d403b092b381" providerId="ADAL" clId="{1F672A8F-2681-4F4F-9753-B5FB86B1EA26}" dt="2021-04-16T09:07:17.319" v="5071" actId="164"/>
          <ac:grpSpMkLst>
            <pc:docMk/>
            <pc:sldMk cId="198294182" sldId="11925"/>
            <ac:grpSpMk id="224" creationId="{532AE8CD-201A-4869-9A61-7A534E96A91D}"/>
          </ac:grpSpMkLst>
        </pc:grpChg>
        <pc:grpChg chg="mod">
          <ac:chgData name="Khumalo, Linda" userId="dec9ebdf-bb03-41b8-8be8-d403b092b381" providerId="ADAL" clId="{1F672A8F-2681-4F4F-9753-B5FB86B1EA26}" dt="2021-04-16T09:07:17.319" v="5071" actId="164"/>
          <ac:grpSpMkLst>
            <pc:docMk/>
            <pc:sldMk cId="198294182" sldId="11925"/>
            <ac:grpSpMk id="255" creationId="{6A3B4860-30C9-4BB8-A8CA-0585A2E7C331}"/>
          </ac:grpSpMkLst>
        </pc:grpChg>
        <pc:grpChg chg="mod">
          <ac:chgData name="Khumalo, Linda" userId="dec9ebdf-bb03-41b8-8be8-d403b092b381" providerId="ADAL" clId="{1F672A8F-2681-4F4F-9753-B5FB86B1EA26}" dt="2021-04-16T09:07:17.319" v="5071" actId="164"/>
          <ac:grpSpMkLst>
            <pc:docMk/>
            <pc:sldMk cId="198294182" sldId="11925"/>
            <ac:grpSpMk id="304" creationId="{FA50809F-DAFA-4898-8BBE-7EBB92BADC4C}"/>
          </ac:grpSpMkLst>
        </pc:grpChg>
        <pc:picChg chg="mod">
          <ac:chgData name="Khumalo, Linda" userId="dec9ebdf-bb03-41b8-8be8-d403b092b381" providerId="ADAL" clId="{1F672A8F-2681-4F4F-9753-B5FB86B1EA26}" dt="2021-04-16T09:07:17.319" v="5071" actId="164"/>
          <ac:picMkLst>
            <pc:docMk/>
            <pc:sldMk cId="198294182" sldId="11925"/>
            <ac:picMk id="120" creationId="{30DAD0ED-1F06-4ACE-A960-5B273717A1BC}"/>
          </ac:picMkLst>
        </pc:picChg>
        <pc:picChg chg="mod">
          <ac:chgData name="Khumalo, Linda" userId="dec9ebdf-bb03-41b8-8be8-d403b092b381" providerId="ADAL" clId="{1F672A8F-2681-4F4F-9753-B5FB86B1EA26}" dt="2021-04-16T09:07:17.319" v="5071" actId="164"/>
          <ac:picMkLst>
            <pc:docMk/>
            <pc:sldMk cId="198294182" sldId="11925"/>
            <ac:picMk id="121" creationId="{DBA00187-5413-410C-9D01-9BEB69202209}"/>
          </ac:picMkLst>
        </pc:picChg>
        <pc:picChg chg="mod">
          <ac:chgData name="Khumalo, Linda" userId="dec9ebdf-bb03-41b8-8be8-d403b092b381" providerId="ADAL" clId="{1F672A8F-2681-4F4F-9753-B5FB86B1EA26}" dt="2021-04-16T09:07:17.319" v="5071" actId="164"/>
          <ac:picMkLst>
            <pc:docMk/>
            <pc:sldMk cId="198294182" sldId="11925"/>
            <ac:picMk id="143" creationId="{49894EC0-1BF4-4184-8C52-3C9DC5A05A94}"/>
          </ac:picMkLst>
        </pc:picChg>
        <pc:picChg chg="mod">
          <ac:chgData name="Khumalo, Linda" userId="dec9ebdf-bb03-41b8-8be8-d403b092b381" providerId="ADAL" clId="{1F672A8F-2681-4F4F-9753-B5FB86B1EA26}" dt="2021-04-16T09:07:17.319" v="5071" actId="164"/>
          <ac:picMkLst>
            <pc:docMk/>
            <pc:sldMk cId="198294182" sldId="11925"/>
            <ac:picMk id="144" creationId="{D89760D5-D630-49B0-93A0-9E62D3676AC6}"/>
          </ac:picMkLst>
        </pc:picChg>
        <pc:picChg chg="mod">
          <ac:chgData name="Khumalo, Linda" userId="dec9ebdf-bb03-41b8-8be8-d403b092b381" providerId="ADAL" clId="{1F672A8F-2681-4F4F-9753-B5FB86B1EA26}" dt="2021-04-16T09:07:17.319" v="5071" actId="164"/>
          <ac:picMkLst>
            <pc:docMk/>
            <pc:sldMk cId="198294182" sldId="11925"/>
            <ac:picMk id="146" creationId="{E4E0DD24-A3B4-497F-90D4-E915D429CF4B}"/>
          </ac:picMkLst>
        </pc:picChg>
        <pc:picChg chg="mod">
          <ac:chgData name="Khumalo, Linda" userId="dec9ebdf-bb03-41b8-8be8-d403b092b381" providerId="ADAL" clId="{1F672A8F-2681-4F4F-9753-B5FB86B1EA26}" dt="2021-04-16T09:07:17.319" v="5071" actId="164"/>
          <ac:picMkLst>
            <pc:docMk/>
            <pc:sldMk cId="198294182" sldId="11925"/>
            <ac:picMk id="147" creationId="{D79B9A89-698A-48EA-A322-F0D166807B04}"/>
          </ac:picMkLst>
        </pc:picChg>
        <pc:picChg chg="mod">
          <ac:chgData name="Khumalo, Linda" userId="dec9ebdf-bb03-41b8-8be8-d403b092b381" providerId="ADAL" clId="{1F672A8F-2681-4F4F-9753-B5FB86B1EA26}" dt="2021-04-16T09:07:17.319" v="5071" actId="164"/>
          <ac:picMkLst>
            <pc:docMk/>
            <pc:sldMk cId="198294182" sldId="11925"/>
            <ac:picMk id="156" creationId="{E8F6AC9B-20C7-43CC-BA6C-E5E42392F588}"/>
          </ac:picMkLst>
        </pc:picChg>
        <pc:picChg chg="mod">
          <ac:chgData name="Khumalo, Linda" userId="dec9ebdf-bb03-41b8-8be8-d403b092b381" providerId="ADAL" clId="{1F672A8F-2681-4F4F-9753-B5FB86B1EA26}" dt="2021-04-16T09:07:17.319" v="5071" actId="164"/>
          <ac:picMkLst>
            <pc:docMk/>
            <pc:sldMk cId="198294182" sldId="11925"/>
            <ac:picMk id="305" creationId="{6BBBC8B0-9877-4342-A896-4093B3B84C1E}"/>
          </ac:picMkLst>
        </pc:picChg>
        <pc:cxnChg chg="mod">
          <ac:chgData name="Khumalo, Linda" userId="dec9ebdf-bb03-41b8-8be8-d403b092b381" providerId="ADAL" clId="{1F672A8F-2681-4F4F-9753-B5FB86B1EA26}" dt="2021-04-16T09:07:17.319" v="5071" actId="164"/>
          <ac:cxnSpMkLst>
            <pc:docMk/>
            <pc:sldMk cId="198294182" sldId="11925"/>
            <ac:cxnSpMk id="31" creationId="{B9994196-5BDB-4A0B-A2F5-B68346673D58}"/>
          </ac:cxnSpMkLst>
        </pc:cxnChg>
        <pc:cxnChg chg="mod">
          <ac:chgData name="Khumalo, Linda" userId="dec9ebdf-bb03-41b8-8be8-d403b092b381" providerId="ADAL" clId="{1F672A8F-2681-4F4F-9753-B5FB86B1EA26}" dt="2021-04-16T09:07:17.319" v="5071" actId="164"/>
          <ac:cxnSpMkLst>
            <pc:docMk/>
            <pc:sldMk cId="198294182" sldId="11925"/>
            <ac:cxnSpMk id="33" creationId="{89F61CA9-BBBD-44B1-86A8-B9E43EE7914C}"/>
          </ac:cxnSpMkLst>
        </pc:cxnChg>
        <pc:cxnChg chg="mod">
          <ac:chgData name="Khumalo, Linda" userId="dec9ebdf-bb03-41b8-8be8-d403b092b381" providerId="ADAL" clId="{1F672A8F-2681-4F4F-9753-B5FB86B1EA26}" dt="2021-04-16T09:07:17.319" v="5071" actId="164"/>
          <ac:cxnSpMkLst>
            <pc:docMk/>
            <pc:sldMk cId="198294182" sldId="11925"/>
            <ac:cxnSpMk id="72" creationId="{47E47ADF-0EF3-44E4-A2FB-FB4BFEB3E7A5}"/>
          </ac:cxnSpMkLst>
        </pc:cxnChg>
        <pc:cxnChg chg="mod">
          <ac:chgData name="Khumalo, Linda" userId="dec9ebdf-bb03-41b8-8be8-d403b092b381" providerId="ADAL" clId="{1F672A8F-2681-4F4F-9753-B5FB86B1EA26}" dt="2021-04-16T09:07:17.319" v="5071" actId="164"/>
          <ac:cxnSpMkLst>
            <pc:docMk/>
            <pc:sldMk cId="198294182" sldId="11925"/>
            <ac:cxnSpMk id="91" creationId="{8F6FC921-174D-4CDF-9DA4-5CEEA1D25F57}"/>
          </ac:cxnSpMkLst>
        </pc:cxnChg>
        <pc:cxnChg chg="mod">
          <ac:chgData name="Khumalo, Linda" userId="dec9ebdf-bb03-41b8-8be8-d403b092b381" providerId="ADAL" clId="{1F672A8F-2681-4F4F-9753-B5FB86B1EA26}" dt="2021-04-16T09:07:17.319" v="5071" actId="164"/>
          <ac:cxnSpMkLst>
            <pc:docMk/>
            <pc:sldMk cId="198294182" sldId="11925"/>
            <ac:cxnSpMk id="93" creationId="{6C2A8373-B0EA-42E3-9E18-B648821AFF5A}"/>
          </ac:cxnSpMkLst>
        </pc:cxnChg>
        <pc:cxnChg chg="mod">
          <ac:chgData name="Khumalo, Linda" userId="dec9ebdf-bb03-41b8-8be8-d403b092b381" providerId="ADAL" clId="{1F672A8F-2681-4F4F-9753-B5FB86B1EA26}" dt="2021-04-16T09:07:17.319" v="5071" actId="164"/>
          <ac:cxnSpMkLst>
            <pc:docMk/>
            <pc:sldMk cId="198294182" sldId="11925"/>
            <ac:cxnSpMk id="95" creationId="{60CBD9CA-9994-48F6-AF28-65F54D5EC27F}"/>
          </ac:cxnSpMkLst>
        </pc:cxnChg>
        <pc:cxnChg chg="mod">
          <ac:chgData name="Khumalo, Linda" userId="dec9ebdf-bb03-41b8-8be8-d403b092b381" providerId="ADAL" clId="{1F672A8F-2681-4F4F-9753-B5FB86B1EA26}" dt="2021-04-16T09:07:17.319" v="5071" actId="164"/>
          <ac:cxnSpMkLst>
            <pc:docMk/>
            <pc:sldMk cId="198294182" sldId="11925"/>
            <ac:cxnSpMk id="97" creationId="{5BCD811C-0DD2-467C-BA61-ED8B8A39DE1C}"/>
          </ac:cxnSpMkLst>
        </pc:cxnChg>
        <pc:cxnChg chg="mod">
          <ac:chgData name="Khumalo, Linda" userId="dec9ebdf-bb03-41b8-8be8-d403b092b381" providerId="ADAL" clId="{1F672A8F-2681-4F4F-9753-B5FB86B1EA26}" dt="2021-04-16T09:07:17.319" v="5071" actId="164"/>
          <ac:cxnSpMkLst>
            <pc:docMk/>
            <pc:sldMk cId="198294182" sldId="11925"/>
            <ac:cxnSpMk id="99" creationId="{06B38CA6-FED0-4125-805D-DC131872C717}"/>
          </ac:cxnSpMkLst>
        </pc:cxnChg>
        <pc:cxnChg chg="mod">
          <ac:chgData name="Khumalo, Linda" userId="dec9ebdf-bb03-41b8-8be8-d403b092b381" providerId="ADAL" clId="{1F672A8F-2681-4F4F-9753-B5FB86B1EA26}" dt="2021-04-16T09:07:17.319" v="5071" actId="164"/>
          <ac:cxnSpMkLst>
            <pc:docMk/>
            <pc:sldMk cId="198294182" sldId="11925"/>
            <ac:cxnSpMk id="101" creationId="{7F59BD5A-81CD-48FE-8955-08C18CD6AA1F}"/>
          </ac:cxnSpMkLst>
        </pc:cxnChg>
        <pc:cxnChg chg="mod">
          <ac:chgData name="Khumalo, Linda" userId="dec9ebdf-bb03-41b8-8be8-d403b092b381" providerId="ADAL" clId="{1F672A8F-2681-4F4F-9753-B5FB86B1EA26}" dt="2021-04-16T09:07:17.319" v="5071" actId="164"/>
          <ac:cxnSpMkLst>
            <pc:docMk/>
            <pc:sldMk cId="198294182" sldId="11925"/>
            <ac:cxnSpMk id="103" creationId="{D024DD14-869B-4706-9ED0-A342F6868762}"/>
          </ac:cxnSpMkLst>
        </pc:cxnChg>
        <pc:cxnChg chg="mod">
          <ac:chgData name="Khumalo, Linda" userId="dec9ebdf-bb03-41b8-8be8-d403b092b381" providerId="ADAL" clId="{1F672A8F-2681-4F4F-9753-B5FB86B1EA26}" dt="2021-04-16T09:07:17.319" v="5071" actId="164"/>
          <ac:cxnSpMkLst>
            <pc:docMk/>
            <pc:sldMk cId="198294182" sldId="11925"/>
            <ac:cxnSpMk id="112" creationId="{6522414D-179F-434B-9268-44DFB5EADD93}"/>
          </ac:cxnSpMkLst>
        </pc:cxnChg>
        <pc:cxnChg chg="mod">
          <ac:chgData name="Khumalo, Linda" userId="dec9ebdf-bb03-41b8-8be8-d403b092b381" providerId="ADAL" clId="{1F672A8F-2681-4F4F-9753-B5FB86B1EA26}" dt="2021-04-16T09:07:17.319" v="5071" actId="164"/>
          <ac:cxnSpMkLst>
            <pc:docMk/>
            <pc:sldMk cId="198294182" sldId="11925"/>
            <ac:cxnSpMk id="114" creationId="{E62C225A-9D1A-4239-8560-070D8154B7A7}"/>
          </ac:cxnSpMkLst>
        </pc:cxnChg>
        <pc:cxnChg chg="mod">
          <ac:chgData name="Khumalo, Linda" userId="dec9ebdf-bb03-41b8-8be8-d403b092b381" providerId="ADAL" clId="{1F672A8F-2681-4F4F-9753-B5FB86B1EA26}" dt="2021-04-16T09:07:17.319" v="5071" actId="164"/>
          <ac:cxnSpMkLst>
            <pc:docMk/>
            <pc:sldMk cId="198294182" sldId="11925"/>
            <ac:cxnSpMk id="116" creationId="{AF5E83B9-E6B7-413B-BAE6-892E257E1BFC}"/>
          </ac:cxnSpMkLst>
        </pc:cxnChg>
        <pc:cxnChg chg="mod">
          <ac:chgData name="Khumalo, Linda" userId="dec9ebdf-bb03-41b8-8be8-d403b092b381" providerId="ADAL" clId="{1F672A8F-2681-4F4F-9753-B5FB86B1EA26}" dt="2021-04-16T09:07:17.319" v="5071" actId="164"/>
          <ac:cxnSpMkLst>
            <pc:docMk/>
            <pc:sldMk cId="198294182" sldId="11925"/>
            <ac:cxnSpMk id="125" creationId="{F9366D2D-082C-44F0-8DA6-3F939107A8D6}"/>
          </ac:cxnSpMkLst>
        </pc:cxnChg>
        <pc:cxnChg chg="mod">
          <ac:chgData name="Khumalo, Linda" userId="dec9ebdf-bb03-41b8-8be8-d403b092b381" providerId="ADAL" clId="{1F672A8F-2681-4F4F-9753-B5FB86B1EA26}" dt="2021-04-16T09:07:17.319" v="5071" actId="164"/>
          <ac:cxnSpMkLst>
            <pc:docMk/>
            <pc:sldMk cId="198294182" sldId="11925"/>
            <ac:cxnSpMk id="128" creationId="{3CA47803-1F3E-4637-B71E-D119529B805B}"/>
          </ac:cxnSpMkLst>
        </pc:cxnChg>
        <pc:cxnChg chg="mod">
          <ac:chgData name="Khumalo, Linda" userId="dec9ebdf-bb03-41b8-8be8-d403b092b381" providerId="ADAL" clId="{1F672A8F-2681-4F4F-9753-B5FB86B1EA26}" dt="2021-04-16T09:07:17.319" v="5071" actId="164"/>
          <ac:cxnSpMkLst>
            <pc:docMk/>
            <pc:sldMk cId="198294182" sldId="11925"/>
            <ac:cxnSpMk id="131" creationId="{9E86A5DB-2FF5-471D-9110-163DC3A19760}"/>
          </ac:cxnSpMkLst>
        </pc:cxnChg>
        <pc:cxnChg chg="mod">
          <ac:chgData name="Khumalo, Linda" userId="dec9ebdf-bb03-41b8-8be8-d403b092b381" providerId="ADAL" clId="{1F672A8F-2681-4F4F-9753-B5FB86B1EA26}" dt="2021-04-16T09:07:17.319" v="5071" actId="164"/>
          <ac:cxnSpMkLst>
            <pc:docMk/>
            <pc:sldMk cId="198294182" sldId="11925"/>
            <ac:cxnSpMk id="140" creationId="{757E000D-BC1F-437F-9F27-DC55D8F2922F}"/>
          </ac:cxnSpMkLst>
        </pc:cxnChg>
        <pc:cxnChg chg="mod">
          <ac:chgData name="Khumalo, Linda" userId="dec9ebdf-bb03-41b8-8be8-d403b092b381" providerId="ADAL" clId="{1F672A8F-2681-4F4F-9753-B5FB86B1EA26}" dt="2021-04-16T09:07:17.319" v="5071" actId="164"/>
          <ac:cxnSpMkLst>
            <pc:docMk/>
            <pc:sldMk cId="198294182" sldId="11925"/>
            <ac:cxnSpMk id="151" creationId="{7BC82308-BBD2-43C6-AD9C-2A6E51E458FD}"/>
          </ac:cxnSpMkLst>
        </pc:cxnChg>
        <pc:cxnChg chg="mod">
          <ac:chgData name="Khumalo, Linda" userId="dec9ebdf-bb03-41b8-8be8-d403b092b381" providerId="ADAL" clId="{1F672A8F-2681-4F4F-9753-B5FB86B1EA26}" dt="2021-04-16T09:07:17.319" v="5071" actId="164"/>
          <ac:cxnSpMkLst>
            <pc:docMk/>
            <pc:sldMk cId="198294182" sldId="11925"/>
            <ac:cxnSpMk id="153" creationId="{6F7FC42E-0012-41F6-A57F-0AB39FE165B5}"/>
          </ac:cxnSpMkLst>
        </pc:cxnChg>
        <pc:cxnChg chg="mod">
          <ac:chgData name="Khumalo, Linda" userId="dec9ebdf-bb03-41b8-8be8-d403b092b381" providerId="ADAL" clId="{1F672A8F-2681-4F4F-9753-B5FB86B1EA26}" dt="2021-04-16T09:07:17.319" v="5071" actId="164"/>
          <ac:cxnSpMkLst>
            <pc:docMk/>
            <pc:sldMk cId="198294182" sldId="11925"/>
            <ac:cxnSpMk id="157" creationId="{DAD74BD9-B1CE-4C97-A0DD-74EE7AC55E94}"/>
          </ac:cxnSpMkLst>
        </pc:cxnChg>
        <pc:cxnChg chg="mod">
          <ac:chgData name="Khumalo, Linda" userId="dec9ebdf-bb03-41b8-8be8-d403b092b381" providerId="ADAL" clId="{1F672A8F-2681-4F4F-9753-B5FB86B1EA26}" dt="2021-04-16T09:07:17.319" v="5071" actId="164"/>
          <ac:cxnSpMkLst>
            <pc:docMk/>
            <pc:sldMk cId="198294182" sldId="11925"/>
            <ac:cxnSpMk id="158" creationId="{9E09D07E-3CEC-4462-9475-AE852D2322F9}"/>
          </ac:cxnSpMkLst>
        </pc:cxnChg>
        <pc:cxnChg chg="mod">
          <ac:chgData name="Khumalo, Linda" userId="dec9ebdf-bb03-41b8-8be8-d403b092b381" providerId="ADAL" clId="{1F672A8F-2681-4F4F-9753-B5FB86B1EA26}" dt="2021-04-16T09:07:17.319" v="5071" actId="164"/>
          <ac:cxnSpMkLst>
            <pc:docMk/>
            <pc:sldMk cId="198294182" sldId="11925"/>
            <ac:cxnSpMk id="177" creationId="{5AAE3646-D581-42D1-96AF-08E1B5C9A62F}"/>
          </ac:cxnSpMkLst>
        </pc:cxnChg>
        <pc:cxnChg chg="mod">
          <ac:chgData name="Khumalo, Linda" userId="dec9ebdf-bb03-41b8-8be8-d403b092b381" providerId="ADAL" clId="{1F672A8F-2681-4F4F-9753-B5FB86B1EA26}" dt="2021-04-16T09:07:17.319" v="5071" actId="164"/>
          <ac:cxnSpMkLst>
            <pc:docMk/>
            <pc:sldMk cId="198294182" sldId="11925"/>
            <ac:cxnSpMk id="199" creationId="{B10C9199-E12A-42B2-9A36-FF32D9763F23}"/>
          </ac:cxnSpMkLst>
        </pc:cxnChg>
        <pc:cxnChg chg="mod">
          <ac:chgData name="Khumalo, Linda" userId="dec9ebdf-bb03-41b8-8be8-d403b092b381" providerId="ADAL" clId="{1F672A8F-2681-4F4F-9753-B5FB86B1EA26}" dt="2021-04-16T09:07:17.319" v="5071" actId="164"/>
          <ac:cxnSpMkLst>
            <pc:docMk/>
            <pc:sldMk cId="198294182" sldId="11925"/>
            <ac:cxnSpMk id="235" creationId="{A998222E-B9AC-4376-978B-CA4CD47AA664}"/>
          </ac:cxnSpMkLst>
        </pc:cxnChg>
        <pc:cxnChg chg="mod">
          <ac:chgData name="Khumalo, Linda" userId="dec9ebdf-bb03-41b8-8be8-d403b092b381" providerId="ADAL" clId="{1F672A8F-2681-4F4F-9753-B5FB86B1EA26}" dt="2021-04-16T09:07:17.319" v="5071" actId="164"/>
          <ac:cxnSpMkLst>
            <pc:docMk/>
            <pc:sldMk cId="198294182" sldId="11925"/>
            <ac:cxnSpMk id="242" creationId="{D635BBC0-D8F6-415F-99CE-AC4F8E28AEF9}"/>
          </ac:cxnSpMkLst>
        </pc:cxnChg>
        <pc:cxnChg chg="mod">
          <ac:chgData name="Khumalo, Linda" userId="dec9ebdf-bb03-41b8-8be8-d403b092b381" providerId="ADAL" clId="{1F672A8F-2681-4F4F-9753-B5FB86B1EA26}" dt="2021-04-16T09:07:17.319" v="5071" actId="164"/>
          <ac:cxnSpMkLst>
            <pc:docMk/>
            <pc:sldMk cId="198294182" sldId="11925"/>
            <ac:cxnSpMk id="244" creationId="{C8334CE3-1910-46E2-AB77-AC5269DB1224}"/>
          </ac:cxnSpMkLst>
        </pc:cxnChg>
        <pc:cxnChg chg="mod">
          <ac:chgData name="Khumalo, Linda" userId="dec9ebdf-bb03-41b8-8be8-d403b092b381" providerId="ADAL" clId="{1F672A8F-2681-4F4F-9753-B5FB86B1EA26}" dt="2021-04-16T09:07:17.319" v="5071" actId="164"/>
          <ac:cxnSpMkLst>
            <pc:docMk/>
            <pc:sldMk cId="198294182" sldId="11925"/>
            <ac:cxnSpMk id="246" creationId="{B4FD0B6E-DFB0-4964-9BBB-29F95A3AE367}"/>
          </ac:cxnSpMkLst>
        </pc:cxnChg>
        <pc:cxnChg chg="mod">
          <ac:chgData name="Khumalo, Linda" userId="dec9ebdf-bb03-41b8-8be8-d403b092b381" providerId="ADAL" clId="{1F672A8F-2681-4F4F-9753-B5FB86B1EA26}" dt="2021-04-16T09:07:17.319" v="5071" actId="164"/>
          <ac:cxnSpMkLst>
            <pc:docMk/>
            <pc:sldMk cId="198294182" sldId="11925"/>
            <ac:cxnSpMk id="254" creationId="{39FFC49D-4A43-48F5-88CE-8D2F53640001}"/>
          </ac:cxnSpMkLst>
        </pc:cxnChg>
        <pc:cxnChg chg="mod">
          <ac:chgData name="Khumalo, Linda" userId="dec9ebdf-bb03-41b8-8be8-d403b092b381" providerId="ADAL" clId="{1F672A8F-2681-4F4F-9753-B5FB86B1EA26}" dt="2021-04-16T09:07:17.319" v="5071" actId="164"/>
          <ac:cxnSpMkLst>
            <pc:docMk/>
            <pc:sldMk cId="198294182" sldId="11925"/>
            <ac:cxnSpMk id="266" creationId="{3962044E-C17A-4660-8031-4FA4172AB237}"/>
          </ac:cxnSpMkLst>
        </pc:cxnChg>
        <pc:cxnChg chg="mod">
          <ac:chgData name="Khumalo, Linda" userId="dec9ebdf-bb03-41b8-8be8-d403b092b381" providerId="ADAL" clId="{1F672A8F-2681-4F4F-9753-B5FB86B1EA26}" dt="2021-04-16T09:07:17.319" v="5071" actId="164"/>
          <ac:cxnSpMkLst>
            <pc:docMk/>
            <pc:sldMk cId="198294182" sldId="11925"/>
            <ac:cxnSpMk id="268" creationId="{ECAD54A3-DC3D-4E62-B25B-DC7457CF0016}"/>
          </ac:cxnSpMkLst>
        </pc:cxnChg>
        <pc:cxnChg chg="mod">
          <ac:chgData name="Khumalo, Linda" userId="dec9ebdf-bb03-41b8-8be8-d403b092b381" providerId="ADAL" clId="{1F672A8F-2681-4F4F-9753-B5FB86B1EA26}" dt="2021-04-16T09:07:17.319" v="5071" actId="164"/>
          <ac:cxnSpMkLst>
            <pc:docMk/>
            <pc:sldMk cId="198294182" sldId="11925"/>
            <ac:cxnSpMk id="270" creationId="{D8710DD2-02A2-46E1-8D96-068897D882A1}"/>
          </ac:cxnSpMkLst>
        </pc:cxnChg>
        <pc:cxnChg chg="mod">
          <ac:chgData name="Khumalo, Linda" userId="dec9ebdf-bb03-41b8-8be8-d403b092b381" providerId="ADAL" clId="{1F672A8F-2681-4F4F-9753-B5FB86B1EA26}" dt="2021-04-16T09:07:17.319" v="5071" actId="164"/>
          <ac:cxnSpMkLst>
            <pc:docMk/>
            <pc:sldMk cId="198294182" sldId="11925"/>
            <ac:cxnSpMk id="272" creationId="{BEA515AC-3734-4D7F-87CC-14B68A4CBE5B}"/>
          </ac:cxnSpMkLst>
        </pc:cxnChg>
        <pc:cxnChg chg="mod">
          <ac:chgData name="Khumalo, Linda" userId="dec9ebdf-bb03-41b8-8be8-d403b092b381" providerId="ADAL" clId="{1F672A8F-2681-4F4F-9753-B5FB86B1EA26}" dt="2021-04-16T09:07:17.319" v="5071" actId="164"/>
          <ac:cxnSpMkLst>
            <pc:docMk/>
            <pc:sldMk cId="198294182" sldId="11925"/>
            <ac:cxnSpMk id="274" creationId="{048A1C74-E23A-420C-A9F7-0607F15BBE0E}"/>
          </ac:cxnSpMkLst>
        </pc:cxnChg>
      </pc:sldChg>
      <pc:sldChg chg="addSp delSp modSp add del mod">
        <pc:chgData name="Khumalo, Linda" userId="dec9ebdf-bb03-41b8-8be8-d403b092b381" providerId="ADAL" clId="{1F672A8F-2681-4F4F-9753-B5FB86B1EA26}" dt="2021-04-15T16:21:37.256" v="4256" actId="47"/>
        <pc:sldMkLst>
          <pc:docMk/>
          <pc:sldMk cId="289680637" sldId="11925"/>
        </pc:sldMkLst>
        <pc:spChg chg="mod topLvl">
          <ac:chgData name="Khumalo, Linda" userId="dec9ebdf-bb03-41b8-8be8-d403b092b381" providerId="ADAL" clId="{1F672A8F-2681-4F4F-9753-B5FB86B1EA26}" dt="2021-04-15T16:19:26.629" v="4231" actId="164"/>
          <ac:spMkLst>
            <pc:docMk/>
            <pc:sldMk cId="289680637" sldId="11925"/>
            <ac:spMk id="22" creationId="{228B42B5-5491-445D-B8A6-3502F67538D8}"/>
          </ac:spMkLst>
        </pc:spChg>
        <pc:spChg chg="mod topLvl">
          <ac:chgData name="Khumalo, Linda" userId="dec9ebdf-bb03-41b8-8be8-d403b092b381" providerId="ADAL" clId="{1F672A8F-2681-4F4F-9753-B5FB86B1EA26}" dt="2021-04-15T16:19:45.492" v="4237" actId="164"/>
          <ac:spMkLst>
            <pc:docMk/>
            <pc:sldMk cId="289680637" sldId="11925"/>
            <ac:spMk id="25" creationId="{7060336A-CACE-46C1-AAC8-2C353CA871ED}"/>
          </ac:spMkLst>
        </pc:spChg>
        <pc:spChg chg="mod topLvl">
          <ac:chgData name="Khumalo, Linda" userId="dec9ebdf-bb03-41b8-8be8-d403b092b381" providerId="ADAL" clId="{1F672A8F-2681-4F4F-9753-B5FB86B1EA26}" dt="2021-04-15T16:20:19.446" v="4245" actId="164"/>
          <ac:spMkLst>
            <pc:docMk/>
            <pc:sldMk cId="289680637" sldId="11925"/>
            <ac:spMk id="28" creationId="{5FEC8941-DF3E-47CA-85C1-EFA8379DA63E}"/>
          </ac:spMkLst>
        </pc:spChg>
        <pc:spChg chg="mod topLvl">
          <ac:chgData name="Khumalo, Linda" userId="dec9ebdf-bb03-41b8-8be8-d403b092b381" providerId="ADAL" clId="{1F672A8F-2681-4F4F-9753-B5FB86B1EA26}" dt="2021-04-15T16:20:16.497" v="4244" actId="164"/>
          <ac:spMkLst>
            <pc:docMk/>
            <pc:sldMk cId="289680637" sldId="11925"/>
            <ac:spMk id="34" creationId="{88DE93DF-8E9B-4FBF-9570-A485E6844E9C}"/>
          </ac:spMkLst>
        </pc:spChg>
        <pc:spChg chg="mod topLvl">
          <ac:chgData name="Khumalo, Linda" userId="dec9ebdf-bb03-41b8-8be8-d403b092b381" providerId="ADAL" clId="{1F672A8F-2681-4F4F-9753-B5FB86B1EA26}" dt="2021-04-15T16:19:29.119" v="4232" actId="164"/>
          <ac:spMkLst>
            <pc:docMk/>
            <pc:sldMk cId="289680637" sldId="11925"/>
            <ac:spMk id="42" creationId="{714FEF0B-6CEE-45D2-9C2B-23EB0669637D}"/>
          </ac:spMkLst>
        </pc:spChg>
        <pc:spChg chg="mod topLvl">
          <ac:chgData name="Khumalo, Linda" userId="dec9ebdf-bb03-41b8-8be8-d403b092b381" providerId="ADAL" clId="{1F672A8F-2681-4F4F-9753-B5FB86B1EA26}" dt="2021-04-15T16:19:35.292" v="4234" actId="164"/>
          <ac:spMkLst>
            <pc:docMk/>
            <pc:sldMk cId="289680637" sldId="11925"/>
            <ac:spMk id="45" creationId="{31DC40C3-785D-45A0-943D-E95431F7009D}"/>
          </ac:spMkLst>
        </pc:spChg>
        <pc:spChg chg="mod topLvl">
          <ac:chgData name="Khumalo, Linda" userId="dec9ebdf-bb03-41b8-8be8-d403b092b381" providerId="ADAL" clId="{1F672A8F-2681-4F4F-9753-B5FB86B1EA26}" dt="2021-04-15T16:19:42.351" v="4236" actId="164"/>
          <ac:spMkLst>
            <pc:docMk/>
            <pc:sldMk cId="289680637" sldId="11925"/>
            <ac:spMk id="48" creationId="{7AD625DE-E326-4629-8C3C-D447F58BDD39}"/>
          </ac:spMkLst>
        </pc:spChg>
        <pc:spChg chg="mod topLvl">
          <ac:chgData name="Khumalo, Linda" userId="dec9ebdf-bb03-41b8-8be8-d403b092b381" providerId="ADAL" clId="{1F672A8F-2681-4F4F-9753-B5FB86B1EA26}" dt="2021-04-15T16:19:23.454" v="4230" actId="164"/>
          <ac:spMkLst>
            <pc:docMk/>
            <pc:sldMk cId="289680637" sldId="11925"/>
            <ac:spMk id="51" creationId="{17348CC9-105A-4C4E-A7AC-B3892E43C634}"/>
          </ac:spMkLst>
        </pc:spChg>
        <pc:spChg chg="mod topLvl">
          <ac:chgData name="Khumalo, Linda" userId="dec9ebdf-bb03-41b8-8be8-d403b092b381" providerId="ADAL" clId="{1F672A8F-2681-4F4F-9753-B5FB86B1EA26}" dt="2021-04-15T16:19:31.880" v="4233" actId="164"/>
          <ac:spMkLst>
            <pc:docMk/>
            <pc:sldMk cId="289680637" sldId="11925"/>
            <ac:spMk id="57" creationId="{411A37D5-5945-482E-9356-AD1F8BAD1DB5}"/>
          </ac:spMkLst>
        </pc:spChg>
        <pc:spChg chg="mod topLvl">
          <ac:chgData name="Khumalo, Linda" userId="dec9ebdf-bb03-41b8-8be8-d403b092b381" providerId="ADAL" clId="{1F672A8F-2681-4F4F-9753-B5FB86B1EA26}" dt="2021-04-15T16:19:39.248" v="4235" actId="164"/>
          <ac:spMkLst>
            <pc:docMk/>
            <pc:sldMk cId="289680637" sldId="11925"/>
            <ac:spMk id="60" creationId="{A8CA6433-1D05-40EF-A121-FFE568DD67F4}"/>
          </ac:spMkLst>
        </pc:spChg>
        <pc:spChg chg="mod topLvl">
          <ac:chgData name="Khumalo, Linda" userId="dec9ebdf-bb03-41b8-8be8-d403b092b381" providerId="ADAL" clId="{1F672A8F-2681-4F4F-9753-B5FB86B1EA26}" dt="2021-04-15T16:20:10.621" v="4242" actId="164"/>
          <ac:spMkLst>
            <pc:docMk/>
            <pc:sldMk cId="289680637" sldId="11925"/>
            <ac:spMk id="63" creationId="{F7BB3795-FB2C-4DB4-A29B-83D01CE61A2E}"/>
          </ac:spMkLst>
        </pc:spChg>
        <pc:spChg chg="mod topLvl">
          <ac:chgData name="Khumalo, Linda" userId="dec9ebdf-bb03-41b8-8be8-d403b092b381" providerId="ADAL" clId="{1F672A8F-2681-4F4F-9753-B5FB86B1EA26}" dt="2021-04-15T16:20:13.509" v="4243" actId="164"/>
          <ac:spMkLst>
            <pc:docMk/>
            <pc:sldMk cId="289680637" sldId="11925"/>
            <ac:spMk id="68" creationId="{8229762D-5A47-4C8B-A575-6A63BD2C0D98}"/>
          </ac:spMkLst>
        </pc:spChg>
        <pc:spChg chg="mod">
          <ac:chgData name="Khumalo, Linda" userId="dec9ebdf-bb03-41b8-8be8-d403b092b381" providerId="ADAL" clId="{1F672A8F-2681-4F4F-9753-B5FB86B1EA26}" dt="2021-04-15T16:13:41.926" v="4179" actId="207"/>
          <ac:spMkLst>
            <pc:docMk/>
            <pc:sldMk cId="289680637" sldId="11925"/>
            <ac:spMk id="82" creationId="{5F81739A-559C-4080-87F1-EB000D5DB001}"/>
          </ac:spMkLst>
        </pc:spChg>
        <pc:spChg chg="mod">
          <ac:chgData name="Khumalo, Linda" userId="dec9ebdf-bb03-41b8-8be8-d403b092b381" providerId="ADAL" clId="{1F672A8F-2681-4F4F-9753-B5FB86B1EA26}" dt="2021-04-15T16:13:41.926" v="4179" actId="207"/>
          <ac:spMkLst>
            <pc:docMk/>
            <pc:sldMk cId="289680637" sldId="11925"/>
            <ac:spMk id="83" creationId="{4C1C853D-12BF-4D1B-8C76-272D1F542767}"/>
          </ac:spMkLst>
        </pc:spChg>
        <pc:spChg chg="mod">
          <ac:chgData name="Khumalo, Linda" userId="dec9ebdf-bb03-41b8-8be8-d403b092b381" providerId="ADAL" clId="{1F672A8F-2681-4F4F-9753-B5FB86B1EA26}" dt="2021-04-15T16:13:41.926" v="4179" actId="207"/>
          <ac:spMkLst>
            <pc:docMk/>
            <pc:sldMk cId="289680637" sldId="11925"/>
            <ac:spMk id="84" creationId="{363F75F5-9872-4C13-9DFC-B0792605A6C2}"/>
          </ac:spMkLst>
        </pc:spChg>
        <pc:spChg chg="mod">
          <ac:chgData name="Khumalo, Linda" userId="dec9ebdf-bb03-41b8-8be8-d403b092b381" providerId="ADAL" clId="{1F672A8F-2681-4F4F-9753-B5FB86B1EA26}" dt="2021-04-15T16:13:15.917" v="4174" actId="207"/>
          <ac:spMkLst>
            <pc:docMk/>
            <pc:sldMk cId="289680637" sldId="11925"/>
            <ac:spMk id="85" creationId="{1706643C-9B3E-42E4-9205-371C6D12337A}"/>
          </ac:spMkLst>
        </pc:spChg>
        <pc:spChg chg="mod">
          <ac:chgData name="Khumalo, Linda" userId="dec9ebdf-bb03-41b8-8be8-d403b092b381" providerId="ADAL" clId="{1F672A8F-2681-4F4F-9753-B5FB86B1EA26}" dt="2021-04-15T16:13:15.917" v="4174" actId="207"/>
          <ac:spMkLst>
            <pc:docMk/>
            <pc:sldMk cId="289680637" sldId="11925"/>
            <ac:spMk id="86" creationId="{E2D6CFB0-B2AE-42F6-8417-F0DDCBD0FF66}"/>
          </ac:spMkLst>
        </pc:spChg>
        <pc:spChg chg="mod">
          <ac:chgData name="Khumalo, Linda" userId="dec9ebdf-bb03-41b8-8be8-d403b092b381" providerId="ADAL" clId="{1F672A8F-2681-4F4F-9753-B5FB86B1EA26}" dt="2021-04-15T16:13:15.917" v="4174" actId="207"/>
          <ac:spMkLst>
            <pc:docMk/>
            <pc:sldMk cId="289680637" sldId="11925"/>
            <ac:spMk id="87" creationId="{8B6197A4-0A2F-40A3-8A5C-2EB9FEDB14F7}"/>
          </ac:spMkLst>
        </pc:spChg>
        <pc:spChg chg="mod">
          <ac:chgData name="Khumalo, Linda" userId="dec9ebdf-bb03-41b8-8be8-d403b092b381" providerId="ADAL" clId="{1F672A8F-2681-4F4F-9753-B5FB86B1EA26}" dt="2021-04-15T16:15:20.553" v="4191" actId="207"/>
          <ac:spMkLst>
            <pc:docMk/>
            <pc:sldMk cId="289680637" sldId="11925"/>
            <ac:spMk id="88" creationId="{5631DA68-9245-4340-9982-335D3F3CA7E9}"/>
          </ac:spMkLst>
        </pc:spChg>
        <pc:spChg chg="mod">
          <ac:chgData name="Khumalo, Linda" userId="dec9ebdf-bb03-41b8-8be8-d403b092b381" providerId="ADAL" clId="{1F672A8F-2681-4F4F-9753-B5FB86B1EA26}" dt="2021-04-15T16:15:20.553" v="4191" actId="207"/>
          <ac:spMkLst>
            <pc:docMk/>
            <pc:sldMk cId="289680637" sldId="11925"/>
            <ac:spMk id="89" creationId="{2DEF4CB0-6818-4A61-9565-21B47274AE10}"/>
          </ac:spMkLst>
        </pc:spChg>
        <pc:spChg chg="mod">
          <ac:chgData name="Khumalo, Linda" userId="dec9ebdf-bb03-41b8-8be8-d403b092b381" providerId="ADAL" clId="{1F672A8F-2681-4F4F-9753-B5FB86B1EA26}" dt="2021-04-15T16:13:15.917" v="4174" actId="207"/>
          <ac:spMkLst>
            <pc:docMk/>
            <pc:sldMk cId="289680637" sldId="11925"/>
            <ac:spMk id="90" creationId="{5C462649-274F-4F33-B51E-517848056A8A}"/>
          </ac:spMkLst>
        </pc:spChg>
        <pc:spChg chg="mod">
          <ac:chgData name="Khumalo, Linda" userId="dec9ebdf-bb03-41b8-8be8-d403b092b381" providerId="ADAL" clId="{1F672A8F-2681-4F4F-9753-B5FB86B1EA26}" dt="2021-04-15T16:13:41.926" v="4179" actId="207"/>
          <ac:spMkLst>
            <pc:docMk/>
            <pc:sldMk cId="289680637" sldId="11925"/>
            <ac:spMk id="91" creationId="{50E0C746-7A27-4A46-AE13-6E6A989011C3}"/>
          </ac:spMkLst>
        </pc:spChg>
        <pc:spChg chg="mod">
          <ac:chgData name="Khumalo, Linda" userId="dec9ebdf-bb03-41b8-8be8-d403b092b381" providerId="ADAL" clId="{1F672A8F-2681-4F4F-9753-B5FB86B1EA26}" dt="2021-04-15T16:21:09.760" v="4252" actId="552"/>
          <ac:spMkLst>
            <pc:docMk/>
            <pc:sldMk cId="289680637" sldId="11925"/>
            <ac:spMk id="92" creationId="{49EBA792-16B8-4606-B35E-84C837751E01}"/>
          </ac:spMkLst>
        </pc:spChg>
        <pc:spChg chg="mod">
          <ac:chgData name="Khumalo, Linda" userId="dec9ebdf-bb03-41b8-8be8-d403b092b381" providerId="ADAL" clId="{1F672A8F-2681-4F4F-9753-B5FB86B1EA26}" dt="2021-04-15T16:15:26.614" v="4193" actId="207"/>
          <ac:spMkLst>
            <pc:docMk/>
            <pc:sldMk cId="289680637" sldId="11925"/>
            <ac:spMk id="93" creationId="{0A6C2502-6ED0-4AA9-814F-51830A04B461}"/>
          </ac:spMkLst>
        </pc:spChg>
        <pc:spChg chg="mod">
          <ac:chgData name="Khumalo, Linda" userId="dec9ebdf-bb03-41b8-8be8-d403b092b381" providerId="ADAL" clId="{1F672A8F-2681-4F4F-9753-B5FB86B1EA26}" dt="2021-04-15T16:15:24.838" v="4192" actId="207"/>
          <ac:spMkLst>
            <pc:docMk/>
            <pc:sldMk cId="289680637" sldId="11925"/>
            <ac:spMk id="94" creationId="{2D58E2A3-3688-45CA-8F9D-5DA97BA79580}"/>
          </ac:spMkLst>
        </pc:spChg>
        <pc:spChg chg="mod">
          <ac:chgData name="Khumalo, Linda" userId="dec9ebdf-bb03-41b8-8be8-d403b092b381" providerId="ADAL" clId="{1F672A8F-2681-4F4F-9753-B5FB86B1EA26}" dt="2021-04-15T16:15:24.838" v="4192" actId="207"/>
          <ac:spMkLst>
            <pc:docMk/>
            <pc:sldMk cId="289680637" sldId="11925"/>
            <ac:spMk id="95" creationId="{E0C2E57C-BEA3-4DD8-8803-2DF7867C3D6F}"/>
          </ac:spMkLst>
        </pc:spChg>
        <pc:spChg chg="mod">
          <ac:chgData name="Khumalo, Linda" userId="dec9ebdf-bb03-41b8-8be8-d403b092b381" providerId="ADAL" clId="{1F672A8F-2681-4F4F-9753-B5FB86B1EA26}" dt="2021-04-15T16:15:24.838" v="4192" actId="207"/>
          <ac:spMkLst>
            <pc:docMk/>
            <pc:sldMk cId="289680637" sldId="11925"/>
            <ac:spMk id="96" creationId="{FBDFFE9C-1297-4579-BE87-D8FBEB5C11F7}"/>
          </ac:spMkLst>
        </pc:spChg>
        <pc:spChg chg="mod">
          <ac:chgData name="Khumalo, Linda" userId="dec9ebdf-bb03-41b8-8be8-d403b092b381" providerId="ADAL" clId="{1F672A8F-2681-4F4F-9753-B5FB86B1EA26}" dt="2021-04-15T16:15:24.838" v="4192" actId="207"/>
          <ac:spMkLst>
            <pc:docMk/>
            <pc:sldMk cId="289680637" sldId="11925"/>
            <ac:spMk id="97" creationId="{B4823064-650E-41BC-A56B-C0454F934C02}"/>
          </ac:spMkLst>
        </pc:spChg>
        <pc:spChg chg="mod">
          <ac:chgData name="Khumalo, Linda" userId="dec9ebdf-bb03-41b8-8be8-d403b092b381" providerId="ADAL" clId="{1F672A8F-2681-4F4F-9753-B5FB86B1EA26}" dt="2021-04-15T16:15:24.838" v="4192" actId="207"/>
          <ac:spMkLst>
            <pc:docMk/>
            <pc:sldMk cId="289680637" sldId="11925"/>
            <ac:spMk id="98" creationId="{5F82AD7B-14F5-4F8B-BF7B-1DBFA08DE394}"/>
          </ac:spMkLst>
        </pc:spChg>
        <pc:spChg chg="add mod">
          <ac:chgData name="Khumalo, Linda" userId="dec9ebdf-bb03-41b8-8be8-d403b092b381" providerId="ADAL" clId="{1F672A8F-2681-4F4F-9753-B5FB86B1EA26}" dt="2021-04-15T16:12:43.373" v="4168" actId="571"/>
          <ac:spMkLst>
            <pc:docMk/>
            <pc:sldMk cId="289680637" sldId="11925"/>
            <ac:spMk id="99" creationId="{A7E82741-7BBE-4265-A393-10DF5F0DD82A}"/>
          </ac:spMkLst>
        </pc:spChg>
        <pc:spChg chg="mod">
          <ac:chgData name="Khumalo, Linda" userId="dec9ebdf-bb03-41b8-8be8-d403b092b381" providerId="ADAL" clId="{1F672A8F-2681-4F4F-9753-B5FB86B1EA26}" dt="2021-04-15T16:15:24.838" v="4192" actId="207"/>
          <ac:spMkLst>
            <pc:docMk/>
            <pc:sldMk cId="289680637" sldId="11925"/>
            <ac:spMk id="100" creationId="{AD919BE4-3C70-4966-8348-E39C726A7299}"/>
          </ac:spMkLst>
        </pc:spChg>
        <pc:spChg chg="add mod">
          <ac:chgData name="Khumalo, Linda" userId="dec9ebdf-bb03-41b8-8be8-d403b092b381" providerId="ADAL" clId="{1F672A8F-2681-4F4F-9753-B5FB86B1EA26}" dt="2021-04-15T16:12:43.373" v="4168" actId="571"/>
          <ac:spMkLst>
            <pc:docMk/>
            <pc:sldMk cId="289680637" sldId="11925"/>
            <ac:spMk id="101" creationId="{4F7D5370-BFF6-4D3B-9C98-71A6621DFA08}"/>
          </ac:spMkLst>
        </pc:spChg>
        <pc:spChg chg="add mod">
          <ac:chgData name="Khumalo, Linda" userId="dec9ebdf-bb03-41b8-8be8-d403b092b381" providerId="ADAL" clId="{1F672A8F-2681-4F4F-9753-B5FB86B1EA26}" dt="2021-04-15T16:12:43.373" v="4168" actId="571"/>
          <ac:spMkLst>
            <pc:docMk/>
            <pc:sldMk cId="289680637" sldId="11925"/>
            <ac:spMk id="102" creationId="{09C7FA79-688E-4251-A90C-D2FEA6110729}"/>
          </ac:spMkLst>
        </pc:spChg>
        <pc:spChg chg="add mod">
          <ac:chgData name="Khumalo, Linda" userId="dec9ebdf-bb03-41b8-8be8-d403b092b381" providerId="ADAL" clId="{1F672A8F-2681-4F4F-9753-B5FB86B1EA26}" dt="2021-04-15T16:12:43.373" v="4168" actId="571"/>
          <ac:spMkLst>
            <pc:docMk/>
            <pc:sldMk cId="289680637" sldId="11925"/>
            <ac:spMk id="103" creationId="{F8785BA5-0182-4D91-B7EE-620C5F631BAC}"/>
          </ac:spMkLst>
        </pc:spChg>
        <pc:spChg chg="add mod">
          <ac:chgData name="Khumalo, Linda" userId="dec9ebdf-bb03-41b8-8be8-d403b092b381" providerId="ADAL" clId="{1F672A8F-2681-4F4F-9753-B5FB86B1EA26}" dt="2021-04-15T16:12:43.373" v="4168" actId="571"/>
          <ac:spMkLst>
            <pc:docMk/>
            <pc:sldMk cId="289680637" sldId="11925"/>
            <ac:spMk id="104" creationId="{ABECE2B8-F703-44D2-92C3-1F7E7C041A0A}"/>
          </ac:spMkLst>
        </pc:spChg>
        <pc:spChg chg="add mod">
          <ac:chgData name="Khumalo, Linda" userId="dec9ebdf-bb03-41b8-8be8-d403b092b381" providerId="ADAL" clId="{1F672A8F-2681-4F4F-9753-B5FB86B1EA26}" dt="2021-04-15T16:12:43.373" v="4168" actId="571"/>
          <ac:spMkLst>
            <pc:docMk/>
            <pc:sldMk cId="289680637" sldId="11925"/>
            <ac:spMk id="105" creationId="{CE479325-3514-4566-9D62-3F23D9038E56}"/>
          </ac:spMkLst>
        </pc:spChg>
        <pc:spChg chg="add mod">
          <ac:chgData name="Khumalo, Linda" userId="dec9ebdf-bb03-41b8-8be8-d403b092b381" providerId="ADAL" clId="{1F672A8F-2681-4F4F-9753-B5FB86B1EA26}" dt="2021-04-15T16:12:43.373" v="4168" actId="571"/>
          <ac:spMkLst>
            <pc:docMk/>
            <pc:sldMk cId="289680637" sldId="11925"/>
            <ac:spMk id="106" creationId="{EB6444AD-DE7A-4CD6-A25A-4D9CE47572E7}"/>
          </ac:spMkLst>
        </pc:spChg>
        <pc:spChg chg="mod">
          <ac:chgData name="Khumalo, Linda" userId="dec9ebdf-bb03-41b8-8be8-d403b092b381" providerId="ADAL" clId="{1F672A8F-2681-4F4F-9753-B5FB86B1EA26}" dt="2021-04-15T16:15:24.838" v="4192" actId="207"/>
          <ac:spMkLst>
            <pc:docMk/>
            <pc:sldMk cId="289680637" sldId="11925"/>
            <ac:spMk id="107" creationId="{89C6B8EA-B8AD-47EB-9E8F-DE15DAAD2171}"/>
          </ac:spMkLst>
        </pc:spChg>
        <pc:spChg chg="add mod">
          <ac:chgData name="Khumalo, Linda" userId="dec9ebdf-bb03-41b8-8be8-d403b092b381" providerId="ADAL" clId="{1F672A8F-2681-4F4F-9753-B5FB86B1EA26}" dt="2021-04-15T16:12:43.373" v="4168" actId="571"/>
          <ac:spMkLst>
            <pc:docMk/>
            <pc:sldMk cId="289680637" sldId="11925"/>
            <ac:spMk id="108" creationId="{C5870C83-2FD0-47D4-84A9-82D2148ECCFC}"/>
          </ac:spMkLst>
        </pc:spChg>
        <pc:spChg chg="mod">
          <ac:chgData name="Khumalo, Linda" userId="dec9ebdf-bb03-41b8-8be8-d403b092b381" providerId="ADAL" clId="{1F672A8F-2681-4F4F-9753-B5FB86B1EA26}" dt="2021-04-15T16:13:15.917" v="4174" actId="207"/>
          <ac:spMkLst>
            <pc:docMk/>
            <pc:sldMk cId="289680637" sldId="11925"/>
            <ac:spMk id="109" creationId="{EA89B31B-1BFA-4A23-A45A-12615BBBB476}"/>
          </ac:spMkLst>
        </pc:spChg>
        <pc:spChg chg="mod">
          <ac:chgData name="Khumalo, Linda" userId="dec9ebdf-bb03-41b8-8be8-d403b092b381" providerId="ADAL" clId="{1F672A8F-2681-4F4F-9753-B5FB86B1EA26}" dt="2021-04-15T16:13:15.917" v="4174" actId="207"/>
          <ac:spMkLst>
            <pc:docMk/>
            <pc:sldMk cId="289680637" sldId="11925"/>
            <ac:spMk id="110" creationId="{6FE61BF5-2C14-4AA8-87A7-CAA666A5E9A3}"/>
          </ac:spMkLst>
        </pc:spChg>
        <pc:spChg chg="mod">
          <ac:chgData name="Khumalo, Linda" userId="dec9ebdf-bb03-41b8-8be8-d403b092b381" providerId="ADAL" clId="{1F672A8F-2681-4F4F-9753-B5FB86B1EA26}" dt="2021-04-15T16:13:15.917" v="4174" actId="207"/>
          <ac:spMkLst>
            <pc:docMk/>
            <pc:sldMk cId="289680637" sldId="11925"/>
            <ac:spMk id="111" creationId="{A0633873-E166-42B6-8636-0E6A4D45E19C}"/>
          </ac:spMkLst>
        </pc:spChg>
        <pc:spChg chg="mod">
          <ac:chgData name="Khumalo, Linda" userId="dec9ebdf-bb03-41b8-8be8-d403b092b381" providerId="ADAL" clId="{1F672A8F-2681-4F4F-9753-B5FB86B1EA26}" dt="2021-04-15T16:13:15.917" v="4174" actId="207"/>
          <ac:spMkLst>
            <pc:docMk/>
            <pc:sldMk cId="289680637" sldId="11925"/>
            <ac:spMk id="112" creationId="{E68BC13F-68F3-4341-9971-9707210AF1D9}"/>
          </ac:spMkLst>
        </pc:spChg>
        <pc:spChg chg="mod">
          <ac:chgData name="Khumalo, Linda" userId="dec9ebdf-bb03-41b8-8be8-d403b092b381" providerId="ADAL" clId="{1F672A8F-2681-4F4F-9753-B5FB86B1EA26}" dt="2021-04-15T16:13:15.917" v="4174" actId="207"/>
          <ac:spMkLst>
            <pc:docMk/>
            <pc:sldMk cId="289680637" sldId="11925"/>
            <ac:spMk id="113" creationId="{7E4D6D15-6EE0-42BC-88EF-196E1755129F}"/>
          </ac:spMkLst>
        </pc:spChg>
        <pc:spChg chg="mod">
          <ac:chgData name="Khumalo, Linda" userId="dec9ebdf-bb03-41b8-8be8-d403b092b381" providerId="ADAL" clId="{1F672A8F-2681-4F4F-9753-B5FB86B1EA26}" dt="2021-04-15T16:13:15.917" v="4174" actId="207"/>
          <ac:spMkLst>
            <pc:docMk/>
            <pc:sldMk cId="289680637" sldId="11925"/>
            <ac:spMk id="114" creationId="{362A8F64-2BF0-4A32-96DC-65A5F871F0E3}"/>
          </ac:spMkLst>
        </pc:spChg>
        <pc:spChg chg="mod">
          <ac:chgData name="Khumalo, Linda" userId="dec9ebdf-bb03-41b8-8be8-d403b092b381" providerId="ADAL" clId="{1F672A8F-2681-4F4F-9753-B5FB86B1EA26}" dt="2021-04-15T16:13:15.917" v="4174" actId="207"/>
          <ac:spMkLst>
            <pc:docMk/>
            <pc:sldMk cId="289680637" sldId="11925"/>
            <ac:spMk id="115" creationId="{53AF2FA9-5487-41C5-ACA1-4C9A8290FDBB}"/>
          </ac:spMkLst>
        </pc:spChg>
        <pc:spChg chg="mod">
          <ac:chgData name="Khumalo, Linda" userId="dec9ebdf-bb03-41b8-8be8-d403b092b381" providerId="ADAL" clId="{1F672A8F-2681-4F4F-9753-B5FB86B1EA26}" dt="2021-04-15T16:13:15.917" v="4174" actId="207"/>
          <ac:spMkLst>
            <pc:docMk/>
            <pc:sldMk cId="289680637" sldId="11925"/>
            <ac:spMk id="116" creationId="{C00C4DB0-6114-44EC-B246-FFD4B2AD21CB}"/>
          </ac:spMkLst>
        </pc:spChg>
        <pc:spChg chg="add mod">
          <ac:chgData name="Khumalo, Linda" userId="dec9ebdf-bb03-41b8-8be8-d403b092b381" providerId="ADAL" clId="{1F672A8F-2681-4F4F-9753-B5FB86B1EA26}" dt="2021-04-15T16:12:43.373" v="4168" actId="571"/>
          <ac:spMkLst>
            <pc:docMk/>
            <pc:sldMk cId="289680637" sldId="11925"/>
            <ac:spMk id="117" creationId="{4B3E9D97-64F4-4CEE-9718-89B4E4BD1A23}"/>
          </ac:spMkLst>
        </pc:spChg>
        <pc:spChg chg="mod">
          <ac:chgData name="Khumalo, Linda" userId="dec9ebdf-bb03-41b8-8be8-d403b092b381" providerId="ADAL" clId="{1F672A8F-2681-4F4F-9753-B5FB86B1EA26}" dt="2021-04-15T16:13:41.926" v="4179" actId="207"/>
          <ac:spMkLst>
            <pc:docMk/>
            <pc:sldMk cId="289680637" sldId="11925"/>
            <ac:spMk id="122" creationId="{3216D0CB-E6BF-45A4-8493-00914855C1CB}"/>
          </ac:spMkLst>
        </pc:spChg>
        <pc:spChg chg="mod">
          <ac:chgData name="Khumalo, Linda" userId="dec9ebdf-bb03-41b8-8be8-d403b092b381" providerId="ADAL" clId="{1F672A8F-2681-4F4F-9753-B5FB86B1EA26}" dt="2021-04-15T16:13:41.926" v="4179" actId="207"/>
          <ac:spMkLst>
            <pc:docMk/>
            <pc:sldMk cId="289680637" sldId="11925"/>
            <ac:spMk id="123" creationId="{0E64B73B-EA4C-4853-8B1F-7C4DBEEEE9CE}"/>
          </ac:spMkLst>
        </pc:spChg>
        <pc:spChg chg="mod">
          <ac:chgData name="Khumalo, Linda" userId="dec9ebdf-bb03-41b8-8be8-d403b092b381" providerId="ADAL" clId="{1F672A8F-2681-4F4F-9753-B5FB86B1EA26}" dt="2021-04-15T16:13:41.926" v="4179" actId="207"/>
          <ac:spMkLst>
            <pc:docMk/>
            <pc:sldMk cId="289680637" sldId="11925"/>
            <ac:spMk id="124" creationId="{F2E9E71C-6757-4C61-9A11-081EA15E32E2}"/>
          </ac:spMkLst>
        </pc:spChg>
        <pc:spChg chg="mod">
          <ac:chgData name="Khumalo, Linda" userId="dec9ebdf-bb03-41b8-8be8-d403b092b381" providerId="ADAL" clId="{1F672A8F-2681-4F4F-9753-B5FB86B1EA26}" dt="2021-04-15T16:13:41.926" v="4179" actId="207"/>
          <ac:spMkLst>
            <pc:docMk/>
            <pc:sldMk cId="289680637" sldId="11925"/>
            <ac:spMk id="125" creationId="{DD2396A2-6EA1-49E8-ADE8-53BE215CF9D0}"/>
          </ac:spMkLst>
        </pc:spChg>
        <pc:spChg chg="mod">
          <ac:chgData name="Khumalo, Linda" userId="dec9ebdf-bb03-41b8-8be8-d403b092b381" providerId="ADAL" clId="{1F672A8F-2681-4F4F-9753-B5FB86B1EA26}" dt="2021-04-15T16:13:41.926" v="4179" actId="207"/>
          <ac:spMkLst>
            <pc:docMk/>
            <pc:sldMk cId="289680637" sldId="11925"/>
            <ac:spMk id="126" creationId="{BDDFB0CE-8EE5-47EE-B7FE-679AFFDFAA94}"/>
          </ac:spMkLst>
        </pc:spChg>
        <pc:spChg chg="mod">
          <ac:chgData name="Khumalo, Linda" userId="dec9ebdf-bb03-41b8-8be8-d403b092b381" providerId="ADAL" clId="{1F672A8F-2681-4F4F-9753-B5FB86B1EA26}" dt="2021-04-15T16:13:41.926" v="4179" actId="207"/>
          <ac:spMkLst>
            <pc:docMk/>
            <pc:sldMk cId="289680637" sldId="11925"/>
            <ac:spMk id="127" creationId="{D71C78CF-F434-4613-9BA6-D261F47BFB5F}"/>
          </ac:spMkLst>
        </pc:spChg>
        <pc:spChg chg="mod">
          <ac:chgData name="Khumalo, Linda" userId="dec9ebdf-bb03-41b8-8be8-d403b092b381" providerId="ADAL" clId="{1F672A8F-2681-4F4F-9753-B5FB86B1EA26}" dt="2021-04-15T16:13:41.926" v="4179" actId="207"/>
          <ac:spMkLst>
            <pc:docMk/>
            <pc:sldMk cId="289680637" sldId="11925"/>
            <ac:spMk id="128" creationId="{A7F16805-B01B-49AC-91ED-77C0F609323A}"/>
          </ac:spMkLst>
        </pc:spChg>
        <pc:spChg chg="mod">
          <ac:chgData name="Khumalo, Linda" userId="dec9ebdf-bb03-41b8-8be8-d403b092b381" providerId="ADAL" clId="{1F672A8F-2681-4F4F-9753-B5FB86B1EA26}" dt="2021-04-15T16:13:41.926" v="4179" actId="207"/>
          <ac:spMkLst>
            <pc:docMk/>
            <pc:sldMk cId="289680637" sldId="11925"/>
            <ac:spMk id="129" creationId="{EFCBC096-0D58-4377-A36C-36F2F347E506}"/>
          </ac:spMkLst>
        </pc:spChg>
        <pc:spChg chg="mod">
          <ac:chgData name="Khumalo, Linda" userId="dec9ebdf-bb03-41b8-8be8-d403b092b381" providerId="ADAL" clId="{1F672A8F-2681-4F4F-9753-B5FB86B1EA26}" dt="2021-04-15T16:21:09.760" v="4252" actId="552"/>
          <ac:spMkLst>
            <pc:docMk/>
            <pc:sldMk cId="289680637" sldId="11925"/>
            <ac:spMk id="153" creationId="{F9451D80-F748-4E18-9E61-683FB6EE0066}"/>
          </ac:spMkLst>
        </pc:spChg>
        <pc:spChg chg="del">
          <ac:chgData name="Khumalo, Linda" userId="dec9ebdf-bb03-41b8-8be8-d403b092b381" providerId="ADAL" clId="{1F672A8F-2681-4F4F-9753-B5FB86B1EA26}" dt="2021-04-15T16:12:57.147" v="4171" actId="478"/>
          <ac:spMkLst>
            <pc:docMk/>
            <pc:sldMk cId="289680637" sldId="11925"/>
            <ac:spMk id="154" creationId="{7E7EE556-6771-4FC3-8998-EEE2BC7CEA81}"/>
          </ac:spMkLst>
        </pc:spChg>
        <pc:spChg chg="del">
          <ac:chgData name="Khumalo, Linda" userId="dec9ebdf-bb03-41b8-8be8-d403b092b381" providerId="ADAL" clId="{1F672A8F-2681-4F4F-9753-B5FB86B1EA26}" dt="2021-04-15T16:13:19.593" v="4175" actId="478"/>
          <ac:spMkLst>
            <pc:docMk/>
            <pc:sldMk cId="289680637" sldId="11925"/>
            <ac:spMk id="155" creationId="{D93266A7-6788-4FFA-96FB-EB00E9CB7D8B}"/>
          </ac:spMkLst>
        </pc:spChg>
        <pc:spChg chg="del">
          <ac:chgData name="Khumalo, Linda" userId="dec9ebdf-bb03-41b8-8be8-d403b092b381" providerId="ADAL" clId="{1F672A8F-2681-4F4F-9753-B5FB86B1EA26}" dt="2021-04-15T16:13:54.796" v="4180" actId="478"/>
          <ac:spMkLst>
            <pc:docMk/>
            <pc:sldMk cId="289680637" sldId="11925"/>
            <ac:spMk id="156" creationId="{A08E9273-BC3B-43D0-A096-52B8F31DE124}"/>
          </ac:spMkLst>
        </pc:spChg>
        <pc:spChg chg="del">
          <ac:chgData name="Khumalo, Linda" userId="dec9ebdf-bb03-41b8-8be8-d403b092b381" providerId="ADAL" clId="{1F672A8F-2681-4F4F-9753-B5FB86B1EA26}" dt="2021-04-15T16:14:40.686" v="4189" actId="478"/>
          <ac:spMkLst>
            <pc:docMk/>
            <pc:sldMk cId="289680637" sldId="11925"/>
            <ac:spMk id="157" creationId="{91CBDBF5-6E25-47B9-84B3-36C219ED6E3C}"/>
          </ac:spMkLst>
        </pc:spChg>
        <pc:grpChg chg="add del mod">
          <ac:chgData name="Khumalo, Linda" userId="dec9ebdf-bb03-41b8-8be8-d403b092b381" providerId="ADAL" clId="{1F672A8F-2681-4F4F-9753-B5FB86B1EA26}" dt="2021-04-15T16:19:06.090" v="4228" actId="165"/>
          <ac:grpSpMkLst>
            <pc:docMk/>
            <pc:sldMk cId="289680637" sldId="11925"/>
            <ac:grpSpMk id="3" creationId="{5B7BA70E-22D1-4E06-94F4-1B83AE2E4853}"/>
          </ac:grpSpMkLst>
        </pc:grpChg>
        <pc:grpChg chg="add mod">
          <ac:chgData name="Khumalo, Linda" userId="dec9ebdf-bb03-41b8-8be8-d403b092b381" providerId="ADAL" clId="{1F672A8F-2681-4F4F-9753-B5FB86B1EA26}" dt="2021-04-15T16:19:23.454" v="4230" actId="164"/>
          <ac:grpSpMkLst>
            <pc:docMk/>
            <pc:sldMk cId="289680637" sldId="11925"/>
            <ac:grpSpMk id="4" creationId="{326D9664-B609-4EA2-91E1-FA5174DF83AB}"/>
          </ac:grpSpMkLst>
        </pc:grpChg>
        <pc:grpChg chg="add mod">
          <ac:chgData name="Khumalo, Linda" userId="dec9ebdf-bb03-41b8-8be8-d403b092b381" providerId="ADAL" clId="{1F672A8F-2681-4F4F-9753-B5FB86B1EA26}" dt="2021-04-15T16:19:26.629" v="4231" actId="164"/>
          <ac:grpSpMkLst>
            <pc:docMk/>
            <pc:sldMk cId="289680637" sldId="11925"/>
            <ac:grpSpMk id="8" creationId="{5E38DF28-F901-42D9-A523-CD7CD242A144}"/>
          </ac:grpSpMkLst>
        </pc:grpChg>
        <pc:grpChg chg="add mod">
          <ac:chgData name="Khumalo, Linda" userId="dec9ebdf-bb03-41b8-8be8-d403b092b381" providerId="ADAL" clId="{1F672A8F-2681-4F4F-9753-B5FB86B1EA26}" dt="2021-04-15T16:19:29.119" v="4232" actId="164"/>
          <ac:grpSpMkLst>
            <pc:docMk/>
            <pc:sldMk cId="289680637" sldId="11925"/>
            <ac:grpSpMk id="10" creationId="{710158F1-2176-4723-A632-9D703CB33719}"/>
          </ac:grpSpMkLst>
        </pc:grpChg>
        <pc:grpChg chg="add mod">
          <ac:chgData name="Khumalo, Linda" userId="dec9ebdf-bb03-41b8-8be8-d403b092b381" providerId="ADAL" clId="{1F672A8F-2681-4F4F-9753-B5FB86B1EA26}" dt="2021-04-15T16:19:31.880" v="4233" actId="164"/>
          <ac:grpSpMkLst>
            <pc:docMk/>
            <pc:sldMk cId="289680637" sldId="11925"/>
            <ac:grpSpMk id="11" creationId="{4EBF8233-4BDA-43BC-B06B-2608914F509C}"/>
          </ac:grpSpMkLst>
        </pc:grpChg>
        <pc:grpChg chg="add mod">
          <ac:chgData name="Khumalo, Linda" userId="dec9ebdf-bb03-41b8-8be8-d403b092b381" providerId="ADAL" clId="{1F672A8F-2681-4F4F-9753-B5FB86B1EA26}" dt="2021-04-15T16:19:35.292" v="4234" actId="164"/>
          <ac:grpSpMkLst>
            <pc:docMk/>
            <pc:sldMk cId="289680637" sldId="11925"/>
            <ac:grpSpMk id="12" creationId="{99452E4F-61EB-424E-AADD-94781040F2BE}"/>
          </ac:grpSpMkLst>
        </pc:grpChg>
        <pc:grpChg chg="add mod">
          <ac:chgData name="Khumalo, Linda" userId="dec9ebdf-bb03-41b8-8be8-d403b092b381" providerId="ADAL" clId="{1F672A8F-2681-4F4F-9753-B5FB86B1EA26}" dt="2021-04-15T16:19:39.248" v="4235" actId="164"/>
          <ac:grpSpMkLst>
            <pc:docMk/>
            <pc:sldMk cId="289680637" sldId="11925"/>
            <ac:grpSpMk id="13" creationId="{C352AEC9-360A-4EF3-8EB2-FBE55668A8FB}"/>
          </ac:grpSpMkLst>
        </pc:grpChg>
        <pc:grpChg chg="add mod">
          <ac:chgData name="Khumalo, Linda" userId="dec9ebdf-bb03-41b8-8be8-d403b092b381" providerId="ADAL" clId="{1F672A8F-2681-4F4F-9753-B5FB86B1EA26}" dt="2021-04-15T16:19:42.351" v="4236" actId="164"/>
          <ac:grpSpMkLst>
            <pc:docMk/>
            <pc:sldMk cId="289680637" sldId="11925"/>
            <ac:grpSpMk id="14" creationId="{FE28F4CD-F5ED-4B09-B3F4-C9B816860869}"/>
          </ac:grpSpMkLst>
        </pc:grpChg>
        <pc:grpChg chg="add mod">
          <ac:chgData name="Khumalo, Linda" userId="dec9ebdf-bb03-41b8-8be8-d403b092b381" providerId="ADAL" clId="{1F672A8F-2681-4F4F-9753-B5FB86B1EA26}" dt="2021-04-15T16:19:45.492" v="4237" actId="164"/>
          <ac:grpSpMkLst>
            <pc:docMk/>
            <pc:sldMk cId="289680637" sldId="11925"/>
            <ac:grpSpMk id="15" creationId="{5C6F5CFF-86DB-47BE-BA47-6CD63F5028C7}"/>
          </ac:grpSpMkLst>
        </pc:grpChg>
        <pc:grpChg chg="add mod">
          <ac:chgData name="Khumalo, Linda" userId="dec9ebdf-bb03-41b8-8be8-d403b092b381" providerId="ADAL" clId="{1F672A8F-2681-4F4F-9753-B5FB86B1EA26}" dt="2021-04-15T16:20:10.621" v="4242" actId="164"/>
          <ac:grpSpMkLst>
            <pc:docMk/>
            <pc:sldMk cId="289680637" sldId="11925"/>
            <ac:grpSpMk id="16" creationId="{A2F55942-F9FA-417A-8EBD-0435C26C754B}"/>
          </ac:grpSpMkLst>
        </pc:grpChg>
        <pc:grpChg chg="add mod">
          <ac:chgData name="Khumalo, Linda" userId="dec9ebdf-bb03-41b8-8be8-d403b092b381" providerId="ADAL" clId="{1F672A8F-2681-4F4F-9753-B5FB86B1EA26}" dt="2021-04-15T16:20:13.509" v="4243" actId="164"/>
          <ac:grpSpMkLst>
            <pc:docMk/>
            <pc:sldMk cId="289680637" sldId="11925"/>
            <ac:grpSpMk id="17" creationId="{E05F57EB-C0BA-456B-8BA8-E8AB0197255E}"/>
          </ac:grpSpMkLst>
        </pc:grpChg>
        <pc:grpChg chg="add mod">
          <ac:chgData name="Khumalo, Linda" userId="dec9ebdf-bb03-41b8-8be8-d403b092b381" providerId="ADAL" clId="{1F672A8F-2681-4F4F-9753-B5FB86B1EA26}" dt="2021-04-15T16:20:16.497" v="4244" actId="164"/>
          <ac:grpSpMkLst>
            <pc:docMk/>
            <pc:sldMk cId="289680637" sldId="11925"/>
            <ac:grpSpMk id="18" creationId="{72D5BE35-FB3D-448C-A08E-E9A9DC74B736}"/>
          </ac:grpSpMkLst>
        </pc:grpChg>
        <pc:grpChg chg="add mod">
          <ac:chgData name="Khumalo, Linda" userId="dec9ebdf-bb03-41b8-8be8-d403b092b381" providerId="ADAL" clId="{1F672A8F-2681-4F4F-9753-B5FB86B1EA26}" dt="2021-04-15T16:20:19.446" v="4245" actId="164"/>
          <ac:grpSpMkLst>
            <pc:docMk/>
            <pc:sldMk cId="289680637" sldId="11925"/>
            <ac:grpSpMk id="19" creationId="{2C4275CC-AF2E-453A-AEAD-1B2709583CF0}"/>
          </ac:grpSpMkLst>
        </pc:grpChg>
        <pc:grpChg chg="del mod">
          <ac:chgData name="Khumalo, Linda" userId="dec9ebdf-bb03-41b8-8be8-d403b092b381" providerId="ADAL" clId="{1F672A8F-2681-4F4F-9753-B5FB86B1EA26}" dt="2021-04-15T16:17:58.177" v="4219" actId="165"/>
          <ac:grpSpMkLst>
            <pc:docMk/>
            <pc:sldMk cId="289680637" sldId="11925"/>
            <ac:grpSpMk id="44" creationId="{640311BF-E7DD-416F-8F95-71DCBB6509A7}"/>
          </ac:grpSpMkLst>
        </pc:grpChg>
        <pc:grpChg chg="del mod">
          <ac:chgData name="Khumalo, Linda" userId="dec9ebdf-bb03-41b8-8be8-d403b092b381" providerId="ADAL" clId="{1F672A8F-2681-4F4F-9753-B5FB86B1EA26}" dt="2021-04-15T16:17:58.177" v="4219" actId="165"/>
          <ac:grpSpMkLst>
            <pc:docMk/>
            <pc:sldMk cId="289680637" sldId="11925"/>
            <ac:grpSpMk id="47" creationId="{BD362003-3D3D-4AE1-8EF3-936590302671}"/>
          </ac:grpSpMkLst>
        </pc:grpChg>
        <pc:grpChg chg="del mod">
          <ac:chgData name="Khumalo, Linda" userId="dec9ebdf-bb03-41b8-8be8-d403b092b381" providerId="ADAL" clId="{1F672A8F-2681-4F4F-9753-B5FB86B1EA26}" dt="2021-04-15T16:17:58.177" v="4219" actId="165"/>
          <ac:grpSpMkLst>
            <pc:docMk/>
            <pc:sldMk cId="289680637" sldId="11925"/>
            <ac:grpSpMk id="59" creationId="{738416DA-96E7-47E5-ABB9-D4E631C22359}"/>
          </ac:grpSpMkLst>
        </pc:grpChg>
        <pc:grpChg chg="del mod">
          <ac:chgData name="Khumalo, Linda" userId="dec9ebdf-bb03-41b8-8be8-d403b092b381" providerId="ADAL" clId="{1F672A8F-2681-4F4F-9753-B5FB86B1EA26}" dt="2021-04-15T16:19:58.827" v="4240" actId="165"/>
          <ac:grpSpMkLst>
            <pc:docMk/>
            <pc:sldMk cId="289680637" sldId="11925"/>
            <ac:grpSpMk id="62" creationId="{5C89D247-3234-47DC-8929-E499CF796A88}"/>
          </ac:grpSpMkLst>
        </pc:grpChg>
        <pc:grpChg chg="del mod">
          <ac:chgData name="Khumalo, Linda" userId="dec9ebdf-bb03-41b8-8be8-d403b092b381" providerId="ADAL" clId="{1F672A8F-2681-4F4F-9753-B5FB86B1EA26}" dt="2021-04-15T16:17:58.177" v="4219" actId="165"/>
          <ac:grpSpMkLst>
            <pc:docMk/>
            <pc:sldMk cId="289680637" sldId="11925"/>
            <ac:grpSpMk id="65" creationId="{D504F154-5CD8-42DE-BB26-4A85FBC02458}"/>
          </ac:grpSpMkLst>
        </pc:grpChg>
        <pc:grpChg chg="del">
          <ac:chgData name="Khumalo, Linda" userId="dec9ebdf-bb03-41b8-8be8-d403b092b381" providerId="ADAL" clId="{1F672A8F-2681-4F4F-9753-B5FB86B1EA26}" dt="2021-04-15T16:15:47.274" v="4194" actId="165"/>
          <ac:grpSpMkLst>
            <pc:docMk/>
            <pc:sldMk cId="289680637" sldId="11925"/>
            <ac:grpSpMk id="66" creationId="{8F559F3B-8387-414A-B283-DB7557EACAA8}"/>
          </ac:grpSpMkLst>
        </pc:grpChg>
        <pc:grpChg chg="del mod">
          <ac:chgData name="Khumalo, Linda" userId="dec9ebdf-bb03-41b8-8be8-d403b092b381" providerId="ADAL" clId="{1F672A8F-2681-4F4F-9753-B5FB86B1EA26}" dt="2021-04-15T16:17:58.177" v="4219" actId="165"/>
          <ac:grpSpMkLst>
            <pc:docMk/>
            <pc:sldMk cId="289680637" sldId="11925"/>
            <ac:grpSpMk id="70" creationId="{737F6BAF-FB58-4437-BDDA-5E69FF66E23B}"/>
          </ac:grpSpMkLst>
        </pc:grpChg>
        <pc:grpChg chg="del mod">
          <ac:chgData name="Khumalo, Linda" userId="dec9ebdf-bb03-41b8-8be8-d403b092b381" providerId="ADAL" clId="{1F672A8F-2681-4F4F-9753-B5FB86B1EA26}" dt="2021-04-15T16:17:58.177" v="4219" actId="165"/>
          <ac:grpSpMkLst>
            <pc:docMk/>
            <pc:sldMk cId="289680637" sldId="11925"/>
            <ac:grpSpMk id="71" creationId="{9B8DC15A-C7C7-4F7D-A322-D8FF94EBDFCA}"/>
          </ac:grpSpMkLst>
        </pc:grpChg>
        <pc:grpChg chg="del mod">
          <ac:chgData name="Khumalo, Linda" userId="dec9ebdf-bb03-41b8-8be8-d403b092b381" providerId="ADAL" clId="{1F672A8F-2681-4F4F-9753-B5FB86B1EA26}" dt="2021-04-15T16:17:58.177" v="4219" actId="165"/>
          <ac:grpSpMkLst>
            <pc:docMk/>
            <pc:sldMk cId="289680637" sldId="11925"/>
            <ac:grpSpMk id="72" creationId="{F142CCFA-D5EB-4B9E-A2DA-810F1B04BAAB}"/>
          </ac:grpSpMkLst>
        </pc:grpChg>
        <pc:grpChg chg="del mod">
          <ac:chgData name="Khumalo, Linda" userId="dec9ebdf-bb03-41b8-8be8-d403b092b381" providerId="ADAL" clId="{1F672A8F-2681-4F4F-9753-B5FB86B1EA26}" dt="2021-04-15T16:17:58.177" v="4219" actId="165"/>
          <ac:grpSpMkLst>
            <pc:docMk/>
            <pc:sldMk cId="289680637" sldId="11925"/>
            <ac:grpSpMk id="73" creationId="{15C9E29E-E254-4285-9291-3A6DA86F2296}"/>
          </ac:grpSpMkLst>
        </pc:grpChg>
        <pc:grpChg chg="del mod">
          <ac:chgData name="Khumalo, Linda" userId="dec9ebdf-bb03-41b8-8be8-d403b092b381" providerId="ADAL" clId="{1F672A8F-2681-4F4F-9753-B5FB86B1EA26}" dt="2021-04-15T16:19:54.273" v="4239" actId="165"/>
          <ac:grpSpMkLst>
            <pc:docMk/>
            <pc:sldMk cId="289680637" sldId="11925"/>
            <ac:grpSpMk id="74" creationId="{C67B930B-E7DF-43AB-9FB0-2F38A7233693}"/>
          </ac:grpSpMkLst>
        </pc:grpChg>
        <pc:grpChg chg="del">
          <ac:chgData name="Khumalo, Linda" userId="dec9ebdf-bb03-41b8-8be8-d403b092b381" providerId="ADAL" clId="{1F672A8F-2681-4F4F-9753-B5FB86B1EA26}" dt="2021-04-15T16:15:47.274" v="4194" actId="165"/>
          <ac:grpSpMkLst>
            <pc:docMk/>
            <pc:sldMk cId="289680637" sldId="11925"/>
            <ac:grpSpMk id="75" creationId="{C661FA86-A48D-4810-A4F9-349AA0511D09}"/>
          </ac:grpSpMkLst>
        </pc:grpChg>
        <pc:picChg chg="mod topLvl">
          <ac:chgData name="Khumalo, Linda" userId="dec9ebdf-bb03-41b8-8be8-d403b092b381" providerId="ADAL" clId="{1F672A8F-2681-4F4F-9753-B5FB86B1EA26}" dt="2021-04-15T16:19:23.454" v="4230" actId="164"/>
          <ac:picMkLst>
            <pc:docMk/>
            <pc:sldMk cId="289680637" sldId="11925"/>
            <ac:picMk id="5" creationId="{91C67672-11F6-4D23-BA51-0A494B0E3CE3}"/>
          </ac:picMkLst>
        </pc:picChg>
        <pc:picChg chg="mod topLvl">
          <ac:chgData name="Khumalo, Linda" userId="dec9ebdf-bb03-41b8-8be8-d403b092b381" providerId="ADAL" clId="{1F672A8F-2681-4F4F-9753-B5FB86B1EA26}" dt="2021-04-15T16:19:26.629" v="4231" actId="164"/>
          <ac:picMkLst>
            <pc:docMk/>
            <pc:sldMk cId="289680637" sldId="11925"/>
            <ac:picMk id="6" creationId="{8A03B1BE-94B9-4B34-9FAC-5B120E2C003B}"/>
          </ac:picMkLst>
        </pc:picChg>
        <pc:picChg chg="mod topLvl">
          <ac:chgData name="Khumalo, Linda" userId="dec9ebdf-bb03-41b8-8be8-d403b092b381" providerId="ADAL" clId="{1F672A8F-2681-4F4F-9753-B5FB86B1EA26}" dt="2021-04-15T16:19:29.119" v="4232" actId="164"/>
          <ac:picMkLst>
            <pc:docMk/>
            <pc:sldMk cId="289680637" sldId="11925"/>
            <ac:picMk id="7" creationId="{07CEE7AC-A95D-4C1F-BE30-2B02B66EE0D0}"/>
          </ac:picMkLst>
        </pc:picChg>
        <pc:picChg chg="mod topLvl">
          <ac:chgData name="Khumalo, Linda" userId="dec9ebdf-bb03-41b8-8be8-d403b092b381" providerId="ADAL" clId="{1F672A8F-2681-4F4F-9753-B5FB86B1EA26}" dt="2021-04-15T16:19:45.492" v="4237" actId="164"/>
          <ac:picMkLst>
            <pc:docMk/>
            <pc:sldMk cId="289680637" sldId="11925"/>
            <ac:picMk id="27" creationId="{6E152807-F43D-48CA-8A7E-63D9D93E15CD}"/>
          </ac:picMkLst>
        </pc:picChg>
        <pc:picChg chg="mod topLvl">
          <ac:chgData name="Khumalo, Linda" userId="dec9ebdf-bb03-41b8-8be8-d403b092b381" providerId="ADAL" clId="{1F672A8F-2681-4F4F-9753-B5FB86B1EA26}" dt="2021-04-15T16:20:19.446" v="4245" actId="164"/>
          <ac:picMkLst>
            <pc:docMk/>
            <pc:sldMk cId="289680637" sldId="11925"/>
            <ac:picMk id="30" creationId="{DAEB1188-71CF-4867-811D-A1F90A862EA6}"/>
          </ac:picMkLst>
        </pc:picChg>
        <pc:picChg chg="mod topLvl">
          <ac:chgData name="Khumalo, Linda" userId="dec9ebdf-bb03-41b8-8be8-d403b092b381" providerId="ADAL" clId="{1F672A8F-2681-4F4F-9753-B5FB86B1EA26}" dt="2021-04-15T16:20:16.497" v="4244" actId="164"/>
          <ac:picMkLst>
            <pc:docMk/>
            <pc:sldMk cId="289680637" sldId="11925"/>
            <ac:picMk id="35" creationId="{B1218EDB-A8BF-4E40-8544-DBBC9F23AF75}"/>
          </ac:picMkLst>
        </pc:picChg>
        <pc:picChg chg="mod topLvl">
          <ac:chgData name="Khumalo, Linda" userId="dec9ebdf-bb03-41b8-8be8-d403b092b381" providerId="ADAL" clId="{1F672A8F-2681-4F4F-9753-B5FB86B1EA26}" dt="2021-04-15T16:19:35.292" v="4234" actId="164"/>
          <ac:picMkLst>
            <pc:docMk/>
            <pc:sldMk cId="289680637" sldId="11925"/>
            <ac:picMk id="46" creationId="{601CF394-53C5-4E65-9689-6936D08DCB17}"/>
          </ac:picMkLst>
        </pc:picChg>
        <pc:picChg chg="mod topLvl">
          <ac:chgData name="Khumalo, Linda" userId="dec9ebdf-bb03-41b8-8be8-d403b092b381" providerId="ADAL" clId="{1F672A8F-2681-4F4F-9753-B5FB86B1EA26}" dt="2021-04-15T16:19:42.351" v="4236" actId="164"/>
          <ac:picMkLst>
            <pc:docMk/>
            <pc:sldMk cId="289680637" sldId="11925"/>
            <ac:picMk id="49" creationId="{2A9AA523-7077-4456-934C-1BBE90361B62}"/>
          </ac:picMkLst>
        </pc:picChg>
        <pc:picChg chg="mod topLvl">
          <ac:chgData name="Khumalo, Linda" userId="dec9ebdf-bb03-41b8-8be8-d403b092b381" providerId="ADAL" clId="{1F672A8F-2681-4F4F-9753-B5FB86B1EA26}" dt="2021-04-15T16:19:31.880" v="4233" actId="164"/>
          <ac:picMkLst>
            <pc:docMk/>
            <pc:sldMk cId="289680637" sldId="11925"/>
            <ac:picMk id="58" creationId="{99D8F6BE-F791-4434-87A1-76AD14980069}"/>
          </ac:picMkLst>
        </pc:picChg>
        <pc:picChg chg="mod topLvl">
          <ac:chgData name="Khumalo, Linda" userId="dec9ebdf-bb03-41b8-8be8-d403b092b381" providerId="ADAL" clId="{1F672A8F-2681-4F4F-9753-B5FB86B1EA26}" dt="2021-04-15T16:19:39.248" v="4235" actId="164"/>
          <ac:picMkLst>
            <pc:docMk/>
            <pc:sldMk cId="289680637" sldId="11925"/>
            <ac:picMk id="61" creationId="{A2B32E87-8DAC-4241-A8D8-B222A237BB90}"/>
          </ac:picMkLst>
        </pc:picChg>
        <pc:picChg chg="mod topLvl">
          <ac:chgData name="Khumalo, Linda" userId="dec9ebdf-bb03-41b8-8be8-d403b092b381" providerId="ADAL" clId="{1F672A8F-2681-4F4F-9753-B5FB86B1EA26}" dt="2021-04-15T16:20:10.621" v="4242" actId="164"/>
          <ac:picMkLst>
            <pc:docMk/>
            <pc:sldMk cId="289680637" sldId="11925"/>
            <ac:picMk id="64" creationId="{B6A397C9-57F8-4761-A131-D39A7CBC63CE}"/>
          </ac:picMkLst>
        </pc:picChg>
        <pc:picChg chg="mod topLvl">
          <ac:chgData name="Khumalo, Linda" userId="dec9ebdf-bb03-41b8-8be8-d403b092b381" providerId="ADAL" clId="{1F672A8F-2681-4F4F-9753-B5FB86B1EA26}" dt="2021-04-15T16:20:13.509" v="4243" actId="164"/>
          <ac:picMkLst>
            <pc:docMk/>
            <pc:sldMk cId="289680637" sldId="11925"/>
            <ac:picMk id="69" creationId="{01CC78ED-3DD4-46C7-84A8-BE6F97BFB2B9}"/>
          </ac:picMkLst>
        </pc:picChg>
      </pc:sldChg>
      <pc:sldMasterChg chg="delSldLayout">
        <pc:chgData name="Khumalo, Linda" userId="dec9ebdf-bb03-41b8-8be8-d403b092b381" providerId="ADAL" clId="{1F672A8F-2681-4F4F-9753-B5FB86B1EA26}" dt="2021-04-15T14:48:57.524" v="3179" actId="47"/>
        <pc:sldMasterMkLst>
          <pc:docMk/>
          <pc:sldMasterMk cId="3450021558" sldId="2147483765"/>
        </pc:sldMasterMkLst>
        <pc:sldLayoutChg chg="del">
          <pc:chgData name="Khumalo, Linda" userId="dec9ebdf-bb03-41b8-8be8-d403b092b381" providerId="ADAL" clId="{1F672A8F-2681-4F4F-9753-B5FB86B1EA26}" dt="2021-04-15T14:48:57.524" v="3179" actId="47"/>
          <pc:sldLayoutMkLst>
            <pc:docMk/>
            <pc:sldMasterMk cId="3450021558" sldId="2147483765"/>
            <pc:sldLayoutMk cId="2111719632" sldId="2147483797"/>
          </pc:sldLayoutMkLst>
        </pc:sldLayoutChg>
      </pc:sldMasterChg>
    </pc:docChg>
  </pc:docChgLst>
  <pc:docChgLst>
    <pc:chgData name="Khumalo, Linda" userId="dec9ebdf-bb03-41b8-8be8-d403b092b381" providerId="ADAL" clId="{C40BA9AE-D036-41F0-80EC-10123636866D}"/>
    <pc:docChg chg="undo custSel addSld delSld modSld sldOrd">
      <pc:chgData name="Khumalo, Linda" userId="dec9ebdf-bb03-41b8-8be8-d403b092b381" providerId="ADAL" clId="{C40BA9AE-D036-41F0-80EC-10123636866D}" dt="2021-04-16T14:59:18.232" v="468" actId="6549"/>
      <pc:docMkLst>
        <pc:docMk/>
      </pc:docMkLst>
      <pc:sldChg chg="del">
        <pc:chgData name="Khumalo, Linda" userId="dec9ebdf-bb03-41b8-8be8-d403b092b381" providerId="ADAL" clId="{C40BA9AE-D036-41F0-80EC-10123636866D}" dt="2021-04-16T12:56:54.033" v="139" actId="47"/>
        <pc:sldMkLst>
          <pc:docMk/>
          <pc:sldMk cId="220026018" sldId="10107"/>
        </pc:sldMkLst>
      </pc:sldChg>
      <pc:sldChg chg="del">
        <pc:chgData name="Khumalo, Linda" userId="dec9ebdf-bb03-41b8-8be8-d403b092b381" providerId="ADAL" clId="{C40BA9AE-D036-41F0-80EC-10123636866D}" dt="2021-04-16T14:54:30.572" v="462" actId="47"/>
        <pc:sldMkLst>
          <pc:docMk/>
          <pc:sldMk cId="4020844815" sldId="10114"/>
        </pc:sldMkLst>
      </pc:sldChg>
      <pc:sldChg chg="del">
        <pc:chgData name="Khumalo, Linda" userId="dec9ebdf-bb03-41b8-8be8-d403b092b381" providerId="ADAL" clId="{C40BA9AE-D036-41F0-80EC-10123636866D}" dt="2021-04-16T10:07:38.078" v="115" actId="47"/>
        <pc:sldMkLst>
          <pc:docMk/>
          <pc:sldMk cId="2443884276" sldId="11911"/>
        </pc:sldMkLst>
      </pc:sldChg>
      <pc:sldChg chg="addSp modSp mod">
        <pc:chgData name="Khumalo, Linda" userId="dec9ebdf-bb03-41b8-8be8-d403b092b381" providerId="ADAL" clId="{C40BA9AE-D036-41F0-80EC-10123636866D}" dt="2021-04-16T13:34:26.558" v="249" actId="553"/>
        <pc:sldMkLst>
          <pc:docMk/>
          <pc:sldMk cId="3039178225" sldId="11921"/>
        </pc:sldMkLst>
        <pc:spChg chg="mod">
          <ac:chgData name="Khumalo, Linda" userId="dec9ebdf-bb03-41b8-8be8-d403b092b381" providerId="ADAL" clId="{C40BA9AE-D036-41F0-80EC-10123636866D}" dt="2021-04-16T10:07:50.902" v="117" actId="20577"/>
          <ac:spMkLst>
            <pc:docMk/>
            <pc:sldMk cId="3039178225" sldId="11921"/>
            <ac:spMk id="2" creationId="{35F7AF95-D2D9-4E4D-9834-B01D11108DAD}"/>
          </ac:spMkLst>
        </pc:spChg>
        <pc:spChg chg="mod">
          <ac:chgData name="Khumalo, Linda" userId="dec9ebdf-bb03-41b8-8be8-d403b092b381" providerId="ADAL" clId="{C40BA9AE-D036-41F0-80EC-10123636866D}" dt="2021-04-16T13:32:09.563" v="238" actId="571"/>
          <ac:spMkLst>
            <pc:docMk/>
            <pc:sldMk cId="3039178225" sldId="11921"/>
            <ac:spMk id="80" creationId="{4863937A-E5EA-49E2-B467-18A3B5C3A352}"/>
          </ac:spMkLst>
        </pc:spChg>
        <pc:spChg chg="mod">
          <ac:chgData name="Khumalo, Linda" userId="dec9ebdf-bb03-41b8-8be8-d403b092b381" providerId="ADAL" clId="{C40BA9AE-D036-41F0-80EC-10123636866D}" dt="2021-04-16T13:34:16.519" v="248" actId="553"/>
          <ac:spMkLst>
            <pc:docMk/>
            <pc:sldMk cId="3039178225" sldId="11921"/>
            <ac:spMk id="82" creationId="{5F81739A-559C-4080-87F1-EB000D5DB001}"/>
          </ac:spMkLst>
        </pc:spChg>
        <pc:spChg chg="mod">
          <ac:chgData name="Khumalo, Linda" userId="dec9ebdf-bb03-41b8-8be8-d403b092b381" providerId="ADAL" clId="{C40BA9AE-D036-41F0-80EC-10123636866D}" dt="2021-04-16T13:34:16.519" v="248" actId="553"/>
          <ac:spMkLst>
            <pc:docMk/>
            <pc:sldMk cId="3039178225" sldId="11921"/>
            <ac:spMk id="83" creationId="{4C1C853D-12BF-4D1B-8C76-272D1F542767}"/>
          </ac:spMkLst>
        </pc:spChg>
        <pc:spChg chg="mod">
          <ac:chgData name="Khumalo, Linda" userId="dec9ebdf-bb03-41b8-8be8-d403b092b381" providerId="ADAL" clId="{C40BA9AE-D036-41F0-80EC-10123636866D}" dt="2021-04-16T13:34:16.519" v="248" actId="553"/>
          <ac:spMkLst>
            <pc:docMk/>
            <pc:sldMk cId="3039178225" sldId="11921"/>
            <ac:spMk id="84" creationId="{363F75F5-9872-4C13-9DFC-B0792605A6C2}"/>
          </ac:spMkLst>
        </pc:spChg>
        <pc:spChg chg="mod">
          <ac:chgData name="Khumalo, Linda" userId="dec9ebdf-bb03-41b8-8be8-d403b092b381" providerId="ADAL" clId="{C40BA9AE-D036-41F0-80EC-10123636866D}" dt="2021-04-16T13:34:26.558" v="249" actId="553"/>
          <ac:spMkLst>
            <pc:docMk/>
            <pc:sldMk cId="3039178225" sldId="11921"/>
            <ac:spMk id="85" creationId="{1706643C-9B3E-42E4-9205-371C6D12337A}"/>
          </ac:spMkLst>
        </pc:spChg>
        <pc:spChg chg="mod">
          <ac:chgData name="Khumalo, Linda" userId="dec9ebdf-bb03-41b8-8be8-d403b092b381" providerId="ADAL" clId="{C40BA9AE-D036-41F0-80EC-10123636866D}" dt="2021-04-16T13:34:26.558" v="249" actId="553"/>
          <ac:spMkLst>
            <pc:docMk/>
            <pc:sldMk cId="3039178225" sldId="11921"/>
            <ac:spMk id="86" creationId="{E2D6CFB0-B2AE-42F6-8417-F0DDCBD0FF66}"/>
          </ac:spMkLst>
        </pc:spChg>
        <pc:spChg chg="mod">
          <ac:chgData name="Khumalo, Linda" userId="dec9ebdf-bb03-41b8-8be8-d403b092b381" providerId="ADAL" clId="{C40BA9AE-D036-41F0-80EC-10123636866D}" dt="2021-04-16T13:34:26.558" v="249" actId="553"/>
          <ac:spMkLst>
            <pc:docMk/>
            <pc:sldMk cId="3039178225" sldId="11921"/>
            <ac:spMk id="87" creationId="{8B6197A4-0A2F-40A3-8A5C-2EB9FEDB14F7}"/>
          </ac:spMkLst>
        </pc:spChg>
        <pc:spChg chg="mod">
          <ac:chgData name="Khumalo, Linda" userId="dec9ebdf-bb03-41b8-8be8-d403b092b381" providerId="ADAL" clId="{C40BA9AE-D036-41F0-80EC-10123636866D}" dt="2021-04-16T13:32:55.410" v="245" actId="408"/>
          <ac:spMkLst>
            <pc:docMk/>
            <pc:sldMk cId="3039178225" sldId="11921"/>
            <ac:spMk id="88" creationId="{5631DA68-9245-4340-9982-335D3F3CA7E9}"/>
          </ac:spMkLst>
        </pc:spChg>
        <pc:spChg chg="mod">
          <ac:chgData name="Khumalo, Linda" userId="dec9ebdf-bb03-41b8-8be8-d403b092b381" providerId="ADAL" clId="{C40BA9AE-D036-41F0-80EC-10123636866D}" dt="2021-04-16T13:33:05.031" v="247" actId="408"/>
          <ac:spMkLst>
            <pc:docMk/>
            <pc:sldMk cId="3039178225" sldId="11921"/>
            <ac:spMk id="89" creationId="{2DEF4CB0-6818-4A61-9565-21B47274AE10}"/>
          </ac:spMkLst>
        </pc:spChg>
        <pc:spChg chg="mod">
          <ac:chgData name="Khumalo, Linda" userId="dec9ebdf-bb03-41b8-8be8-d403b092b381" providerId="ADAL" clId="{C40BA9AE-D036-41F0-80EC-10123636866D}" dt="2021-04-16T13:34:26.558" v="249" actId="553"/>
          <ac:spMkLst>
            <pc:docMk/>
            <pc:sldMk cId="3039178225" sldId="11921"/>
            <ac:spMk id="90" creationId="{5C462649-274F-4F33-B51E-517848056A8A}"/>
          </ac:spMkLst>
        </pc:spChg>
        <pc:spChg chg="mod">
          <ac:chgData name="Khumalo, Linda" userId="dec9ebdf-bb03-41b8-8be8-d403b092b381" providerId="ADAL" clId="{C40BA9AE-D036-41F0-80EC-10123636866D}" dt="2021-04-16T13:34:16.519" v="248" actId="553"/>
          <ac:spMkLst>
            <pc:docMk/>
            <pc:sldMk cId="3039178225" sldId="11921"/>
            <ac:spMk id="91" creationId="{50E0C746-7A27-4A46-AE13-6E6A989011C3}"/>
          </ac:spMkLst>
        </pc:spChg>
        <pc:spChg chg="mod">
          <ac:chgData name="Khumalo, Linda" userId="dec9ebdf-bb03-41b8-8be8-d403b092b381" providerId="ADAL" clId="{C40BA9AE-D036-41F0-80EC-10123636866D}" dt="2021-04-16T13:33:05.031" v="247" actId="408"/>
          <ac:spMkLst>
            <pc:docMk/>
            <pc:sldMk cId="3039178225" sldId="11921"/>
            <ac:spMk id="92" creationId="{49EBA792-16B8-4606-B35E-84C837751E01}"/>
          </ac:spMkLst>
        </pc:spChg>
        <pc:spChg chg="mod">
          <ac:chgData name="Khumalo, Linda" userId="dec9ebdf-bb03-41b8-8be8-d403b092b381" providerId="ADAL" clId="{C40BA9AE-D036-41F0-80EC-10123636866D}" dt="2021-04-16T13:32:59.271" v="246" actId="408"/>
          <ac:spMkLst>
            <pc:docMk/>
            <pc:sldMk cId="3039178225" sldId="11921"/>
            <ac:spMk id="93" creationId="{0A6C2502-6ED0-4AA9-814F-51830A04B461}"/>
          </ac:spMkLst>
        </pc:spChg>
        <pc:spChg chg="mod">
          <ac:chgData name="Khumalo, Linda" userId="dec9ebdf-bb03-41b8-8be8-d403b092b381" providerId="ADAL" clId="{C40BA9AE-D036-41F0-80EC-10123636866D}" dt="2021-04-16T13:32:59.271" v="246" actId="408"/>
          <ac:spMkLst>
            <pc:docMk/>
            <pc:sldMk cId="3039178225" sldId="11921"/>
            <ac:spMk id="94" creationId="{2D58E2A3-3688-45CA-8F9D-5DA97BA79580}"/>
          </ac:spMkLst>
        </pc:spChg>
        <pc:spChg chg="mod">
          <ac:chgData name="Khumalo, Linda" userId="dec9ebdf-bb03-41b8-8be8-d403b092b381" providerId="ADAL" clId="{C40BA9AE-D036-41F0-80EC-10123636866D}" dt="2021-04-16T13:32:59.271" v="246" actId="408"/>
          <ac:spMkLst>
            <pc:docMk/>
            <pc:sldMk cId="3039178225" sldId="11921"/>
            <ac:spMk id="95" creationId="{E0C2E57C-BEA3-4DD8-8803-2DF7867C3D6F}"/>
          </ac:spMkLst>
        </pc:spChg>
        <pc:spChg chg="mod">
          <ac:chgData name="Khumalo, Linda" userId="dec9ebdf-bb03-41b8-8be8-d403b092b381" providerId="ADAL" clId="{C40BA9AE-D036-41F0-80EC-10123636866D}" dt="2021-04-16T13:32:59.271" v="246" actId="408"/>
          <ac:spMkLst>
            <pc:docMk/>
            <pc:sldMk cId="3039178225" sldId="11921"/>
            <ac:spMk id="96" creationId="{FBDFFE9C-1297-4579-BE87-D8FBEB5C11F7}"/>
          </ac:spMkLst>
        </pc:spChg>
        <pc:spChg chg="mod">
          <ac:chgData name="Khumalo, Linda" userId="dec9ebdf-bb03-41b8-8be8-d403b092b381" providerId="ADAL" clId="{C40BA9AE-D036-41F0-80EC-10123636866D}" dt="2021-04-16T13:32:59.271" v="246" actId="408"/>
          <ac:spMkLst>
            <pc:docMk/>
            <pc:sldMk cId="3039178225" sldId="11921"/>
            <ac:spMk id="97" creationId="{B4823064-650E-41BC-A56B-C0454F934C02}"/>
          </ac:spMkLst>
        </pc:spChg>
        <pc:spChg chg="mod">
          <ac:chgData name="Khumalo, Linda" userId="dec9ebdf-bb03-41b8-8be8-d403b092b381" providerId="ADAL" clId="{C40BA9AE-D036-41F0-80EC-10123636866D}" dt="2021-04-16T13:32:59.271" v="246" actId="408"/>
          <ac:spMkLst>
            <pc:docMk/>
            <pc:sldMk cId="3039178225" sldId="11921"/>
            <ac:spMk id="98" creationId="{5F82AD7B-14F5-4F8B-BF7B-1DBFA08DE394}"/>
          </ac:spMkLst>
        </pc:spChg>
        <pc:spChg chg="mod">
          <ac:chgData name="Khumalo, Linda" userId="dec9ebdf-bb03-41b8-8be8-d403b092b381" providerId="ADAL" clId="{C40BA9AE-D036-41F0-80EC-10123636866D}" dt="2021-04-16T13:32:59.271" v="246" actId="408"/>
          <ac:spMkLst>
            <pc:docMk/>
            <pc:sldMk cId="3039178225" sldId="11921"/>
            <ac:spMk id="100" creationId="{AD919BE4-3C70-4966-8348-E39C726A7299}"/>
          </ac:spMkLst>
        </pc:spChg>
        <pc:spChg chg="mod">
          <ac:chgData name="Khumalo, Linda" userId="dec9ebdf-bb03-41b8-8be8-d403b092b381" providerId="ADAL" clId="{C40BA9AE-D036-41F0-80EC-10123636866D}" dt="2021-04-16T13:32:09.563" v="238" actId="571"/>
          <ac:spMkLst>
            <pc:docMk/>
            <pc:sldMk cId="3039178225" sldId="11921"/>
            <ac:spMk id="101" creationId="{6301E0FA-C985-47AF-8722-658A948E2707}"/>
          </ac:spMkLst>
        </pc:spChg>
        <pc:spChg chg="mod">
          <ac:chgData name="Khumalo, Linda" userId="dec9ebdf-bb03-41b8-8be8-d403b092b381" providerId="ADAL" clId="{C40BA9AE-D036-41F0-80EC-10123636866D}" dt="2021-04-16T13:32:09.563" v="238" actId="571"/>
          <ac:spMkLst>
            <pc:docMk/>
            <pc:sldMk cId="3039178225" sldId="11921"/>
            <ac:spMk id="104" creationId="{973A1221-F213-4153-B1BC-105AA872A72F}"/>
          </ac:spMkLst>
        </pc:spChg>
        <pc:spChg chg="mod">
          <ac:chgData name="Khumalo, Linda" userId="dec9ebdf-bb03-41b8-8be8-d403b092b381" providerId="ADAL" clId="{C40BA9AE-D036-41F0-80EC-10123636866D}" dt="2021-04-16T13:32:59.271" v="246" actId="408"/>
          <ac:spMkLst>
            <pc:docMk/>
            <pc:sldMk cId="3039178225" sldId="11921"/>
            <ac:spMk id="107" creationId="{89C6B8EA-B8AD-47EB-9E8F-DE15DAAD2171}"/>
          </ac:spMkLst>
        </pc:spChg>
        <pc:spChg chg="mod">
          <ac:chgData name="Khumalo, Linda" userId="dec9ebdf-bb03-41b8-8be8-d403b092b381" providerId="ADAL" clId="{C40BA9AE-D036-41F0-80EC-10123636866D}" dt="2021-04-16T13:32:09.563" v="238" actId="571"/>
          <ac:spMkLst>
            <pc:docMk/>
            <pc:sldMk cId="3039178225" sldId="11921"/>
            <ac:spMk id="108" creationId="{9652911E-AC9E-4CD8-A6B4-9F2A677BD27B}"/>
          </ac:spMkLst>
        </pc:spChg>
        <pc:spChg chg="mod">
          <ac:chgData name="Khumalo, Linda" userId="dec9ebdf-bb03-41b8-8be8-d403b092b381" providerId="ADAL" clId="{C40BA9AE-D036-41F0-80EC-10123636866D}" dt="2021-04-16T13:34:26.558" v="249" actId="553"/>
          <ac:spMkLst>
            <pc:docMk/>
            <pc:sldMk cId="3039178225" sldId="11921"/>
            <ac:spMk id="109" creationId="{EA89B31B-1BFA-4A23-A45A-12615BBBB476}"/>
          </ac:spMkLst>
        </pc:spChg>
        <pc:spChg chg="mod">
          <ac:chgData name="Khumalo, Linda" userId="dec9ebdf-bb03-41b8-8be8-d403b092b381" providerId="ADAL" clId="{C40BA9AE-D036-41F0-80EC-10123636866D}" dt="2021-04-16T13:34:26.558" v="249" actId="553"/>
          <ac:spMkLst>
            <pc:docMk/>
            <pc:sldMk cId="3039178225" sldId="11921"/>
            <ac:spMk id="110" creationId="{6FE61BF5-2C14-4AA8-87A7-CAA666A5E9A3}"/>
          </ac:spMkLst>
        </pc:spChg>
        <pc:spChg chg="mod">
          <ac:chgData name="Khumalo, Linda" userId="dec9ebdf-bb03-41b8-8be8-d403b092b381" providerId="ADAL" clId="{C40BA9AE-D036-41F0-80EC-10123636866D}" dt="2021-04-16T13:34:26.558" v="249" actId="553"/>
          <ac:spMkLst>
            <pc:docMk/>
            <pc:sldMk cId="3039178225" sldId="11921"/>
            <ac:spMk id="111" creationId="{A0633873-E166-42B6-8636-0E6A4D45E19C}"/>
          </ac:spMkLst>
        </pc:spChg>
        <pc:spChg chg="mod">
          <ac:chgData name="Khumalo, Linda" userId="dec9ebdf-bb03-41b8-8be8-d403b092b381" providerId="ADAL" clId="{C40BA9AE-D036-41F0-80EC-10123636866D}" dt="2021-04-16T13:34:26.558" v="249" actId="553"/>
          <ac:spMkLst>
            <pc:docMk/>
            <pc:sldMk cId="3039178225" sldId="11921"/>
            <ac:spMk id="112" creationId="{E68BC13F-68F3-4341-9971-9707210AF1D9}"/>
          </ac:spMkLst>
        </pc:spChg>
        <pc:spChg chg="mod">
          <ac:chgData name="Khumalo, Linda" userId="dec9ebdf-bb03-41b8-8be8-d403b092b381" providerId="ADAL" clId="{C40BA9AE-D036-41F0-80EC-10123636866D}" dt="2021-04-16T13:34:26.558" v="249" actId="553"/>
          <ac:spMkLst>
            <pc:docMk/>
            <pc:sldMk cId="3039178225" sldId="11921"/>
            <ac:spMk id="113" creationId="{7E4D6D15-6EE0-42BC-88EF-196E1755129F}"/>
          </ac:spMkLst>
        </pc:spChg>
        <pc:spChg chg="mod">
          <ac:chgData name="Khumalo, Linda" userId="dec9ebdf-bb03-41b8-8be8-d403b092b381" providerId="ADAL" clId="{C40BA9AE-D036-41F0-80EC-10123636866D}" dt="2021-04-16T13:34:26.558" v="249" actId="553"/>
          <ac:spMkLst>
            <pc:docMk/>
            <pc:sldMk cId="3039178225" sldId="11921"/>
            <ac:spMk id="114" creationId="{362A8F64-2BF0-4A32-96DC-65A5F871F0E3}"/>
          </ac:spMkLst>
        </pc:spChg>
        <pc:spChg chg="mod">
          <ac:chgData name="Khumalo, Linda" userId="dec9ebdf-bb03-41b8-8be8-d403b092b381" providerId="ADAL" clId="{C40BA9AE-D036-41F0-80EC-10123636866D}" dt="2021-04-16T13:34:26.558" v="249" actId="553"/>
          <ac:spMkLst>
            <pc:docMk/>
            <pc:sldMk cId="3039178225" sldId="11921"/>
            <ac:spMk id="115" creationId="{53AF2FA9-5487-41C5-ACA1-4C9A8290FDBB}"/>
          </ac:spMkLst>
        </pc:spChg>
        <pc:spChg chg="mod">
          <ac:chgData name="Khumalo, Linda" userId="dec9ebdf-bb03-41b8-8be8-d403b092b381" providerId="ADAL" clId="{C40BA9AE-D036-41F0-80EC-10123636866D}" dt="2021-04-16T13:34:26.558" v="249" actId="553"/>
          <ac:spMkLst>
            <pc:docMk/>
            <pc:sldMk cId="3039178225" sldId="11921"/>
            <ac:spMk id="116" creationId="{C00C4DB0-6114-44EC-B246-FFD4B2AD21CB}"/>
          </ac:spMkLst>
        </pc:spChg>
        <pc:spChg chg="mod">
          <ac:chgData name="Khumalo, Linda" userId="dec9ebdf-bb03-41b8-8be8-d403b092b381" providerId="ADAL" clId="{C40BA9AE-D036-41F0-80EC-10123636866D}" dt="2021-04-16T13:32:09.563" v="238" actId="571"/>
          <ac:spMkLst>
            <pc:docMk/>
            <pc:sldMk cId="3039178225" sldId="11921"/>
            <ac:spMk id="119" creationId="{354F4178-0432-4B83-9C33-27CE3A16FE29}"/>
          </ac:spMkLst>
        </pc:spChg>
        <pc:spChg chg="mod">
          <ac:chgData name="Khumalo, Linda" userId="dec9ebdf-bb03-41b8-8be8-d403b092b381" providerId="ADAL" clId="{C40BA9AE-D036-41F0-80EC-10123636866D}" dt="2021-04-16T13:34:16.519" v="248" actId="553"/>
          <ac:spMkLst>
            <pc:docMk/>
            <pc:sldMk cId="3039178225" sldId="11921"/>
            <ac:spMk id="122" creationId="{3216D0CB-E6BF-45A4-8493-00914855C1CB}"/>
          </ac:spMkLst>
        </pc:spChg>
        <pc:spChg chg="mod">
          <ac:chgData name="Khumalo, Linda" userId="dec9ebdf-bb03-41b8-8be8-d403b092b381" providerId="ADAL" clId="{C40BA9AE-D036-41F0-80EC-10123636866D}" dt="2021-04-16T13:34:16.519" v="248" actId="553"/>
          <ac:spMkLst>
            <pc:docMk/>
            <pc:sldMk cId="3039178225" sldId="11921"/>
            <ac:spMk id="123" creationId="{0E64B73B-EA4C-4853-8B1F-7C4DBEEEE9CE}"/>
          </ac:spMkLst>
        </pc:spChg>
        <pc:spChg chg="mod">
          <ac:chgData name="Khumalo, Linda" userId="dec9ebdf-bb03-41b8-8be8-d403b092b381" providerId="ADAL" clId="{C40BA9AE-D036-41F0-80EC-10123636866D}" dt="2021-04-16T13:34:16.519" v="248" actId="553"/>
          <ac:spMkLst>
            <pc:docMk/>
            <pc:sldMk cId="3039178225" sldId="11921"/>
            <ac:spMk id="124" creationId="{F2E9E71C-6757-4C61-9A11-081EA15E32E2}"/>
          </ac:spMkLst>
        </pc:spChg>
        <pc:spChg chg="mod">
          <ac:chgData name="Khumalo, Linda" userId="dec9ebdf-bb03-41b8-8be8-d403b092b381" providerId="ADAL" clId="{C40BA9AE-D036-41F0-80EC-10123636866D}" dt="2021-04-16T13:34:16.519" v="248" actId="553"/>
          <ac:spMkLst>
            <pc:docMk/>
            <pc:sldMk cId="3039178225" sldId="11921"/>
            <ac:spMk id="125" creationId="{DD2396A2-6EA1-49E8-ADE8-53BE215CF9D0}"/>
          </ac:spMkLst>
        </pc:spChg>
        <pc:spChg chg="mod">
          <ac:chgData name="Khumalo, Linda" userId="dec9ebdf-bb03-41b8-8be8-d403b092b381" providerId="ADAL" clId="{C40BA9AE-D036-41F0-80EC-10123636866D}" dt="2021-04-16T13:34:16.519" v="248" actId="553"/>
          <ac:spMkLst>
            <pc:docMk/>
            <pc:sldMk cId="3039178225" sldId="11921"/>
            <ac:spMk id="126" creationId="{BDDFB0CE-8EE5-47EE-B7FE-679AFFDFAA94}"/>
          </ac:spMkLst>
        </pc:spChg>
        <pc:spChg chg="mod">
          <ac:chgData name="Khumalo, Linda" userId="dec9ebdf-bb03-41b8-8be8-d403b092b381" providerId="ADAL" clId="{C40BA9AE-D036-41F0-80EC-10123636866D}" dt="2021-04-16T13:34:16.519" v="248" actId="553"/>
          <ac:spMkLst>
            <pc:docMk/>
            <pc:sldMk cId="3039178225" sldId="11921"/>
            <ac:spMk id="127" creationId="{D71C78CF-F434-4613-9BA6-D261F47BFB5F}"/>
          </ac:spMkLst>
        </pc:spChg>
        <pc:spChg chg="mod">
          <ac:chgData name="Khumalo, Linda" userId="dec9ebdf-bb03-41b8-8be8-d403b092b381" providerId="ADAL" clId="{C40BA9AE-D036-41F0-80EC-10123636866D}" dt="2021-04-16T13:34:16.519" v="248" actId="553"/>
          <ac:spMkLst>
            <pc:docMk/>
            <pc:sldMk cId="3039178225" sldId="11921"/>
            <ac:spMk id="128" creationId="{A7F16805-B01B-49AC-91ED-77C0F609323A}"/>
          </ac:spMkLst>
        </pc:spChg>
        <pc:spChg chg="mod">
          <ac:chgData name="Khumalo, Linda" userId="dec9ebdf-bb03-41b8-8be8-d403b092b381" providerId="ADAL" clId="{C40BA9AE-D036-41F0-80EC-10123636866D}" dt="2021-04-16T13:34:16.519" v="248" actId="553"/>
          <ac:spMkLst>
            <pc:docMk/>
            <pc:sldMk cId="3039178225" sldId="11921"/>
            <ac:spMk id="129" creationId="{EFCBC096-0D58-4377-A36C-36F2F347E506}"/>
          </ac:spMkLst>
        </pc:spChg>
        <pc:spChg chg="mod">
          <ac:chgData name="Khumalo, Linda" userId="dec9ebdf-bb03-41b8-8be8-d403b092b381" providerId="ADAL" clId="{C40BA9AE-D036-41F0-80EC-10123636866D}" dt="2021-04-16T13:32:09.563" v="238" actId="571"/>
          <ac:spMkLst>
            <pc:docMk/>
            <pc:sldMk cId="3039178225" sldId="11921"/>
            <ac:spMk id="130" creationId="{21A790A1-DA8A-44DC-A2A7-4D6E0C408FAD}"/>
          </ac:spMkLst>
        </pc:spChg>
        <pc:spChg chg="mod">
          <ac:chgData name="Khumalo, Linda" userId="dec9ebdf-bb03-41b8-8be8-d403b092b381" providerId="ADAL" clId="{C40BA9AE-D036-41F0-80EC-10123636866D}" dt="2021-04-16T13:32:09.563" v="238" actId="571"/>
          <ac:spMkLst>
            <pc:docMk/>
            <pc:sldMk cId="3039178225" sldId="11921"/>
            <ac:spMk id="133" creationId="{341C8641-C9D4-4575-AD2E-76AAE79500A3}"/>
          </ac:spMkLst>
        </pc:spChg>
        <pc:spChg chg="mod">
          <ac:chgData name="Khumalo, Linda" userId="dec9ebdf-bb03-41b8-8be8-d403b092b381" providerId="ADAL" clId="{C40BA9AE-D036-41F0-80EC-10123636866D}" dt="2021-04-16T13:32:09.563" v="238" actId="571"/>
          <ac:spMkLst>
            <pc:docMk/>
            <pc:sldMk cId="3039178225" sldId="11921"/>
            <ac:spMk id="136" creationId="{611737DA-75BF-4603-BD28-50E3754DEFC5}"/>
          </ac:spMkLst>
        </pc:spChg>
        <pc:spChg chg="mod">
          <ac:chgData name="Khumalo, Linda" userId="dec9ebdf-bb03-41b8-8be8-d403b092b381" providerId="ADAL" clId="{C40BA9AE-D036-41F0-80EC-10123636866D}" dt="2021-04-16T13:32:09.563" v="238" actId="571"/>
          <ac:spMkLst>
            <pc:docMk/>
            <pc:sldMk cId="3039178225" sldId="11921"/>
            <ac:spMk id="139" creationId="{963D49F1-E768-4F87-BF4D-CD33702A954B}"/>
          </ac:spMkLst>
        </pc:spChg>
        <pc:spChg chg="mod">
          <ac:chgData name="Khumalo, Linda" userId="dec9ebdf-bb03-41b8-8be8-d403b092b381" providerId="ADAL" clId="{C40BA9AE-D036-41F0-80EC-10123636866D}" dt="2021-04-16T13:32:09.563" v="238" actId="571"/>
          <ac:spMkLst>
            <pc:docMk/>
            <pc:sldMk cId="3039178225" sldId="11921"/>
            <ac:spMk id="142" creationId="{79B41817-F2E7-4C80-9A9A-2DFF6D9E1D0D}"/>
          </ac:spMkLst>
        </pc:spChg>
        <pc:spChg chg="add mod">
          <ac:chgData name="Khumalo, Linda" userId="dec9ebdf-bb03-41b8-8be8-d403b092b381" providerId="ADAL" clId="{C40BA9AE-D036-41F0-80EC-10123636866D}" dt="2021-04-16T13:32:09.563" v="238" actId="571"/>
          <ac:spMkLst>
            <pc:docMk/>
            <pc:sldMk cId="3039178225" sldId="11921"/>
            <ac:spMk id="144" creationId="{C207EA42-634A-4A7A-B571-D2C5151303AD}"/>
          </ac:spMkLst>
        </pc:spChg>
        <pc:spChg chg="add mod">
          <ac:chgData name="Khumalo, Linda" userId="dec9ebdf-bb03-41b8-8be8-d403b092b381" providerId="ADAL" clId="{C40BA9AE-D036-41F0-80EC-10123636866D}" dt="2021-04-16T13:32:09.563" v="238" actId="571"/>
          <ac:spMkLst>
            <pc:docMk/>
            <pc:sldMk cId="3039178225" sldId="11921"/>
            <ac:spMk id="145" creationId="{72D60FDA-4292-4D9E-B991-3910B9EF5256}"/>
          </ac:spMkLst>
        </pc:spChg>
        <pc:spChg chg="add mod">
          <ac:chgData name="Khumalo, Linda" userId="dec9ebdf-bb03-41b8-8be8-d403b092b381" providerId="ADAL" clId="{C40BA9AE-D036-41F0-80EC-10123636866D}" dt="2021-04-16T13:32:09.563" v="238" actId="571"/>
          <ac:spMkLst>
            <pc:docMk/>
            <pc:sldMk cId="3039178225" sldId="11921"/>
            <ac:spMk id="146" creationId="{1DBE2478-3C45-4438-AF57-3A6DEFD57F41}"/>
          </ac:spMkLst>
        </pc:spChg>
        <pc:spChg chg="mod">
          <ac:chgData name="Khumalo, Linda" userId="dec9ebdf-bb03-41b8-8be8-d403b092b381" providerId="ADAL" clId="{C40BA9AE-D036-41F0-80EC-10123636866D}" dt="2021-04-16T13:32:59.271" v="246" actId="408"/>
          <ac:spMkLst>
            <pc:docMk/>
            <pc:sldMk cId="3039178225" sldId="11921"/>
            <ac:spMk id="153" creationId="{F9451D80-F748-4E18-9E61-683FB6EE0066}"/>
          </ac:spMkLst>
        </pc:spChg>
        <pc:spChg chg="mod">
          <ac:chgData name="Khumalo, Linda" userId="dec9ebdf-bb03-41b8-8be8-d403b092b381" providerId="ADAL" clId="{C40BA9AE-D036-41F0-80EC-10123636866D}" dt="2021-04-16T13:32:18.141" v="239" actId="1076"/>
          <ac:spMkLst>
            <pc:docMk/>
            <pc:sldMk cId="3039178225" sldId="11921"/>
            <ac:spMk id="194" creationId="{0A706485-A403-489E-A465-5AA3AD22F268}"/>
          </ac:spMkLst>
        </pc:spChg>
        <pc:spChg chg="mod">
          <ac:chgData name="Khumalo, Linda" userId="dec9ebdf-bb03-41b8-8be8-d403b092b381" providerId="ADAL" clId="{C40BA9AE-D036-41F0-80EC-10123636866D}" dt="2021-04-16T13:32:18.141" v="239" actId="1076"/>
          <ac:spMkLst>
            <pc:docMk/>
            <pc:sldMk cId="3039178225" sldId="11921"/>
            <ac:spMk id="195" creationId="{A70C6F9B-066F-49AC-B644-7FA48F550A6D}"/>
          </ac:spMkLst>
        </pc:spChg>
        <pc:spChg chg="mod">
          <ac:chgData name="Khumalo, Linda" userId="dec9ebdf-bb03-41b8-8be8-d403b092b381" providerId="ADAL" clId="{C40BA9AE-D036-41F0-80EC-10123636866D}" dt="2021-04-16T13:32:18.141" v="239" actId="1076"/>
          <ac:spMkLst>
            <pc:docMk/>
            <pc:sldMk cId="3039178225" sldId="11921"/>
            <ac:spMk id="196" creationId="{C93BBC64-BE72-4829-B84C-E48B83CAC7CA}"/>
          </ac:spMkLst>
        </pc:spChg>
        <pc:grpChg chg="add mod">
          <ac:chgData name="Khumalo, Linda" userId="dec9ebdf-bb03-41b8-8be8-d403b092b381" providerId="ADAL" clId="{C40BA9AE-D036-41F0-80EC-10123636866D}" dt="2021-04-16T13:32:09.563" v="238" actId="571"/>
          <ac:grpSpMkLst>
            <pc:docMk/>
            <pc:sldMk cId="3039178225" sldId="11921"/>
            <ac:grpSpMk id="79" creationId="{A352018F-51AD-4AFC-87D8-4FB9FE38C158}"/>
          </ac:grpSpMkLst>
        </pc:grpChg>
        <pc:grpChg chg="add mod">
          <ac:chgData name="Khumalo, Linda" userId="dec9ebdf-bb03-41b8-8be8-d403b092b381" providerId="ADAL" clId="{C40BA9AE-D036-41F0-80EC-10123636866D}" dt="2021-04-16T13:32:09.563" v="238" actId="571"/>
          <ac:grpSpMkLst>
            <pc:docMk/>
            <pc:sldMk cId="3039178225" sldId="11921"/>
            <ac:grpSpMk id="99" creationId="{965D5EB8-B824-45EF-BF34-C02870AD9E26}"/>
          </ac:grpSpMkLst>
        </pc:grpChg>
        <pc:grpChg chg="add mod">
          <ac:chgData name="Khumalo, Linda" userId="dec9ebdf-bb03-41b8-8be8-d403b092b381" providerId="ADAL" clId="{C40BA9AE-D036-41F0-80EC-10123636866D}" dt="2021-04-16T13:32:09.563" v="238" actId="571"/>
          <ac:grpSpMkLst>
            <pc:docMk/>
            <pc:sldMk cId="3039178225" sldId="11921"/>
            <ac:grpSpMk id="103" creationId="{07E6DE9A-69A4-4476-A5A9-8CAAB31245B8}"/>
          </ac:grpSpMkLst>
        </pc:grpChg>
        <pc:grpChg chg="add mod">
          <ac:chgData name="Khumalo, Linda" userId="dec9ebdf-bb03-41b8-8be8-d403b092b381" providerId="ADAL" clId="{C40BA9AE-D036-41F0-80EC-10123636866D}" dt="2021-04-16T13:32:09.563" v="238" actId="571"/>
          <ac:grpSpMkLst>
            <pc:docMk/>
            <pc:sldMk cId="3039178225" sldId="11921"/>
            <ac:grpSpMk id="106" creationId="{ABFA5E0D-F404-4056-9222-C6CE41899933}"/>
          </ac:grpSpMkLst>
        </pc:grpChg>
        <pc:grpChg chg="add mod">
          <ac:chgData name="Khumalo, Linda" userId="dec9ebdf-bb03-41b8-8be8-d403b092b381" providerId="ADAL" clId="{C40BA9AE-D036-41F0-80EC-10123636866D}" dt="2021-04-16T13:32:09.563" v="238" actId="571"/>
          <ac:grpSpMkLst>
            <pc:docMk/>
            <pc:sldMk cId="3039178225" sldId="11921"/>
            <ac:grpSpMk id="118" creationId="{F46FC5B1-54D7-4410-BC0C-E59F948EDD7A}"/>
          </ac:grpSpMkLst>
        </pc:grpChg>
        <pc:grpChg chg="add mod">
          <ac:chgData name="Khumalo, Linda" userId="dec9ebdf-bb03-41b8-8be8-d403b092b381" providerId="ADAL" clId="{C40BA9AE-D036-41F0-80EC-10123636866D}" dt="2021-04-16T13:32:09.563" v="238" actId="571"/>
          <ac:grpSpMkLst>
            <pc:docMk/>
            <pc:sldMk cId="3039178225" sldId="11921"/>
            <ac:grpSpMk id="121" creationId="{3D7C4A38-CA05-4E48-A616-469B647C25CF}"/>
          </ac:grpSpMkLst>
        </pc:grpChg>
        <pc:grpChg chg="add mod">
          <ac:chgData name="Khumalo, Linda" userId="dec9ebdf-bb03-41b8-8be8-d403b092b381" providerId="ADAL" clId="{C40BA9AE-D036-41F0-80EC-10123636866D}" dt="2021-04-16T13:32:09.563" v="238" actId="571"/>
          <ac:grpSpMkLst>
            <pc:docMk/>
            <pc:sldMk cId="3039178225" sldId="11921"/>
            <ac:grpSpMk id="132" creationId="{1AD47198-D065-4C3C-8ACC-BC5156DA3BC2}"/>
          </ac:grpSpMkLst>
        </pc:grpChg>
        <pc:grpChg chg="add mod">
          <ac:chgData name="Khumalo, Linda" userId="dec9ebdf-bb03-41b8-8be8-d403b092b381" providerId="ADAL" clId="{C40BA9AE-D036-41F0-80EC-10123636866D}" dt="2021-04-16T13:32:09.563" v="238" actId="571"/>
          <ac:grpSpMkLst>
            <pc:docMk/>
            <pc:sldMk cId="3039178225" sldId="11921"/>
            <ac:grpSpMk id="135" creationId="{F3E691AF-0367-4527-81EC-9BC0855548FF}"/>
          </ac:grpSpMkLst>
        </pc:grpChg>
        <pc:grpChg chg="add mod">
          <ac:chgData name="Khumalo, Linda" userId="dec9ebdf-bb03-41b8-8be8-d403b092b381" providerId="ADAL" clId="{C40BA9AE-D036-41F0-80EC-10123636866D}" dt="2021-04-16T13:32:09.563" v="238" actId="571"/>
          <ac:grpSpMkLst>
            <pc:docMk/>
            <pc:sldMk cId="3039178225" sldId="11921"/>
            <ac:grpSpMk id="138" creationId="{0173498C-2EEC-47C4-A5D0-C83C7CCF4648}"/>
          </ac:grpSpMkLst>
        </pc:grpChg>
        <pc:grpChg chg="add mod">
          <ac:chgData name="Khumalo, Linda" userId="dec9ebdf-bb03-41b8-8be8-d403b092b381" providerId="ADAL" clId="{C40BA9AE-D036-41F0-80EC-10123636866D}" dt="2021-04-16T13:32:09.563" v="238" actId="571"/>
          <ac:grpSpMkLst>
            <pc:docMk/>
            <pc:sldMk cId="3039178225" sldId="11921"/>
            <ac:grpSpMk id="141" creationId="{D16DDAE2-0F83-4ACF-98DA-FB7BA3EBF12D}"/>
          </ac:grpSpMkLst>
        </pc:grpChg>
        <pc:grpChg chg="mod">
          <ac:chgData name="Khumalo, Linda" userId="dec9ebdf-bb03-41b8-8be8-d403b092b381" providerId="ADAL" clId="{C40BA9AE-D036-41F0-80EC-10123636866D}" dt="2021-04-16T13:32:18.141" v="239" actId="1076"/>
          <ac:grpSpMkLst>
            <pc:docMk/>
            <pc:sldMk cId="3039178225" sldId="11921"/>
            <ac:grpSpMk id="158" creationId="{0969AC10-960B-4665-941B-A142F76DE77F}"/>
          </ac:grpSpMkLst>
        </pc:grpChg>
        <pc:grpChg chg="mod">
          <ac:chgData name="Khumalo, Linda" userId="dec9ebdf-bb03-41b8-8be8-d403b092b381" providerId="ADAL" clId="{C40BA9AE-D036-41F0-80EC-10123636866D}" dt="2021-04-16T13:32:18.141" v="239" actId="1076"/>
          <ac:grpSpMkLst>
            <pc:docMk/>
            <pc:sldMk cId="3039178225" sldId="11921"/>
            <ac:grpSpMk id="161" creationId="{877DA43F-36AC-45DC-B123-9E331714FCEE}"/>
          </ac:grpSpMkLst>
        </pc:grpChg>
        <pc:grpChg chg="mod">
          <ac:chgData name="Khumalo, Linda" userId="dec9ebdf-bb03-41b8-8be8-d403b092b381" providerId="ADAL" clId="{C40BA9AE-D036-41F0-80EC-10123636866D}" dt="2021-04-16T13:32:18.141" v="239" actId="1076"/>
          <ac:grpSpMkLst>
            <pc:docMk/>
            <pc:sldMk cId="3039178225" sldId="11921"/>
            <ac:grpSpMk id="164" creationId="{1EC80E48-447E-4C0F-92C3-7B44E1319834}"/>
          </ac:grpSpMkLst>
        </pc:grpChg>
        <pc:grpChg chg="mod">
          <ac:chgData name="Khumalo, Linda" userId="dec9ebdf-bb03-41b8-8be8-d403b092b381" providerId="ADAL" clId="{C40BA9AE-D036-41F0-80EC-10123636866D}" dt="2021-04-16T13:32:18.141" v="239" actId="1076"/>
          <ac:grpSpMkLst>
            <pc:docMk/>
            <pc:sldMk cId="3039178225" sldId="11921"/>
            <ac:grpSpMk id="167" creationId="{9F49FCEE-47CA-4A2E-B5A3-FEEB742BAEF2}"/>
          </ac:grpSpMkLst>
        </pc:grpChg>
        <pc:grpChg chg="mod">
          <ac:chgData name="Khumalo, Linda" userId="dec9ebdf-bb03-41b8-8be8-d403b092b381" providerId="ADAL" clId="{C40BA9AE-D036-41F0-80EC-10123636866D}" dt="2021-04-16T13:32:18.141" v="239" actId="1076"/>
          <ac:grpSpMkLst>
            <pc:docMk/>
            <pc:sldMk cId="3039178225" sldId="11921"/>
            <ac:grpSpMk id="170" creationId="{4FC59D32-A492-4C6A-919B-BCEE8AA76C60}"/>
          </ac:grpSpMkLst>
        </pc:grpChg>
        <pc:grpChg chg="mod">
          <ac:chgData name="Khumalo, Linda" userId="dec9ebdf-bb03-41b8-8be8-d403b092b381" providerId="ADAL" clId="{C40BA9AE-D036-41F0-80EC-10123636866D}" dt="2021-04-16T13:32:18.141" v="239" actId="1076"/>
          <ac:grpSpMkLst>
            <pc:docMk/>
            <pc:sldMk cId="3039178225" sldId="11921"/>
            <ac:grpSpMk id="173" creationId="{AC1754AC-5512-486D-B316-500D9CF6F6C9}"/>
          </ac:grpSpMkLst>
        </pc:grpChg>
        <pc:grpChg chg="mod">
          <ac:chgData name="Khumalo, Linda" userId="dec9ebdf-bb03-41b8-8be8-d403b092b381" providerId="ADAL" clId="{C40BA9AE-D036-41F0-80EC-10123636866D}" dt="2021-04-16T13:32:18.141" v="239" actId="1076"/>
          <ac:grpSpMkLst>
            <pc:docMk/>
            <pc:sldMk cId="3039178225" sldId="11921"/>
            <ac:grpSpMk id="176" creationId="{80C6368A-5985-4D53-BA51-0717AD770ADC}"/>
          </ac:grpSpMkLst>
        </pc:grpChg>
        <pc:grpChg chg="mod">
          <ac:chgData name="Khumalo, Linda" userId="dec9ebdf-bb03-41b8-8be8-d403b092b381" providerId="ADAL" clId="{C40BA9AE-D036-41F0-80EC-10123636866D}" dt="2021-04-16T13:32:18.141" v="239" actId="1076"/>
          <ac:grpSpMkLst>
            <pc:docMk/>
            <pc:sldMk cId="3039178225" sldId="11921"/>
            <ac:grpSpMk id="179" creationId="{FBDB90A7-DD0F-400F-A89F-400CA1089CA7}"/>
          </ac:grpSpMkLst>
        </pc:grpChg>
        <pc:grpChg chg="mod">
          <ac:chgData name="Khumalo, Linda" userId="dec9ebdf-bb03-41b8-8be8-d403b092b381" providerId="ADAL" clId="{C40BA9AE-D036-41F0-80EC-10123636866D}" dt="2021-04-16T13:32:18.141" v="239" actId="1076"/>
          <ac:grpSpMkLst>
            <pc:docMk/>
            <pc:sldMk cId="3039178225" sldId="11921"/>
            <ac:grpSpMk id="182" creationId="{6B780983-2539-42E6-94B3-51B64695EB2A}"/>
          </ac:grpSpMkLst>
        </pc:grpChg>
        <pc:grpChg chg="mod">
          <ac:chgData name="Khumalo, Linda" userId="dec9ebdf-bb03-41b8-8be8-d403b092b381" providerId="ADAL" clId="{C40BA9AE-D036-41F0-80EC-10123636866D}" dt="2021-04-16T13:32:18.141" v="239" actId="1076"/>
          <ac:grpSpMkLst>
            <pc:docMk/>
            <pc:sldMk cId="3039178225" sldId="11921"/>
            <ac:grpSpMk id="185" creationId="{B055528B-677B-4D5D-8D63-6D93AD8E6AA3}"/>
          </ac:grpSpMkLst>
        </pc:grpChg>
        <pc:grpChg chg="mod">
          <ac:chgData name="Khumalo, Linda" userId="dec9ebdf-bb03-41b8-8be8-d403b092b381" providerId="ADAL" clId="{C40BA9AE-D036-41F0-80EC-10123636866D}" dt="2021-04-16T13:32:18.141" v="239" actId="1076"/>
          <ac:grpSpMkLst>
            <pc:docMk/>
            <pc:sldMk cId="3039178225" sldId="11921"/>
            <ac:grpSpMk id="188" creationId="{CDD5840B-3129-48F7-B21C-10F30C5A1F67}"/>
          </ac:grpSpMkLst>
        </pc:grpChg>
        <pc:grpChg chg="mod">
          <ac:chgData name="Khumalo, Linda" userId="dec9ebdf-bb03-41b8-8be8-d403b092b381" providerId="ADAL" clId="{C40BA9AE-D036-41F0-80EC-10123636866D}" dt="2021-04-16T13:32:18.141" v="239" actId="1076"/>
          <ac:grpSpMkLst>
            <pc:docMk/>
            <pc:sldMk cId="3039178225" sldId="11921"/>
            <ac:grpSpMk id="191" creationId="{7602A856-89B4-46A3-A8E8-D63701B85AB9}"/>
          </ac:grpSpMkLst>
        </pc:grpChg>
        <pc:picChg chg="mod">
          <ac:chgData name="Khumalo, Linda" userId="dec9ebdf-bb03-41b8-8be8-d403b092b381" providerId="ADAL" clId="{C40BA9AE-D036-41F0-80EC-10123636866D}" dt="2021-04-16T13:32:09.563" v="238" actId="571"/>
          <ac:picMkLst>
            <pc:docMk/>
            <pc:sldMk cId="3039178225" sldId="11921"/>
            <ac:picMk id="81" creationId="{F0E6702B-D22F-448E-95E7-FA21D9EE41DC}"/>
          </ac:picMkLst>
        </pc:picChg>
        <pc:picChg chg="mod">
          <ac:chgData name="Khumalo, Linda" userId="dec9ebdf-bb03-41b8-8be8-d403b092b381" providerId="ADAL" clId="{C40BA9AE-D036-41F0-80EC-10123636866D}" dt="2021-04-16T13:32:09.563" v="238" actId="571"/>
          <ac:picMkLst>
            <pc:docMk/>
            <pc:sldMk cId="3039178225" sldId="11921"/>
            <ac:picMk id="102" creationId="{EA91404B-87FA-4C31-AC53-C9CCAE886650}"/>
          </ac:picMkLst>
        </pc:picChg>
        <pc:picChg chg="mod">
          <ac:chgData name="Khumalo, Linda" userId="dec9ebdf-bb03-41b8-8be8-d403b092b381" providerId="ADAL" clId="{C40BA9AE-D036-41F0-80EC-10123636866D}" dt="2021-04-16T13:32:09.563" v="238" actId="571"/>
          <ac:picMkLst>
            <pc:docMk/>
            <pc:sldMk cId="3039178225" sldId="11921"/>
            <ac:picMk id="105" creationId="{39986E32-881F-43DD-B33E-9305C057BC74}"/>
          </ac:picMkLst>
        </pc:picChg>
        <pc:picChg chg="mod">
          <ac:chgData name="Khumalo, Linda" userId="dec9ebdf-bb03-41b8-8be8-d403b092b381" providerId="ADAL" clId="{C40BA9AE-D036-41F0-80EC-10123636866D}" dt="2021-04-16T13:32:09.563" v="238" actId="571"/>
          <ac:picMkLst>
            <pc:docMk/>
            <pc:sldMk cId="3039178225" sldId="11921"/>
            <ac:picMk id="117" creationId="{6AAB0CDD-C294-4394-8E94-5F0471C24152}"/>
          </ac:picMkLst>
        </pc:picChg>
        <pc:picChg chg="mod">
          <ac:chgData name="Khumalo, Linda" userId="dec9ebdf-bb03-41b8-8be8-d403b092b381" providerId="ADAL" clId="{C40BA9AE-D036-41F0-80EC-10123636866D}" dt="2021-04-16T13:32:09.563" v="238" actId="571"/>
          <ac:picMkLst>
            <pc:docMk/>
            <pc:sldMk cId="3039178225" sldId="11921"/>
            <ac:picMk id="120" creationId="{9543B651-6F2B-48D4-ACAC-558DE45EC87F}"/>
          </ac:picMkLst>
        </pc:picChg>
        <pc:picChg chg="mod">
          <ac:chgData name="Khumalo, Linda" userId="dec9ebdf-bb03-41b8-8be8-d403b092b381" providerId="ADAL" clId="{C40BA9AE-D036-41F0-80EC-10123636866D}" dt="2021-04-16T13:32:09.563" v="238" actId="571"/>
          <ac:picMkLst>
            <pc:docMk/>
            <pc:sldMk cId="3039178225" sldId="11921"/>
            <ac:picMk id="131" creationId="{F7AB6A80-7CBE-4BDA-9F19-1F9FA34BEE26}"/>
          </ac:picMkLst>
        </pc:picChg>
        <pc:picChg chg="mod">
          <ac:chgData name="Khumalo, Linda" userId="dec9ebdf-bb03-41b8-8be8-d403b092b381" providerId="ADAL" clId="{C40BA9AE-D036-41F0-80EC-10123636866D}" dt="2021-04-16T13:32:09.563" v="238" actId="571"/>
          <ac:picMkLst>
            <pc:docMk/>
            <pc:sldMk cId="3039178225" sldId="11921"/>
            <ac:picMk id="134" creationId="{BB598C44-C212-4C11-87BA-E1E7ACD03ACE}"/>
          </ac:picMkLst>
        </pc:picChg>
        <pc:picChg chg="mod">
          <ac:chgData name="Khumalo, Linda" userId="dec9ebdf-bb03-41b8-8be8-d403b092b381" providerId="ADAL" clId="{C40BA9AE-D036-41F0-80EC-10123636866D}" dt="2021-04-16T13:32:09.563" v="238" actId="571"/>
          <ac:picMkLst>
            <pc:docMk/>
            <pc:sldMk cId="3039178225" sldId="11921"/>
            <ac:picMk id="137" creationId="{293569DA-3184-43AA-A2F1-5CA9B588434A}"/>
          </ac:picMkLst>
        </pc:picChg>
        <pc:picChg chg="mod">
          <ac:chgData name="Khumalo, Linda" userId="dec9ebdf-bb03-41b8-8be8-d403b092b381" providerId="ADAL" clId="{C40BA9AE-D036-41F0-80EC-10123636866D}" dt="2021-04-16T13:32:09.563" v="238" actId="571"/>
          <ac:picMkLst>
            <pc:docMk/>
            <pc:sldMk cId="3039178225" sldId="11921"/>
            <ac:picMk id="140" creationId="{CA8DC776-6BFE-4DA7-9294-D7639AB858E3}"/>
          </ac:picMkLst>
        </pc:picChg>
        <pc:picChg chg="mod">
          <ac:chgData name="Khumalo, Linda" userId="dec9ebdf-bb03-41b8-8be8-d403b092b381" providerId="ADAL" clId="{C40BA9AE-D036-41F0-80EC-10123636866D}" dt="2021-04-16T13:32:09.563" v="238" actId="571"/>
          <ac:picMkLst>
            <pc:docMk/>
            <pc:sldMk cId="3039178225" sldId="11921"/>
            <ac:picMk id="143" creationId="{F98FD6F8-13E3-4B5B-86E7-AC5AD9C2DD70}"/>
          </ac:picMkLst>
        </pc:picChg>
      </pc:sldChg>
      <pc:sldChg chg="addSp delSp modSp mod modNotesTx">
        <pc:chgData name="Khumalo, Linda" userId="dec9ebdf-bb03-41b8-8be8-d403b092b381" providerId="ADAL" clId="{C40BA9AE-D036-41F0-80EC-10123636866D}" dt="2021-04-16T14:53:34.793" v="461" actId="478"/>
        <pc:sldMkLst>
          <pc:docMk/>
          <pc:sldMk cId="198294182" sldId="11925"/>
        </pc:sldMkLst>
        <pc:spChg chg="mod">
          <ac:chgData name="Khumalo, Linda" userId="dec9ebdf-bb03-41b8-8be8-d403b092b381" providerId="ADAL" clId="{C40BA9AE-D036-41F0-80EC-10123636866D}" dt="2021-04-16T10:06:46.925" v="109" actId="20577"/>
          <ac:spMkLst>
            <pc:docMk/>
            <pc:sldMk cId="198294182" sldId="11925"/>
            <ac:spMk id="2" creationId="{AF007A51-9A87-4C75-B2D1-1CB332A377A0}"/>
          </ac:spMkLst>
        </pc:spChg>
        <pc:spChg chg="mod">
          <ac:chgData name="Khumalo, Linda" userId="dec9ebdf-bb03-41b8-8be8-d403b092b381" providerId="ADAL" clId="{C40BA9AE-D036-41F0-80EC-10123636866D}" dt="2021-04-16T14:50:13.099" v="429" actId="20577"/>
          <ac:spMkLst>
            <pc:docMk/>
            <pc:sldMk cId="198294182" sldId="11925"/>
            <ac:spMk id="3" creationId="{290C3F76-1BBA-4C21-8FC3-3F5EB991C882}"/>
          </ac:spMkLst>
        </pc:spChg>
        <pc:spChg chg="mod">
          <ac:chgData name="Khumalo, Linda" userId="dec9ebdf-bb03-41b8-8be8-d403b092b381" providerId="ADAL" clId="{C40BA9AE-D036-41F0-80EC-10123636866D}" dt="2021-04-16T14:52:25.473" v="454" actId="14100"/>
          <ac:spMkLst>
            <pc:docMk/>
            <pc:sldMk cId="198294182" sldId="11925"/>
            <ac:spMk id="5" creationId="{777F0BDC-9AC9-41F4-B026-4357517F4E02}"/>
          </ac:spMkLst>
        </pc:spChg>
        <pc:spChg chg="mod">
          <ac:chgData name="Khumalo, Linda" userId="dec9ebdf-bb03-41b8-8be8-d403b092b381" providerId="ADAL" clId="{C40BA9AE-D036-41F0-80EC-10123636866D}" dt="2021-04-16T14:20:38.568" v="336" actId="465"/>
          <ac:spMkLst>
            <pc:docMk/>
            <pc:sldMk cId="198294182" sldId="11925"/>
            <ac:spMk id="10" creationId="{9945BCA5-9AB3-4C6F-804C-62E444A2DCC6}"/>
          </ac:spMkLst>
        </pc:spChg>
        <pc:spChg chg="mod">
          <ac:chgData name="Khumalo, Linda" userId="dec9ebdf-bb03-41b8-8be8-d403b092b381" providerId="ADAL" clId="{C40BA9AE-D036-41F0-80EC-10123636866D}" dt="2021-04-16T14:20:38.568" v="336" actId="465"/>
          <ac:spMkLst>
            <pc:docMk/>
            <pc:sldMk cId="198294182" sldId="11925"/>
            <ac:spMk id="11" creationId="{6C215F41-C218-4CFB-8220-9A1196BA1371}"/>
          </ac:spMkLst>
        </pc:spChg>
        <pc:spChg chg="mod">
          <ac:chgData name="Khumalo, Linda" userId="dec9ebdf-bb03-41b8-8be8-d403b092b381" providerId="ADAL" clId="{C40BA9AE-D036-41F0-80EC-10123636866D}" dt="2021-04-16T14:20:38.568" v="336" actId="465"/>
          <ac:spMkLst>
            <pc:docMk/>
            <pc:sldMk cId="198294182" sldId="11925"/>
            <ac:spMk id="12" creationId="{DC469DEE-85FD-4F2F-A841-6A1CD15E8023}"/>
          </ac:spMkLst>
        </pc:spChg>
        <pc:spChg chg="mod">
          <ac:chgData name="Khumalo, Linda" userId="dec9ebdf-bb03-41b8-8be8-d403b092b381" providerId="ADAL" clId="{C40BA9AE-D036-41F0-80EC-10123636866D}" dt="2021-04-16T14:50:33.221" v="430" actId="1076"/>
          <ac:spMkLst>
            <pc:docMk/>
            <pc:sldMk cId="198294182" sldId="11925"/>
            <ac:spMk id="13" creationId="{4BDF7615-A838-4421-93D3-25751DB01FCE}"/>
          </ac:spMkLst>
        </pc:spChg>
        <pc:spChg chg="mod">
          <ac:chgData name="Khumalo, Linda" userId="dec9ebdf-bb03-41b8-8be8-d403b092b381" providerId="ADAL" clId="{C40BA9AE-D036-41F0-80EC-10123636866D}" dt="2021-04-16T14:51:22.747" v="440" actId="1076"/>
          <ac:spMkLst>
            <pc:docMk/>
            <pc:sldMk cId="198294182" sldId="11925"/>
            <ac:spMk id="15" creationId="{48259A90-3699-46DD-ADFF-0F72E0936F7A}"/>
          </ac:spMkLst>
        </pc:spChg>
        <pc:spChg chg="mod">
          <ac:chgData name="Khumalo, Linda" userId="dec9ebdf-bb03-41b8-8be8-d403b092b381" providerId="ADAL" clId="{C40BA9AE-D036-41F0-80EC-10123636866D}" dt="2021-04-16T14:20:38.568" v="336" actId="465"/>
          <ac:spMkLst>
            <pc:docMk/>
            <pc:sldMk cId="198294182" sldId="11925"/>
            <ac:spMk id="28" creationId="{9FF60A72-4F37-4582-8EAC-222E75130A43}"/>
          </ac:spMkLst>
        </pc:spChg>
        <pc:spChg chg="mod">
          <ac:chgData name="Khumalo, Linda" userId="dec9ebdf-bb03-41b8-8be8-d403b092b381" providerId="ADAL" clId="{C40BA9AE-D036-41F0-80EC-10123636866D}" dt="2021-04-16T14:50:53.735" v="436" actId="1076"/>
          <ac:spMkLst>
            <pc:docMk/>
            <pc:sldMk cId="198294182" sldId="11925"/>
            <ac:spMk id="29" creationId="{BD52E586-2605-4FD3-9B60-B2628BB49365}"/>
          </ac:spMkLst>
        </pc:spChg>
        <pc:spChg chg="mod">
          <ac:chgData name="Khumalo, Linda" userId="dec9ebdf-bb03-41b8-8be8-d403b092b381" providerId="ADAL" clId="{C40BA9AE-D036-41F0-80EC-10123636866D}" dt="2021-04-16T14:20:38.568" v="336" actId="465"/>
          <ac:spMkLst>
            <pc:docMk/>
            <pc:sldMk cId="198294182" sldId="11925"/>
            <ac:spMk id="38" creationId="{017E5B4B-A837-47DB-82C6-91C9C93101DA}"/>
          </ac:spMkLst>
        </pc:spChg>
        <pc:spChg chg="mod">
          <ac:chgData name="Khumalo, Linda" userId="dec9ebdf-bb03-41b8-8be8-d403b092b381" providerId="ADAL" clId="{C40BA9AE-D036-41F0-80EC-10123636866D}" dt="2021-04-16T14:20:38.568" v="336" actId="465"/>
          <ac:spMkLst>
            <pc:docMk/>
            <pc:sldMk cId="198294182" sldId="11925"/>
            <ac:spMk id="40" creationId="{C2457105-7056-4109-B74F-F586BF840BA3}"/>
          </ac:spMkLst>
        </pc:spChg>
        <pc:spChg chg="mod">
          <ac:chgData name="Khumalo, Linda" userId="dec9ebdf-bb03-41b8-8be8-d403b092b381" providerId="ADAL" clId="{C40BA9AE-D036-41F0-80EC-10123636866D}" dt="2021-04-16T14:20:38.568" v="336" actId="465"/>
          <ac:spMkLst>
            <pc:docMk/>
            <pc:sldMk cId="198294182" sldId="11925"/>
            <ac:spMk id="41" creationId="{AED1988E-20E2-403D-9C0C-8808402C104C}"/>
          </ac:spMkLst>
        </pc:spChg>
        <pc:spChg chg="mod">
          <ac:chgData name="Khumalo, Linda" userId="dec9ebdf-bb03-41b8-8be8-d403b092b381" providerId="ADAL" clId="{C40BA9AE-D036-41F0-80EC-10123636866D}" dt="2021-04-16T14:20:38.568" v="336" actId="465"/>
          <ac:spMkLst>
            <pc:docMk/>
            <pc:sldMk cId="198294182" sldId="11925"/>
            <ac:spMk id="42" creationId="{B4F97E10-6235-4B0E-AE44-A564050A10AF}"/>
          </ac:spMkLst>
        </pc:spChg>
        <pc:spChg chg="mod">
          <ac:chgData name="Khumalo, Linda" userId="dec9ebdf-bb03-41b8-8be8-d403b092b381" providerId="ADAL" clId="{C40BA9AE-D036-41F0-80EC-10123636866D}" dt="2021-04-16T14:20:38.568" v="336" actId="465"/>
          <ac:spMkLst>
            <pc:docMk/>
            <pc:sldMk cId="198294182" sldId="11925"/>
            <ac:spMk id="44" creationId="{8521F131-96A2-40C3-BA82-DEA1E3AE7DD1}"/>
          </ac:spMkLst>
        </pc:spChg>
        <pc:spChg chg="mod">
          <ac:chgData name="Khumalo, Linda" userId="dec9ebdf-bb03-41b8-8be8-d403b092b381" providerId="ADAL" clId="{C40BA9AE-D036-41F0-80EC-10123636866D}" dt="2021-04-16T14:20:38.568" v="336" actId="465"/>
          <ac:spMkLst>
            <pc:docMk/>
            <pc:sldMk cId="198294182" sldId="11925"/>
            <ac:spMk id="45" creationId="{BA2FDF3E-9EE5-4931-9B13-258A3BC53DCC}"/>
          </ac:spMkLst>
        </pc:spChg>
        <pc:spChg chg="mod">
          <ac:chgData name="Khumalo, Linda" userId="dec9ebdf-bb03-41b8-8be8-d403b092b381" providerId="ADAL" clId="{C40BA9AE-D036-41F0-80EC-10123636866D}" dt="2021-04-16T14:20:38.568" v="336" actId="465"/>
          <ac:spMkLst>
            <pc:docMk/>
            <pc:sldMk cId="198294182" sldId="11925"/>
            <ac:spMk id="46" creationId="{115A92BF-1261-4CD2-B38E-C8AA84414067}"/>
          </ac:spMkLst>
        </pc:spChg>
        <pc:spChg chg="mod">
          <ac:chgData name="Khumalo, Linda" userId="dec9ebdf-bb03-41b8-8be8-d403b092b381" providerId="ADAL" clId="{C40BA9AE-D036-41F0-80EC-10123636866D}" dt="2021-04-16T14:20:38.568" v="336" actId="465"/>
          <ac:spMkLst>
            <pc:docMk/>
            <pc:sldMk cId="198294182" sldId="11925"/>
            <ac:spMk id="47" creationId="{04F5F917-5D46-4178-B274-36DE27D31A99}"/>
          </ac:spMkLst>
        </pc:spChg>
        <pc:spChg chg="mod">
          <ac:chgData name="Khumalo, Linda" userId="dec9ebdf-bb03-41b8-8be8-d403b092b381" providerId="ADAL" clId="{C40BA9AE-D036-41F0-80EC-10123636866D}" dt="2021-04-16T14:20:38.568" v="336" actId="465"/>
          <ac:spMkLst>
            <pc:docMk/>
            <pc:sldMk cId="198294182" sldId="11925"/>
            <ac:spMk id="48" creationId="{5ECEB1EF-08B3-425F-900F-031658C8C66D}"/>
          </ac:spMkLst>
        </pc:spChg>
        <pc:spChg chg="mod">
          <ac:chgData name="Khumalo, Linda" userId="dec9ebdf-bb03-41b8-8be8-d403b092b381" providerId="ADAL" clId="{C40BA9AE-D036-41F0-80EC-10123636866D}" dt="2021-04-16T14:20:38.568" v="336" actId="465"/>
          <ac:spMkLst>
            <pc:docMk/>
            <pc:sldMk cId="198294182" sldId="11925"/>
            <ac:spMk id="49" creationId="{F0D76AD6-6AA5-4544-BDEE-DD29FE3E5C3A}"/>
          </ac:spMkLst>
        </pc:spChg>
        <pc:spChg chg="mod">
          <ac:chgData name="Khumalo, Linda" userId="dec9ebdf-bb03-41b8-8be8-d403b092b381" providerId="ADAL" clId="{C40BA9AE-D036-41F0-80EC-10123636866D}" dt="2021-04-16T14:20:38.568" v="336" actId="465"/>
          <ac:spMkLst>
            <pc:docMk/>
            <pc:sldMk cId="198294182" sldId="11925"/>
            <ac:spMk id="50" creationId="{BED8B697-A423-4404-B8D8-F941D2DFB668}"/>
          </ac:spMkLst>
        </pc:spChg>
        <pc:spChg chg="mod">
          <ac:chgData name="Khumalo, Linda" userId="dec9ebdf-bb03-41b8-8be8-d403b092b381" providerId="ADAL" clId="{C40BA9AE-D036-41F0-80EC-10123636866D}" dt="2021-04-16T14:20:38.568" v="336" actId="465"/>
          <ac:spMkLst>
            <pc:docMk/>
            <pc:sldMk cId="198294182" sldId="11925"/>
            <ac:spMk id="51" creationId="{0072A306-6B54-466A-A867-58EFE120AC33}"/>
          </ac:spMkLst>
        </pc:spChg>
        <pc:spChg chg="mod">
          <ac:chgData name="Khumalo, Linda" userId="dec9ebdf-bb03-41b8-8be8-d403b092b381" providerId="ADAL" clId="{C40BA9AE-D036-41F0-80EC-10123636866D}" dt="2021-04-16T14:50:41.490" v="432" actId="1076"/>
          <ac:spMkLst>
            <pc:docMk/>
            <pc:sldMk cId="198294182" sldId="11925"/>
            <ac:spMk id="52" creationId="{9BB4FAB3-184A-417B-8B82-45AC493ED410}"/>
          </ac:spMkLst>
        </pc:spChg>
        <pc:spChg chg="mod">
          <ac:chgData name="Khumalo, Linda" userId="dec9ebdf-bb03-41b8-8be8-d403b092b381" providerId="ADAL" clId="{C40BA9AE-D036-41F0-80EC-10123636866D}" dt="2021-04-16T14:50:59.545" v="437" actId="1076"/>
          <ac:spMkLst>
            <pc:docMk/>
            <pc:sldMk cId="198294182" sldId="11925"/>
            <ac:spMk id="53" creationId="{0FEFB851-92E4-4900-BFF6-9B78821EB749}"/>
          </ac:spMkLst>
        </pc:spChg>
        <pc:spChg chg="mod">
          <ac:chgData name="Khumalo, Linda" userId="dec9ebdf-bb03-41b8-8be8-d403b092b381" providerId="ADAL" clId="{C40BA9AE-D036-41F0-80EC-10123636866D}" dt="2021-04-16T14:20:38.568" v="336" actId="465"/>
          <ac:spMkLst>
            <pc:docMk/>
            <pc:sldMk cId="198294182" sldId="11925"/>
            <ac:spMk id="55" creationId="{CFEFE920-CC6F-4589-A747-159F4DD29A92}"/>
          </ac:spMkLst>
        </pc:spChg>
        <pc:spChg chg="mod">
          <ac:chgData name="Khumalo, Linda" userId="dec9ebdf-bb03-41b8-8be8-d403b092b381" providerId="ADAL" clId="{C40BA9AE-D036-41F0-80EC-10123636866D}" dt="2021-04-16T14:20:38.568" v="336" actId="465"/>
          <ac:spMkLst>
            <pc:docMk/>
            <pc:sldMk cId="198294182" sldId="11925"/>
            <ac:spMk id="73" creationId="{B228B38E-60E7-4DD8-931F-FD4C3B3411D4}"/>
          </ac:spMkLst>
        </pc:spChg>
        <pc:spChg chg="mod">
          <ac:chgData name="Khumalo, Linda" userId="dec9ebdf-bb03-41b8-8be8-d403b092b381" providerId="ADAL" clId="{C40BA9AE-D036-41F0-80EC-10123636866D}" dt="2021-04-16T14:20:38.568" v="336" actId="465"/>
          <ac:spMkLst>
            <pc:docMk/>
            <pc:sldMk cId="198294182" sldId="11925"/>
            <ac:spMk id="74" creationId="{5BF000DF-2703-4231-8E4B-00EB0F8B9592}"/>
          </ac:spMkLst>
        </pc:spChg>
        <pc:spChg chg="mod">
          <ac:chgData name="Khumalo, Linda" userId="dec9ebdf-bb03-41b8-8be8-d403b092b381" providerId="ADAL" clId="{C40BA9AE-D036-41F0-80EC-10123636866D}" dt="2021-04-16T14:20:38.568" v="336" actId="465"/>
          <ac:spMkLst>
            <pc:docMk/>
            <pc:sldMk cId="198294182" sldId="11925"/>
            <ac:spMk id="75" creationId="{8F5C7DD6-EF06-4380-83B6-01FD0E30E632}"/>
          </ac:spMkLst>
        </pc:spChg>
        <pc:spChg chg="mod">
          <ac:chgData name="Khumalo, Linda" userId="dec9ebdf-bb03-41b8-8be8-d403b092b381" providerId="ADAL" clId="{C40BA9AE-D036-41F0-80EC-10123636866D}" dt="2021-04-16T14:20:38.568" v="336" actId="465"/>
          <ac:spMkLst>
            <pc:docMk/>
            <pc:sldMk cId="198294182" sldId="11925"/>
            <ac:spMk id="76" creationId="{7C64D024-FFB1-4027-BA01-B2D8AAF0222D}"/>
          </ac:spMkLst>
        </pc:spChg>
        <pc:spChg chg="mod">
          <ac:chgData name="Khumalo, Linda" userId="dec9ebdf-bb03-41b8-8be8-d403b092b381" providerId="ADAL" clId="{C40BA9AE-D036-41F0-80EC-10123636866D}" dt="2021-04-16T14:20:38.568" v="336" actId="465"/>
          <ac:spMkLst>
            <pc:docMk/>
            <pc:sldMk cId="198294182" sldId="11925"/>
            <ac:spMk id="77" creationId="{BB09B088-71CE-4B42-87E9-D797F1641E99}"/>
          </ac:spMkLst>
        </pc:spChg>
        <pc:spChg chg="mod">
          <ac:chgData name="Khumalo, Linda" userId="dec9ebdf-bb03-41b8-8be8-d403b092b381" providerId="ADAL" clId="{C40BA9AE-D036-41F0-80EC-10123636866D}" dt="2021-04-16T14:20:38.568" v="336" actId="465"/>
          <ac:spMkLst>
            <pc:docMk/>
            <pc:sldMk cId="198294182" sldId="11925"/>
            <ac:spMk id="78" creationId="{4B2FF5AC-E8C9-49B5-AA92-69A12DC10638}"/>
          </ac:spMkLst>
        </pc:spChg>
        <pc:spChg chg="mod">
          <ac:chgData name="Khumalo, Linda" userId="dec9ebdf-bb03-41b8-8be8-d403b092b381" providerId="ADAL" clId="{C40BA9AE-D036-41F0-80EC-10123636866D}" dt="2021-04-16T14:51:29.439" v="441" actId="1076"/>
          <ac:spMkLst>
            <pc:docMk/>
            <pc:sldMk cId="198294182" sldId="11925"/>
            <ac:spMk id="89" creationId="{E822C7D3-F865-45B3-8ECF-D2AA4E8B2853}"/>
          </ac:spMkLst>
        </pc:spChg>
        <pc:spChg chg="mod">
          <ac:chgData name="Khumalo, Linda" userId="dec9ebdf-bb03-41b8-8be8-d403b092b381" providerId="ADAL" clId="{C40BA9AE-D036-41F0-80EC-10123636866D}" dt="2021-04-16T14:20:38.568" v="336" actId="465"/>
          <ac:spMkLst>
            <pc:docMk/>
            <pc:sldMk cId="198294182" sldId="11925"/>
            <ac:spMk id="117" creationId="{444D05A3-3B5D-40F1-912B-E1F8212B80A9}"/>
          </ac:spMkLst>
        </pc:spChg>
        <pc:spChg chg="mod">
          <ac:chgData name="Khumalo, Linda" userId="dec9ebdf-bb03-41b8-8be8-d403b092b381" providerId="ADAL" clId="{C40BA9AE-D036-41F0-80EC-10123636866D}" dt="2021-04-16T14:53:05.257" v="460" actId="1076"/>
          <ac:spMkLst>
            <pc:docMk/>
            <pc:sldMk cId="198294182" sldId="11925"/>
            <ac:spMk id="118" creationId="{59A6251D-0F75-4583-8ECA-2DF774925F3D}"/>
          </ac:spMkLst>
        </pc:spChg>
        <pc:spChg chg="mod">
          <ac:chgData name="Khumalo, Linda" userId="dec9ebdf-bb03-41b8-8be8-d403b092b381" providerId="ADAL" clId="{C40BA9AE-D036-41F0-80EC-10123636866D}" dt="2021-04-16T14:20:38.568" v="336" actId="465"/>
          <ac:spMkLst>
            <pc:docMk/>
            <pc:sldMk cId="198294182" sldId="11925"/>
            <ac:spMk id="122" creationId="{DA1533CE-3DC6-4543-B494-A8DAD9ECFD67}"/>
          </ac:spMkLst>
        </pc:spChg>
        <pc:spChg chg="mod">
          <ac:chgData name="Khumalo, Linda" userId="dec9ebdf-bb03-41b8-8be8-d403b092b381" providerId="ADAL" clId="{C40BA9AE-D036-41F0-80EC-10123636866D}" dt="2021-04-16T14:20:38.568" v="336" actId="465"/>
          <ac:spMkLst>
            <pc:docMk/>
            <pc:sldMk cId="198294182" sldId="11925"/>
            <ac:spMk id="132" creationId="{BDF8F8A4-6155-44E0-8442-E6D1145303CA}"/>
          </ac:spMkLst>
        </pc:spChg>
        <pc:spChg chg="mod">
          <ac:chgData name="Khumalo, Linda" userId="dec9ebdf-bb03-41b8-8be8-d403b092b381" providerId="ADAL" clId="{C40BA9AE-D036-41F0-80EC-10123636866D}" dt="2021-04-16T14:20:38.568" v="336" actId="465"/>
          <ac:spMkLst>
            <pc:docMk/>
            <pc:sldMk cId="198294182" sldId="11925"/>
            <ac:spMk id="133" creationId="{E75BC04F-7732-457F-9600-C6BA87724B43}"/>
          </ac:spMkLst>
        </pc:spChg>
        <pc:spChg chg="mod">
          <ac:chgData name="Khumalo, Linda" userId="dec9ebdf-bb03-41b8-8be8-d403b092b381" providerId="ADAL" clId="{C40BA9AE-D036-41F0-80EC-10123636866D}" dt="2021-04-16T14:20:38.568" v="336" actId="465"/>
          <ac:spMkLst>
            <pc:docMk/>
            <pc:sldMk cId="198294182" sldId="11925"/>
            <ac:spMk id="134" creationId="{FFC5D0C4-7CFD-402F-A977-5E60A4011ED7}"/>
          </ac:spMkLst>
        </pc:spChg>
        <pc:spChg chg="mod">
          <ac:chgData name="Khumalo, Linda" userId="dec9ebdf-bb03-41b8-8be8-d403b092b381" providerId="ADAL" clId="{C40BA9AE-D036-41F0-80EC-10123636866D}" dt="2021-04-16T14:20:38.568" v="336" actId="465"/>
          <ac:spMkLst>
            <pc:docMk/>
            <pc:sldMk cId="198294182" sldId="11925"/>
            <ac:spMk id="135" creationId="{F8BC4242-B37D-416A-8A1E-D257F7699C8E}"/>
          </ac:spMkLst>
        </pc:spChg>
        <pc:spChg chg="mod">
          <ac:chgData name="Khumalo, Linda" userId="dec9ebdf-bb03-41b8-8be8-d403b092b381" providerId="ADAL" clId="{C40BA9AE-D036-41F0-80EC-10123636866D}" dt="2021-04-16T14:20:38.568" v="336" actId="465"/>
          <ac:spMkLst>
            <pc:docMk/>
            <pc:sldMk cId="198294182" sldId="11925"/>
            <ac:spMk id="136" creationId="{593371A4-4309-4201-8195-6C5A041CD6FA}"/>
          </ac:spMkLst>
        </pc:spChg>
        <pc:spChg chg="mod">
          <ac:chgData name="Khumalo, Linda" userId="dec9ebdf-bb03-41b8-8be8-d403b092b381" providerId="ADAL" clId="{C40BA9AE-D036-41F0-80EC-10123636866D}" dt="2021-04-16T14:20:38.568" v="336" actId="465"/>
          <ac:spMkLst>
            <pc:docMk/>
            <pc:sldMk cId="198294182" sldId="11925"/>
            <ac:spMk id="137" creationId="{510F69C5-CB17-4C42-AF22-C97164D07D3C}"/>
          </ac:spMkLst>
        </pc:spChg>
        <pc:spChg chg="mod">
          <ac:chgData name="Khumalo, Linda" userId="dec9ebdf-bb03-41b8-8be8-d403b092b381" providerId="ADAL" clId="{C40BA9AE-D036-41F0-80EC-10123636866D}" dt="2021-04-16T14:20:38.568" v="336" actId="465"/>
          <ac:spMkLst>
            <pc:docMk/>
            <pc:sldMk cId="198294182" sldId="11925"/>
            <ac:spMk id="138" creationId="{F4F24F5C-5320-4011-9253-AF7EA3631F96}"/>
          </ac:spMkLst>
        </pc:spChg>
        <pc:spChg chg="mod">
          <ac:chgData name="Khumalo, Linda" userId="dec9ebdf-bb03-41b8-8be8-d403b092b381" providerId="ADAL" clId="{C40BA9AE-D036-41F0-80EC-10123636866D}" dt="2021-04-16T14:20:38.568" v="336" actId="465"/>
          <ac:spMkLst>
            <pc:docMk/>
            <pc:sldMk cId="198294182" sldId="11925"/>
            <ac:spMk id="139" creationId="{4D71135D-4BB5-4913-92CC-21773D44AB56}"/>
          </ac:spMkLst>
        </pc:spChg>
        <pc:spChg chg="mod">
          <ac:chgData name="Khumalo, Linda" userId="dec9ebdf-bb03-41b8-8be8-d403b092b381" providerId="ADAL" clId="{C40BA9AE-D036-41F0-80EC-10123636866D}" dt="2021-04-16T14:20:38.568" v="336" actId="465"/>
          <ac:spMkLst>
            <pc:docMk/>
            <pc:sldMk cId="198294182" sldId="11925"/>
            <ac:spMk id="150" creationId="{F0F0A051-8ABE-43A6-86EC-81E9EBC4578F}"/>
          </ac:spMkLst>
        </pc:spChg>
        <pc:spChg chg="mod">
          <ac:chgData name="Khumalo, Linda" userId="dec9ebdf-bb03-41b8-8be8-d403b092b381" providerId="ADAL" clId="{C40BA9AE-D036-41F0-80EC-10123636866D}" dt="2021-04-16T14:52:54.140" v="457" actId="1076"/>
          <ac:spMkLst>
            <pc:docMk/>
            <pc:sldMk cId="198294182" sldId="11925"/>
            <ac:spMk id="160" creationId="{57CD25CD-CDFF-4F7C-BBFC-3C1E912A6B77}"/>
          </ac:spMkLst>
        </pc:spChg>
        <pc:spChg chg="add mod">
          <ac:chgData name="Khumalo, Linda" userId="dec9ebdf-bb03-41b8-8be8-d403b092b381" providerId="ADAL" clId="{C40BA9AE-D036-41F0-80EC-10123636866D}" dt="2021-04-16T13:44:15.996" v="317" actId="571"/>
          <ac:spMkLst>
            <pc:docMk/>
            <pc:sldMk cId="198294182" sldId="11925"/>
            <ac:spMk id="174" creationId="{43787442-2BB7-4E93-850F-E9288FB8002B}"/>
          </ac:spMkLst>
        </pc:spChg>
        <pc:spChg chg="add mod">
          <ac:chgData name="Khumalo, Linda" userId="dec9ebdf-bb03-41b8-8be8-d403b092b381" providerId="ADAL" clId="{C40BA9AE-D036-41F0-80EC-10123636866D}" dt="2021-04-16T13:44:15.996" v="317" actId="571"/>
          <ac:spMkLst>
            <pc:docMk/>
            <pc:sldMk cId="198294182" sldId="11925"/>
            <ac:spMk id="175" creationId="{317EC520-BF9A-4F63-A6A2-184944B8B464}"/>
          </ac:spMkLst>
        </pc:spChg>
        <pc:spChg chg="add mod">
          <ac:chgData name="Khumalo, Linda" userId="dec9ebdf-bb03-41b8-8be8-d403b092b381" providerId="ADAL" clId="{C40BA9AE-D036-41F0-80EC-10123636866D}" dt="2021-04-16T13:44:15.996" v="317" actId="571"/>
          <ac:spMkLst>
            <pc:docMk/>
            <pc:sldMk cId="198294182" sldId="11925"/>
            <ac:spMk id="176" creationId="{67266E13-3B96-44DB-8858-8CF0D4F2EFC5}"/>
          </ac:spMkLst>
        </pc:spChg>
        <pc:spChg chg="add mod">
          <ac:chgData name="Khumalo, Linda" userId="dec9ebdf-bb03-41b8-8be8-d403b092b381" providerId="ADAL" clId="{C40BA9AE-D036-41F0-80EC-10123636866D}" dt="2021-04-16T13:44:15.996" v="317" actId="571"/>
          <ac:spMkLst>
            <pc:docMk/>
            <pc:sldMk cId="198294182" sldId="11925"/>
            <ac:spMk id="178" creationId="{EE943893-11DF-4EF4-A5D3-C26C0ABF0E66}"/>
          </ac:spMkLst>
        </pc:spChg>
        <pc:spChg chg="mod">
          <ac:chgData name="Khumalo, Linda" userId="dec9ebdf-bb03-41b8-8be8-d403b092b381" providerId="ADAL" clId="{C40BA9AE-D036-41F0-80EC-10123636866D}" dt="2021-04-16T14:20:38.568" v="336" actId="465"/>
          <ac:spMkLst>
            <pc:docMk/>
            <pc:sldMk cId="198294182" sldId="11925"/>
            <ac:spMk id="179" creationId="{097C29B0-F5D8-4414-9093-FEB2C47CE0F8}"/>
          </ac:spMkLst>
        </pc:spChg>
        <pc:spChg chg="add mod">
          <ac:chgData name="Khumalo, Linda" userId="dec9ebdf-bb03-41b8-8be8-d403b092b381" providerId="ADAL" clId="{C40BA9AE-D036-41F0-80EC-10123636866D}" dt="2021-04-16T13:44:15.996" v="317" actId="571"/>
          <ac:spMkLst>
            <pc:docMk/>
            <pc:sldMk cId="198294182" sldId="11925"/>
            <ac:spMk id="180" creationId="{A09EEBEE-162B-4CF6-8198-A611817342D4}"/>
          </ac:spMkLst>
        </pc:spChg>
        <pc:spChg chg="mod">
          <ac:chgData name="Khumalo, Linda" userId="dec9ebdf-bb03-41b8-8be8-d403b092b381" providerId="ADAL" clId="{C40BA9AE-D036-41F0-80EC-10123636866D}" dt="2021-04-16T14:20:38.568" v="336" actId="465"/>
          <ac:spMkLst>
            <pc:docMk/>
            <pc:sldMk cId="198294182" sldId="11925"/>
            <ac:spMk id="181" creationId="{1F88A62B-D9B5-4FF2-A4AF-701DA6BCB099}"/>
          </ac:spMkLst>
        </pc:spChg>
        <pc:spChg chg="mod">
          <ac:chgData name="Khumalo, Linda" userId="dec9ebdf-bb03-41b8-8be8-d403b092b381" providerId="ADAL" clId="{C40BA9AE-D036-41F0-80EC-10123636866D}" dt="2021-04-16T14:20:38.568" v="336" actId="465"/>
          <ac:spMkLst>
            <pc:docMk/>
            <pc:sldMk cId="198294182" sldId="11925"/>
            <ac:spMk id="182" creationId="{7BF3D945-91FB-41F8-9FDD-BBFFD5F191C3}"/>
          </ac:spMkLst>
        </pc:spChg>
        <pc:spChg chg="mod">
          <ac:chgData name="Khumalo, Linda" userId="dec9ebdf-bb03-41b8-8be8-d403b092b381" providerId="ADAL" clId="{C40BA9AE-D036-41F0-80EC-10123636866D}" dt="2021-04-16T14:20:38.568" v="336" actId="465"/>
          <ac:spMkLst>
            <pc:docMk/>
            <pc:sldMk cId="198294182" sldId="11925"/>
            <ac:spMk id="191" creationId="{233F00C5-B6FE-491A-9CCE-B2A5089A810B}"/>
          </ac:spMkLst>
        </pc:spChg>
        <pc:spChg chg="mod">
          <ac:chgData name="Khumalo, Linda" userId="dec9ebdf-bb03-41b8-8be8-d403b092b381" providerId="ADAL" clId="{C40BA9AE-D036-41F0-80EC-10123636866D}" dt="2021-04-16T14:20:38.568" v="336" actId="465"/>
          <ac:spMkLst>
            <pc:docMk/>
            <pc:sldMk cId="198294182" sldId="11925"/>
            <ac:spMk id="197" creationId="{699628DF-37AA-4089-B161-96B26A1671E7}"/>
          </ac:spMkLst>
        </pc:spChg>
        <pc:spChg chg="mod">
          <ac:chgData name="Khumalo, Linda" userId="dec9ebdf-bb03-41b8-8be8-d403b092b381" providerId="ADAL" clId="{C40BA9AE-D036-41F0-80EC-10123636866D}" dt="2021-04-16T14:52:17.312" v="452" actId="1076"/>
          <ac:spMkLst>
            <pc:docMk/>
            <pc:sldMk cId="198294182" sldId="11925"/>
            <ac:spMk id="206" creationId="{9219E498-1061-419E-BD5F-0CE494253CB8}"/>
          </ac:spMkLst>
        </pc:spChg>
        <pc:spChg chg="mod">
          <ac:chgData name="Khumalo, Linda" userId="dec9ebdf-bb03-41b8-8be8-d403b092b381" providerId="ADAL" clId="{C40BA9AE-D036-41F0-80EC-10123636866D}" dt="2021-04-16T14:20:38.568" v="336" actId="465"/>
          <ac:spMkLst>
            <pc:docMk/>
            <pc:sldMk cId="198294182" sldId="11925"/>
            <ac:spMk id="221" creationId="{4A7691C6-044F-4C3D-B432-196E4470CF96}"/>
          </ac:spMkLst>
        </pc:spChg>
        <pc:spChg chg="mod">
          <ac:chgData name="Khumalo, Linda" userId="dec9ebdf-bb03-41b8-8be8-d403b092b381" providerId="ADAL" clId="{C40BA9AE-D036-41F0-80EC-10123636866D}" dt="2021-04-16T14:20:38.568" v="336" actId="465"/>
          <ac:spMkLst>
            <pc:docMk/>
            <pc:sldMk cId="198294182" sldId="11925"/>
            <ac:spMk id="225" creationId="{1840481C-46AC-4AF5-B88D-93FF0C95BC23}"/>
          </ac:spMkLst>
        </pc:spChg>
        <pc:spChg chg="mod">
          <ac:chgData name="Khumalo, Linda" userId="dec9ebdf-bb03-41b8-8be8-d403b092b381" providerId="ADAL" clId="{C40BA9AE-D036-41F0-80EC-10123636866D}" dt="2021-04-16T14:20:38.568" v="336" actId="465"/>
          <ac:spMkLst>
            <pc:docMk/>
            <pc:sldMk cId="198294182" sldId="11925"/>
            <ac:spMk id="238" creationId="{90059D8E-7B4D-4AAA-A29D-77BBE8D8D776}"/>
          </ac:spMkLst>
        </pc:spChg>
        <pc:spChg chg="mod">
          <ac:chgData name="Khumalo, Linda" userId="dec9ebdf-bb03-41b8-8be8-d403b092b381" providerId="ADAL" clId="{C40BA9AE-D036-41F0-80EC-10123636866D}" dt="2021-04-16T14:52:54.140" v="457" actId="1076"/>
          <ac:spMkLst>
            <pc:docMk/>
            <pc:sldMk cId="198294182" sldId="11925"/>
            <ac:spMk id="257" creationId="{E9F2EB54-361D-4148-9B68-279955170A1E}"/>
          </ac:spMkLst>
        </pc:spChg>
        <pc:spChg chg="mod">
          <ac:chgData name="Khumalo, Linda" userId="dec9ebdf-bb03-41b8-8be8-d403b092b381" providerId="ADAL" clId="{C40BA9AE-D036-41F0-80EC-10123636866D}" dt="2021-04-16T14:52:54.140" v="457" actId="1076"/>
          <ac:spMkLst>
            <pc:docMk/>
            <pc:sldMk cId="198294182" sldId="11925"/>
            <ac:spMk id="259" creationId="{DC832629-7575-4FD0-BC68-E7EBCB382F65}"/>
          </ac:spMkLst>
        </pc:spChg>
        <pc:spChg chg="mod">
          <ac:chgData name="Khumalo, Linda" userId="dec9ebdf-bb03-41b8-8be8-d403b092b381" providerId="ADAL" clId="{C40BA9AE-D036-41F0-80EC-10123636866D}" dt="2021-04-16T14:20:38.568" v="336" actId="465"/>
          <ac:spMkLst>
            <pc:docMk/>
            <pc:sldMk cId="198294182" sldId="11925"/>
            <ac:spMk id="278" creationId="{513CE483-5EE5-4626-ABB8-64C863F6F116}"/>
          </ac:spMkLst>
        </pc:spChg>
        <pc:spChg chg="mod">
          <ac:chgData name="Khumalo, Linda" userId="dec9ebdf-bb03-41b8-8be8-d403b092b381" providerId="ADAL" clId="{C40BA9AE-D036-41F0-80EC-10123636866D}" dt="2021-04-16T14:20:38.568" v="336" actId="465"/>
          <ac:spMkLst>
            <pc:docMk/>
            <pc:sldMk cId="198294182" sldId="11925"/>
            <ac:spMk id="297" creationId="{928B1CE9-9D32-404E-A63B-C04D02131361}"/>
          </ac:spMkLst>
        </pc:spChg>
        <pc:spChg chg="mod">
          <ac:chgData name="Khumalo, Linda" userId="dec9ebdf-bb03-41b8-8be8-d403b092b381" providerId="ADAL" clId="{C40BA9AE-D036-41F0-80EC-10123636866D}" dt="2021-04-16T14:20:38.568" v="336" actId="465"/>
          <ac:spMkLst>
            <pc:docMk/>
            <pc:sldMk cId="198294182" sldId="11925"/>
            <ac:spMk id="298" creationId="{1BBB72C5-94CB-4A8F-93B5-E4505BAB083C}"/>
          </ac:spMkLst>
        </pc:spChg>
        <pc:spChg chg="mod">
          <ac:chgData name="Khumalo, Linda" userId="dec9ebdf-bb03-41b8-8be8-d403b092b381" providerId="ADAL" clId="{C40BA9AE-D036-41F0-80EC-10123636866D}" dt="2021-04-16T14:52:54.140" v="457" actId="1076"/>
          <ac:spMkLst>
            <pc:docMk/>
            <pc:sldMk cId="198294182" sldId="11925"/>
            <ac:spMk id="299" creationId="{A06FE25C-C18E-49B1-9BF6-38255F83F311}"/>
          </ac:spMkLst>
        </pc:spChg>
        <pc:spChg chg="mod">
          <ac:chgData name="Khumalo, Linda" userId="dec9ebdf-bb03-41b8-8be8-d403b092b381" providerId="ADAL" clId="{C40BA9AE-D036-41F0-80EC-10123636866D}" dt="2021-04-16T14:20:38.568" v="336" actId="465"/>
          <ac:spMkLst>
            <pc:docMk/>
            <pc:sldMk cId="198294182" sldId="11925"/>
            <ac:spMk id="300" creationId="{DBCEA13E-833C-41E0-A21C-F80DD1DA4A46}"/>
          </ac:spMkLst>
        </pc:spChg>
        <pc:spChg chg="mod">
          <ac:chgData name="Khumalo, Linda" userId="dec9ebdf-bb03-41b8-8be8-d403b092b381" providerId="ADAL" clId="{C40BA9AE-D036-41F0-80EC-10123636866D}" dt="2021-04-16T14:20:38.568" v="336" actId="465"/>
          <ac:spMkLst>
            <pc:docMk/>
            <pc:sldMk cId="198294182" sldId="11925"/>
            <ac:spMk id="301" creationId="{B26D69DF-B258-4B08-9548-3DB40AD26041}"/>
          </ac:spMkLst>
        </pc:spChg>
        <pc:grpChg chg="mod">
          <ac:chgData name="Khumalo, Linda" userId="dec9ebdf-bb03-41b8-8be8-d403b092b381" providerId="ADAL" clId="{C40BA9AE-D036-41F0-80EC-10123636866D}" dt="2021-04-16T14:20:38.568" v="336" actId="465"/>
          <ac:grpSpMkLst>
            <pc:docMk/>
            <pc:sldMk cId="198294182" sldId="11925"/>
            <ac:grpSpMk id="4" creationId="{B4597167-367A-4368-A889-CBB061A5B369}"/>
          </ac:grpSpMkLst>
        </pc:grpChg>
        <pc:grpChg chg="mod">
          <ac:chgData name="Khumalo, Linda" userId="dec9ebdf-bb03-41b8-8be8-d403b092b381" providerId="ADAL" clId="{C40BA9AE-D036-41F0-80EC-10123636866D}" dt="2021-04-16T14:20:38.568" v="336" actId="465"/>
          <ac:grpSpMkLst>
            <pc:docMk/>
            <pc:sldMk cId="198294182" sldId="11925"/>
            <ac:grpSpMk id="39" creationId="{00BEC9AD-AA90-4004-88D4-BA11C4DE13DE}"/>
          </ac:grpSpMkLst>
        </pc:grpChg>
        <pc:grpChg chg="mod">
          <ac:chgData name="Khumalo, Linda" userId="dec9ebdf-bb03-41b8-8be8-d403b092b381" providerId="ADAL" clId="{C40BA9AE-D036-41F0-80EC-10123636866D}" dt="2021-04-16T14:20:38.568" v="336" actId="465"/>
          <ac:grpSpMkLst>
            <pc:docMk/>
            <pc:sldMk cId="198294182" sldId="11925"/>
            <ac:grpSpMk id="145" creationId="{BCBDEB0B-714A-4C97-A7B0-2EC64978C820}"/>
          </ac:grpSpMkLst>
        </pc:grpChg>
        <pc:grpChg chg="mod">
          <ac:chgData name="Khumalo, Linda" userId="dec9ebdf-bb03-41b8-8be8-d403b092b381" providerId="ADAL" clId="{C40BA9AE-D036-41F0-80EC-10123636866D}" dt="2021-04-16T14:20:38.568" v="336" actId="465"/>
          <ac:grpSpMkLst>
            <pc:docMk/>
            <pc:sldMk cId="198294182" sldId="11925"/>
            <ac:grpSpMk id="173" creationId="{FC8C0B0B-659D-4B49-A9BA-B86DBD916592}"/>
          </ac:grpSpMkLst>
        </pc:grpChg>
        <pc:grpChg chg="mod">
          <ac:chgData name="Khumalo, Linda" userId="dec9ebdf-bb03-41b8-8be8-d403b092b381" providerId="ADAL" clId="{C40BA9AE-D036-41F0-80EC-10123636866D}" dt="2021-04-16T14:20:38.568" v="336" actId="465"/>
          <ac:grpSpMkLst>
            <pc:docMk/>
            <pc:sldMk cId="198294182" sldId="11925"/>
            <ac:grpSpMk id="184" creationId="{9F3DA134-337F-492F-8FBD-5F46F5F6F9EC}"/>
          </ac:grpSpMkLst>
        </pc:grpChg>
        <pc:grpChg chg="mod">
          <ac:chgData name="Khumalo, Linda" userId="dec9ebdf-bb03-41b8-8be8-d403b092b381" providerId="ADAL" clId="{C40BA9AE-D036-41F0-80EC-10123636866D}" dt="2021-04-16T14:20:38.568" v="336" actId="465"/>
          <ac:grpSpMkLst>
            <pc:docMk/>
            <pc:sldMk cId="198294182" sldId="11925"/>
            <ac:grpSpMk id="185" creationId="{CAF1DB53-4C45-44E0-86FE-2D659798B14D}"/>
          </ac:grpSpMkLst>
        </pc:grpChg>
        <pc:grpChg chg="mod">
          <ac:chgData name="Khumalo, Linda" userId="dec9ebdf-bb03-41b8-8be8-d403b092b381" providerId="ADAL" clId="{C40BA9AE-D036-41F0-80EC-10123636866D}" dt="2021-04-16T14:20:38.568" v="336" actId="465"/>
          <ac:grpSpMkLst>
            <pc:docMk/>
            <pc:sldMk cId="198294182" sldId="11925"/>
            <ac:grpSpMk id="196" creationId="{D00D8EE3-CF7B-409F-B18B-5D17BAF004E8}"/>
          </ac:grpSpMkLst>
        </pc:grpChg>
        <pc:grpChg chg="mod">
          <ac:chgData name="Khumalo, Linda" userId="dec9ebdf-bb03-41b8-8be8-d403b092b381" providerId="ADAL" clId="{C40BA9AE-D036-41F0-80EC-10123636866D}" dt="2021-04-16T14:20:38.568" v="336" actId="465"/>
          <ac:grpSpMkLst>
            <pc:docMk/>
            <pc:sldMk cId="198294182" sldId="11925"/>
            <ac:grpSpMk id="220" creationId="{803C42AA-6D08-42B1-87F4-9AA4674CC60A}"/>
          </ac:grpSpMkLst>
        </pc:grpChg>
        <pc:grpChg chg="mod">
          <ac:chgData name="Khumalo, Linda" userId="dec9ebdf-bb03-41b8-8be8-d403b092b381" providerId="ADAL" clId="{C40BA9AE-D036-41F0-80EC-10123636866D}" dt="2021-04-16T14:20:38.568" v="336" actId="465"/>
          <ac:grpSpMkLst>
            <pc:docMk/>
            <pc:sldMk cId="198294182" sldId="11925"/>
            <ac:grpSpMk id="224" creationId="{532AE8CD-201A-4869-9A61-7A534E96A91D}"/>
          </ac:grpSpMkLst>
        </pc:grpChg>
        <pc:grpChg chg="mod">
          <ac:chgData name="Khumalo, Linda" userId="dec9ebdf-bb03-41b8-8be8-d403b092b381" providerId="ADAL" clId="{C40BA9AE-D036-41F0-80EC-10123636866D}" dt="2021-04-16T14:20:38.568" v="336" actId="465"/>
          <ac:grpSpMkLst>
            <pc:docMk/>
            <pc:sldMk cId="198294182" sldId="11925"/>
            <ac:grpSpMk id="255" creationId="{6A3B4860-30C9-4BB8-A8CA-0585A2E7C331}"/>
          </ac:grpSpMkLst>
        </pc:grpChg>
        <pc:grpChg chg="mod">
          <ac:chgData name="Khumalo, Linda" userId="dec9ebdf-bb03-41b8-8be8-d403b092b381" providerId="ADAL" clId="{C40BA9AE-D036-41F0-80EC-10123636866D}" dt="2021-04-16T14:20:38.568" v="336" actId="465"/>
          <ac:grpSpMkLst>
            <pc:docMk/>
            <pc:sldMk cId="198294182" sldId="11925"/>
            <ac:grpSpMk id="304" creationId="{FA50809F-DAFA-4898-8BBE-7EBB92BADC4C}"/>
          </ac:grpSpMkLst>
        </pc:grpChg>
        <pc:picChg chg="mod">
          <ac:chgData name="Khumalo, Linda" userId="dec9ebdf-bb03-41b8-8be8-d403b092b381" providerId="ADAL" clId="{C40BA9AE-D036-41F0-80EC-10123636866D}" dt="2021-04-16T14:53:00.223" v="459" actId="1076"/>
          <ac:picMkLst>
            <pc:docMk/>
            <pc:sldMk cId="198294182" sldId="11925"/>
            <ac:picMk id="7" creationId="{1340CDCF-3191-4EC5-82FC-5D07B2611F69}"/>
          </ac:picMkLst>
        </pc:picChg>
        <pc:picChg chg="mod">
          <ac:chgData name="Khumalo, Linda" userId="dec9ebdf-bb03-41b8-8be8-d403b092b381" providerId="ADAL" clId="{C40BA9AE-D036-41F0-80EC-10123636866D}" dt="2021-04-16T14:51:09.691" v="438" actId="1076"/>
          <ac:picMkLst>
            <pc:docMk/>
            <pc:sldMk cId="198294182" sldId="11925"/>
            <ac:picMk id="120" creationId="{30DAD0ED-1F06-4ACE-A960-5B273717A1BC}"/>
          </ac:picMkLst>
        </pc:picChg>
        <pc:picChg chg="mod">
          <ac:chgData name="Khumalo, Linda" userId="dec9ebdf-bb03-41b8-8be8-d403b092b381" providerId="ADAL" clId="{C40BA9AE-D036-41F0-80EC-10123636866D}" dt="2021-04-16T14:20:38.568" v="336" actId="465"/>
          <ac:picMkLst>
            <pc:docMk/>
            <pc:sldMk cId="198294182" sldId="11925"/>
            <ac:picMk id="121" creationId="{DBA00187-5413-410C-9D01-9BEB69202209}"/>
          </ac:picMkLst>
        </pc:picChg>
        <pc:picChg chg="mod">
          <ac:chgData name="Khumalo, Linda" userId="dec9ebdf-bb03-41b8-8be8-d403b092b381" providerId="ADAL" clId="{C40BA9AE-D036-41F0-80EC-10123636866D}" dt="2021-04-16T14:20:38.568" v="336" actId="465"/>
          <ac:picMkLst>
            <pc:docMk/>
            <pc:sldMk cId="198294182" sldId="11925"/>
            <ac:picMk id="143" creationId="{49894EC0-1BF4-4184-8C52-3C9DC5A05A94}"/>
          </ac:picMkLst>
        </pc:picChg>
        <pc:picChg chg="mod">
          <ac:chgData name="Khumalo, Linda" userId="dec9ebdf-bb03-41b8-8be8-d403b092b381" providerId="ADAL" clId="{C40BA9AE-D036-41F0-80EC-10123636866D}" dt="2021-04-16T14:50:37.460" v="431" actId="1076"/>
          <ac:picMkLst>
            <pc:docMk/>
            <pc:sldMk cId="198294182" sldId="11925"/>
            <ac:picMk id="144" creationId="{D89760D5-D630-49B0-93A0-9E62D3676AC6}"/>
          </ac:picMkLst>
        </pc:picChg>
        <pc:picChg chg="mod">
          <ac:chgData name="Khumalo, Linda" userId="dec9ebdf-bb03-41b8-8be8-d403b092b381" providerId="ADAL" clId="{C40BA9AE-D036-41F0-80EC-10123636866D}" dt="2021-04-16T14:20:38.568" v="336" actId="465"/>
          <ac:picMkLst>
            <pc:docMk/>
            <pc:sldMk cId="198294182" sldId="11925"/>
            <ac:picMk id="146" creationId="{E4E0DD24-A3B4-497F-90D4-E915D429CF4B}"/>
          </ac:picMkLst>
        </pc:picChg>
        <pc:picChg chg="mod">
          <ac:chgData name="Khumalo, Linda" userId="dec9ebdf-bb03-41b8-8be8-d403b092b381" providerId="ADAL" clId="{C40BA9AE-D036-41F0-80EC-10123636866D}" dt="2021-04-16T14:20:54.002" v="337" actId="1076"/>
          <ac:picMkLst>
            <pc:docMk/>
            <pc:sldMk cId="198294182" sldId="11925"/>
            <ac:picMk id="147" creationId="{D79B9A89-698A-48EA-A322-F0D166807B04}"/>
          </ac:picMkLst>
        </pc:picChg>
        <pc:picChg chg="mod">
          <ac:chgData name="Khumalo, Linda" userId="dec9ebdf-bb03-41b8-8be8-d403b092b381" providerId="ADAL" clId="{C40BA9AE-D036-41F0-80EC-10123636866D}" dt="2021-04-16T14:20:38.568" v="336" actId="465"/>
          <ac:picMkLst>
            <pc:docMk/>
            <pc:sldMk cId="198294182" sldId="11925"/>
            <ac:picMk id="148" creationId="{AE840148-D24D-40B0-BC38-9CDFB7232199}"/>
          </ac:picMkLst>
        </pc:picChg>
        <pc:picChg chg="mod">
          <ac:chgData name="Khumalo, Linda" userId="dec9ebdf-bb03-41b8-8be8-d403b092b381" providerId="ADAL" clId="{C40BA9AE-D036-41F0-80EC-10123636866D}" dt="2021-04-16T14:20:38.568" v="336" actId="465"/>
          <ac:picMkLst>
            <pc:docMk/>
            <pc:sldMk cId="198294182" sldId="11925"/>
            <ac:picMk id="156" creationId="{E8F6AC9B-20C7-43CC-BA6C-E5E42392F588}"/>
          </ac:picMkLst>
        </pc:picChg>
        <pc:picChg chg="mod">
          <ac:chgData name="Khumalo, Linda" userId="dec9ebdf-bb03-41b8-8be8-d403b092b381" providerId="ADAL" clId="{C40BA9AE-D036-41F0-80EC-10123636866D}" dt="2021-04-16T14:20:38.568" v="336" actId="465"/>
          <ac:picMkLst>
            <pc:docMk/>
            <pc:sldMk cId="198294182" sldId="11925"/>
            <ac:picMk id="222" creationId="{11A7371A-3A20-49D5-849A-BCF56141FEDE}"/>
          </ac:picMkLst>
        </pc:picChg>
        <pc:picChg chg="mod">
          <ac:chgData name="Khumalo, Linda" userId="dec9ebdf-bb03-41b8-8be8-d403b092b381" providerId="ADAL" clId="{C40BA9AE-D036-41F0-80EC-10123636866D}" dt="2021-04-16T14:20:38.568" v="336" actId="465"/>
          <ac:picMkLst>
            <pc:docMk/>
            <pc:sldMk cId="198294182" sldId="11925"/>
            <ac:picMk id="226" creationId="{3F1E7AE1-2C21-443D-9236-9EAEB3FC11DE}"/>
          </ac:picMkLst>
        </pc:picChg>
        <pc:picChg chg="mod">
          <ac:chgData name="Khumalo, Linda" userId="dec9ebdf-bb03-41b8-8be8-d403b092b381" providerId="ADAL" clId="{C40BA9AE-D036-41F0-80EC-10123636866D}" dt="2021-04-16T14:52:54.140" v="457" actId="1076"/>
          <ac:picMkLst>
            <pc:docMk/>
            <pc:sldMk cId="198294182" sldId="11925"/>
            <ac:picMk id="256" creationId="{11144AF2-25C9-4BC0-86F4-BEE50F02E8F0}"/>
          </ac:picMkLst>
        </pc:picChg>
        <pc:picChg chg="mod">
          <ac:chgData name="Khumalo, Linda" userId="dec9ebdf-bb03-41b8-8be8-d403b092b381" providerId="ADAL" clId="{C40BA9AE-D036-41F0-80EC-10123636866D}" dt="2021-04-16T14:20:38.568" v="336" actId="465"/>
          <ac:picMkLst>
            <pc:docMk/>
            <pc:sldMk cId="198294182" sldId="11925"/>
            <ac:picMk id="303" creationId="{348D0506-9741-4CCA-AFA3-C58995AC6DBB}"/>
          </ac:picMkLst>
        </pc:picChg>
        <pc:picChg chg="mod">
          <ac:chgData name="Khumalo, Linda" userId="dec9ebdf-bb03-41b8-8be8-d403b092b381" providerId="ADAL" clId="{C40BA9AE-D036-41F0-80EC-10123636866D}" dt="2021-04-16T14:52:21.935" v="453" actId="1076"/>
          <ac:picMkLst>
            <pc:docMk/>
            <pc:sldMk cId="198294182" sldId="11925"/>
            <ac:picMk id="305" creationId="{6BBBC8B0-9877-4342-A896-4093B3B84C1E}"/>
          </ac:picMkLst>
        </pc:picChg>
        <pc:cxnChg chg="mod">
          <ac:chgData name="Khumalo, Linda" userId="dec9ebdf-bb03-41b8-8be8-d403b092b381" providerId="ADAL" clId="{C40BA9AE-D036-41F0-80EC-10123636866D}" dt="2021-04-16T14:51:22.747" v="440" actId="1076"/>
          <ac:cxnSpMkLst>
            <pc:docMk/>
            <pc:sldMk cId="198294182" sldId="11925"/>
            <ac:cxnSpMk id="31" creationId="{B9994196-5BDB-4A0B-A2F5-B68346673D58}"/>
          </ac:cxnSpMkLst>
        </pc:cxnChg>
        <pc:cxnChg chg="mod">
          <ac:chgData name="Khumalo, Linda" userId="dec9ebdf-bb03-41b8-8be8-d403b092b381" providerId="ADAL" clId="{C40BA9AE-D036-41F0-80EC-10123636866D}" dt="2021-04-16T14:52:54.140" v="457" actId="1076"/>
          <ac:cxnSpMkLst>
            <pc:docMk/>
            <pc:sldMk cId="198294182" sldId="11925"/>
            <ac:cxnSpMk id="33" creationId="{89F61CA9-BBBD-44B1-86A8-B9E43EE7914C}"/>
          </ac:cxnSpMkLst>
        </pc:cxnChg>
        <pc:cxnChg chg="mod">
          <ac:chgData name="Khumalo, Linda" userId="dec9ebdf-bb03-41b8-8be8-d403b092b381" providerId="ADAL" clId="{C40BA9AE-D036-41F0-80EC-10123636866D}" dt="2021-04-16T14:20:38.568" v="336" actId="465"/>
          <ac:cxnSpMkLst>
            <pc:docMk/>
            <pc:sldMk cId="198294182" sldId="11925"/>
            <ac:cxnSpMk id="72" creationId="{47E47ADF-0EF3-44E4-A2FB-FB4BFEB3E7A5}"/>
          </ac:cxnSpMkLst>
        </pc:cxnChg>
        <pc:cxnChg chg="mod">
          <ac:chgData name="Khumalo, Linda" userId="dec9ebdf-bb03-41b8-8be8-d403b092b381" providerId="ADAL" clId="{C40BA9AE-D036-41F0-80EC-10123636866D}" dt="2021-04-16T14:20:38.568" v="336" actId="465"/>
          <ac:cxnSpMkLst>
            <pc:docMk/>
            <pc:sldMk cId="198294182" sldId="11925"/>
            <ac:cxnSpMk id="91" creationId="{8F6FC921-174D-4CDF-9DA4-5CEEA1D25F57}"/>
          </ac:cxnSpMkLst>
        </pc:cxnChg>
        <pc:cxnChg chg="mod">
          <ac:chgData name="Khumalo, Linda" userId="dec9ebdf-bb03-41b8-8be8-d403b092b381" providerId="ADAL" clId="{C40BA9AE-D036-41F0-80EC-10123636866D}" dt="2021-04-16T14:20:38.568" v="336" actId="465"/>
          <ac:cxnSpMkLst>
            <pc:docMk/>
            <pc:sldMk cId="198294182" sldId="11925"/>
            <ac:cxnSpMk id="93" creationId="{6C2A8373-B0EA-42E3-9E18-B648821AFF5A}"/>
          </ac:cxnSpMkLst>
        </pc:cxnChg>
        <pc:cxnChg chg="mod">
          <ac:chgData name="Khumalo, Linda" userId="dec9ebdf-bb03-41b8-8be8-d403b092b381" providerId="ADAL" clId="{C40BA9AE-D036-41F0-80EC-10123636866D}" dt="2021-04-16T14:20:38.568" v="336" actId="465"/>
          <ac:cxnSpMkLst>
            <pc:docMk/>
            <pc:sldMk cId="198294182" sldId="11925"/>
            <ac:cxnSpMk id="95" creationId="{60CBD9CA-9994-48F6-AF28-65F54D5EC27F}"/>
          </ac:cxnSpMkLst>
        </pc:cxnChg>
        <pc:cxnChg chg="mod">
          <ac:chgData name="Khumalo, Linda" userId="dec9ebdf-bb03-41b8-8be8-d403b092b381" providerId="ADAL" clId="{C40BA9AE-D036-41F0-80EC-10123636866D}" dt="2021-04-16T14:20:38.568" v="336" actId="465"/>
          <ac:cxnSpMkLst>
            <pc:docMk/>
            <pc:sldMk cId="198294182" sldId="11925"/>
            <ac:cxnSpMk id="97" creationId="{5BCD811C-0DD2-467C-BA61-ED8B8A39DE1C}"/>
          </ac:cxnSpMkLst>
        </pc:cxnChg>
        <pc:cxnChg chg="mod">
          <ac:chgData name="Khumalo, Linda" userId="dec9ebdf-bb03-41b8-8be8-d403b092b381" providerId="ADAL" clId="{C40BA9AE-D036-41F0-80EC-10123636866D}" dt="2021-04-16T14:20:38.568" v="336" actId="465"/>
          <ac:cxnSpMkLst>
            <pc:docMk/>
            <pc:sldMk cId="198294182" sldId="11925"/>
            <ac:cxnSpMk id="99" creationId="{06B38CA6-FED0-4125-805D-DC131872C717}"/>
          </ac:cxnSpMkLst>
        </pc:cxnChg>
        <pc:cxnChg chg="mod">
          <ac:chgData name="Khumalo, Linda" userId="dec9ebdf-bb03-41b8-8be8-d403b092b381" providerId="ADAL" clId="{C40BA9AE-D036-41F0-80EC-10123636866D}" dt="2021-04-16T14:50:59.545" v="437" actId="1076"/>
          <ac:cxnSpMkLst>
            <pc:docMk/>
            <pc:sldMk cId="198294182" sldId="11925"/>
            <ac:cxnSpMk id="101" creationId="{7F59BD5A-81CD-48FE-8955-08C18CD6AA1F}"/>
          </ac:cxnSpMkLst>
        </pc:cxnChg>
        <pc:cxnChg chg="mod">
          <ac:chgData name="Khumalo, Linda" userId="dec9ebdf-bb03-41b8-8be8-d403b092b381" providerId="ADAL" clId="{C40BA9AE-D036-41F0-80EC-10123636866D}" dt="2021-04-16T14:50:33.221" v="430" actId="1076"/>
          <ac:cxnSpMkLst>
            <pc:docMk/>
            <pc:sldMk cId="198294182" sldId="11925"/>
            <ac:cxnSpMk id="103" creationId="{D024DD14-869B-4706-9ED0-A342F6868762}"/>
          </ac:cxnSpMkLst>
        </pc:cxnChg>
        <pc:cxnChg chg="mod">
          <ac:chgData name="Khumalo, Linda" userId="dec9ebdf-bb03-41b8-8be8-d403b092b381" providerId="ADAL" clId="{C40BA9AE-D036-41F0-80EC-10123636866D}" dt="2021-04-16T14:50:33.221" v="430" actId="1076"/>
          <ac:cxnSpMkLst>
            <pc:docMk/>
            <pc:sldMk cId="198294182" sldId="11925"/>
            <ac:cxnSpMk id="112" creationId="{6522414D-179F-434B-9268-44DFB5EADD93}"/>
          </ac:cxnSpMkLst>
        </pc:cxnChg>
        <pc:cxnChg chg="mod">
          <ac:chgData name="Khumalo, Linda" userId="dec9ebdf-bb03-41b8-8be8-d403b092b381" providerId="ADAL" clId="{C40BA9AE-D036-41F0-80EC-10123636866D}" dt="2021-04-16T14:20:38.568" v="336" actId="465"/>
          <ac:cxnSpMkLst>
            <pc:docMk/>
            <pc:sldMk cId="198294182" sldId="11925"/>
            <ac:cxnSpMk id="114" creationId="{E62C225A-9D1A-4239-8560-070D8154B7A7}"/>
          </ac:cxnSpMkLst>
        </pc:cxnChg>
        <pc:cxnChg chg="mod">
          <ac:chgData name="Khumalo, Linda" userId="dec9ebdf-bb03-41b8-8be8-d403b092b381" providerId="ADAL" clId="{C40BA9AE-D036-41F0-80EC-10123636866D}" dt="2021-04-16T14:50:59.545" v="437" actId="1076"/>
          <ac:cxnSpMkLst>
            <pc:docMk/>
            <pc:sldMk cId="198294182" sldId="11925"/>
            <ac:cxnSpMk id="116" creationId="{AF5E83B9-E6B7-413B-BAE6-892E257E1BFC}"/>
          </ac:cxnSpMkLst>
        </pc:cxnChg>
        <pc:cxnChg chg="mod">
          <ac:chgData name="Khumalo, Linda" userId="dec9ebdf-bb03-41b8-8be8-d403b092b381" providerId="ADAL" clId="{C40BA9AE-D036-41F0-80EC-10123636866D}" dt="2021-04-16T14:20:38.568" v="336" actId="465"/>
          <ac:cxnSpMkLst>
            <pc:docMk/>
            <pc:sldMk cId="198294182" sldId="11925"/>
            <ac:cxnSpMk id="125" creationId="{F9366D2D-082C-44F0-8DA6-3F939107A8D6}"/>
          </ac:cxnSpMkLst>
        </pc:cxnChg>
        <pc:cxnChg chg="mod">
          <ac:chgData name="Khumalo, Linda" userId="dec9ebdf-bb03-41b8-8be8-d403b092b381" providerId="ADAL" clId="{C40BA9AE-D036-41F0-80EC-10123636866D}" dt="2021-04-16T14:52:17.312" v="452" actId="1076"/>
          <ac:cxnSpMkLst>
            <pc:docMk/>
            <pc:sldMk cId="198294182" sldId="11925"/>
            <ac:cxnSpMk id="128" creationId="{3CA47803-1F3E-4637-B71E-D119529B805B}"/>
          </ac:cxnSpMkLst>
        </pc:cxnChg>
        <pc:cxnChg chg="mod">
          <ac:chgData name="Khumalo, Linda" userId="dec9ebdf-bb03-41b8-8be8-d403b092b381" providerId="ADAL" clId="{C40BA9AE-D036-41F0-80EC-10123636866D}" dt="2021-04-16T14:20:38.568" v="336" actId="465"/>
          <ac:cxnSpMkLst>
            <pc:docMk/>
            <pc:sldMk cId="198294182" sldId="11925"/>
            <ac:cxnSpMk id="131" creationId="{9E86A5DB-2FF5-471D-9110-163DC3A19760}"/>
          </ac:cxnSpMkLst>
        </pc:cxnChg>
        <pc:cxnChg chg="mod">
          <ac:chgData name="Khumalo, Linda" userId="dec9ebdf-bb03-41b8-8be8-d403b092b381" providerId="ADAL" clId="{C40BA9AE-D036-41F0-80EC-10123636866D}" dt="2021-04-16T14:51:29.439" v="441" actId="1076"/>
          <ac:cxnSpMkLst>
            <pc:docMk/>
            <pc:sldMk cId="198294182" sldId="11925"/>
            <ac:cxnSpMk id="140" creationId="{757E000D-BC1F-437F-9F27-DC55D8F2922F}"/>
          </ac:cxnSpMkLst>
        </pc:cxnChg>
        <pc:cxnChg chg="mod">
          <ac:chgData name="Khumalo, Linda" userId="dec9ebdf-bb03-41b8-8be8-d403b092b381" providerId="ADAL" clId="{C40BA9AE-D036-41F0-80EC-10123636866D}" dt="2021-04-16T14:20:38.568" v="336" actId="465"/>
          <ac:cxnSpMkLst>
            <pc:docMk/>
            <pc:sldMk cId="198294182" sldId="11925"/>
            <ac:cxnSpMk id="151" creationId="{7BC82308-BBD2-43C6-AD9C-2A6E51E458FD}"/>
          </ac:cxnSpMkLst>
        </pc:cxnChg>
        <pc:cxnChg chg="mod">
          <ac:chgData name="Khumalo, Linda" userId="dec9ebdf-bb03-41b8-8be8-d403b092b381" providerId="ADAL" clId="{C40BA9AE-D036-41F0-80EC-10123636866D}" dt="2021-04-16T14:52:17.312" v="452" actId="1076"/>
          <ac:cxnSpMkLst>
            <pc:docMk/>
            <pc:sldMk cId="198294182" sldId="11925"/>
            <ac:cxnSpMk id="153" creationId="{6F7FC42E-0012-41F6-A57F-0AB39FE165B5}"/>
          </ac:cxnSpMkLst>
        </pc:cxnChg>
        <pc:cxnChg chg="mod">
          <ac:chgData name="Khumalo, Linda" userId="dec9ebdf-bb03-41b8-8be8-d403b092b381" providerId="ADAL" clId="{C40BA9AE-D036-41F0-80EC-10123636866D}" dt="2021-04-16T14:20:38.568" v="336" actId="465"/>
          <ac:cxnSpMkLst>
            <pc:docMk/>
            <pc:sldMk cId="198294182" sldId="11925"/>
            <ac:cxnSpMk id="157" creationId="{DAD74BD9-B1CE-4C97-A0DD-74EE7AC55E94}"/>
          </ac:cxnSpMkLst>
        </pc:cxnChg>
        <pc:cxnChg chg="mod">
          <ac:chgData name="Khumalo, Linda" userId="dec9ebdf-bb03-41b8-8be8-d403b092b381" providerId="ADAL" clId="{C40BA9AE-D036-41F0-80EC-10123636866D}" dt="2021-04-16T14:20:38.568" v="336" actId="465"/>
          <ac:cxnSpMkLst>
            <pc:docMk/>
            <pc:sldMk cId="198294182" sldId="11925"/>
            <ac:cxnSpMk id="158" creationId="{9E09D07E-3CEC-4462-9475-AE852D2322F9}"/>
          </ac:cxnSpMkLst>
        </pc:cxnChg>
        <pc:cxnChg chg="mod">
          <ac:chgData name="Khumalo, Linda" userId="dec9ebdf-bb03-41b8-8be8-d403b092b381" providerId="ADAL" clId="{C40BA9AE-D036-41F0-80EC-10123636866D}" dt="2021-04-16T14:20:38.568" v="336" actId="465"/>
          <ac:cxnSpMkLst>
            <pc:docMk/>
            <pc:sldMk cId="198294182" sldId="11925"/>
            <ac:cxnSpMk id="177" creationId="{5AAE3646-D581-42D1-96AF-08E1B5C9A62F}"/>
          </ac:cxnSpMkLst>
        </pc:cxnChg>
        <pc:cxnChg chg="mod">
          <ac:chgData name="Khumalo, Linda" userId="dec9ebdf-bb03-41b8-8be8-d403b092b381" providerId="ADAL" clId="{C40BA9AE-D036-41F0-80EC-10123636866D}" dt="2021-04-16T14:20:38.568" v="336" actId="465"/>
          <ac:cxnSpMkLst>
            <pc:docMk/>
            <pc:sldMk cId="198294182" sldId="11925"/>
            <ac:cxnSpMk id="193" creationId="{772F2D22-A06A-47EB-AB21-937FED4143B1}"/>
          </ac:cxnSpMkLst>
        </pc:cxnChg>
        <pc:cxnChg chg="mod">
          <ac:chgData name="Khumalo, Linda" userId="dec9ebdf-bb03-41b8-8be8-d403b092b381" providerId="ADAL" clId="{C40BA9AE-D036-41F0-80EC-10123636866D}" dt="2021-04-16T14:20:38.568" v="336" actId="465"/>
          <ac:cxnSpMkLst>
            <pc:docMk/>
            <pc:sldMk cId="198294182" sldId="11925"/>
            <ac:cxnSpMk id="199" creationId="{B10C9199-E12A-42B2-9A36-FF32D9763F23}"/>
          </ac:cxnSpMkLst>
        </pc:cxnChg>
        <pc:cxnChg chg="mod">
          <ac:chgData name="Khumalo, Linda" userId="dec9ebdf-bb03-41b8-8be8-d403b092b381" providerId="ADAL" clId="{C40BA9AE-D036-41F0-80EC-10123636866D}" dt="2021-04-16T14:20:38.568" v="336" actId="465"/>
          <ac:cxnSpMkLst>
            <pc:docMk/>
            <pc:sldMk cId="198294182" sldId="11925"/>
            <ac:cxnSpMk id="235" creationId="{A998222E-B9AC-4376-978B-CA4CD47AA664}"/>
          </ac:cxnSpMkLst>
        </pc:cxnChg>
        <pc:cxnChg chg="mod">
          <ac:chgData name="Khumalo, Linda" userId="dec9ebdf-bb03-41b8-8be8-d403b092b381" providerId="ADAL" clId="{C40BA9AE-D036-41F0-80EC-10123636866D}" dt="2021-04-16T14:20:38.568" v="336" actId="465"/>
          <ac:cxnSpMkLst>
            <pc:docMk/>
            <pc:sldMk cId="198294182" sldId="11925"/>
            <ac:cxnSpMk id="242" creationId="{D635BBC0-D8F6-415F-99CE-AC4F8E28AEF9}"/>
          </ac:cxnSpMkLst>
        </pc:cxnChg>
        <pc:cxnChg chg="mod">
          <ac:chgData name="Khumalo, Linda" userId="dec9ebdf-bb03-41b8-8be8-d403b092b381" providerId="ADAL" clId="{C40BA9AE-D036-41F0-80EC-10123636866D}" dt="2021-04-16T14:20:38.568" v="336" actId="465"/>
          <ac:cxnSpMkLst>
            <pc:docMk/>
            <pc:sldMk cId="198294182" sldId="11925"/>
            <ac:cxnSpMk id="244" creationId="{C8334CE3-1910-46E2-AB77-AC5269DB1224}"/>
          </ac:cxnSpMkLst>
        </pc:cxnChg>
        <pc:cxnChg chg="mod">
          <ac:chgData name="Khumalo, Linda" userId="dec9ebdf-bb03-41b8-8be8-d403b092b381" providerId="ADAL" clId="{C40BA9AE-D036-41F0-80EC-10123636866D}" dt="2021-04-16T14:20:38.568" v="336" actId="465"/>
          <ac:cxnSpMkLst>
            <pc:docMk/>
            <pc:sldMk cId="198294182" sldId="11925"/>
            <ac:cxnSpMk id="246" creationId="{B4FD0B6E-DFB0-4964-9BBB-29F95A3AE367}"/>
          </ac:cxnSpMkLst>
        </pc:cxnChg>
        <pc:cxnChg chg="mod">
          <ac:chgData name="Khumalo, Linda" userId="dec9ebdf-bb03-41b8-8be8-d403b092b381" providerId="ADAL" clId="{C40BA9AE-D036-41F0-80EC-10123636866D}" dt="2021-04-16T14:52:54.140" v="457" actId="1076"/>
          <ac:cxnSpMkLst>
            <pc:docMk/>
            <pc:sldMk cId="198294182" sldId="11925"/>
            <ac:cxnSpMk id="254" creationId="{39FFC49D-4A43-48F5-88CE-8D2F53640001}"/>
          </ac:cxnSpMkLst>
        </pc:cxnChg>
        <pc:cxnChg chg="mod">
          <ac:chgData name="Khumalo, Linda" userId="dec9ebdf-bb03-41b8-8be8-d403b092b381" providerId="ADAL" clId="{C40BA9AE-D036-41F0-80EC-10123636866D}" dt="2021-04-16T14:51:22.747" v="440" actId="1076"/>
          <ac:cxnSpMkLst>
            <pc:docMk/>
            <pc:sldMk cId="198294182" sldId="11925"/>
            <ac:cxnSpMk id="266" creationId="{3962044E-C17A-4660-8031-4FA4172AB237}"/>
          </ac:cxnSpMkLst>
        </pc:cxnChg>
        <pc:cxnChg chg="mod">
          <ac:chgData name="Khumalo, Linda" userId="dec9ebdf-bb03-41b8-8be8-d403b092b381" providerId="ADAL" clId="{C40BA9AE-D036-41F0-80EC-10123636866D}" dt="2021-04-16T14:52:54.140" v="457" actId="1076"/>
          <ac:cxnSpMkLst>
            <pc:docMk/>
            <pc:sldMk cId="198294182" sldId="11925"/>
            <ac:cxnSpMk id="268" creationId="{ECAD54A3-DC3D-4E62-B25B-DC7457CF0016}"/>
          </ac:cxnSpMkLst>
        </pc:cxnChg>
        <pc:cxnChg chg="mod">
          <ac:chgData name="Khumalo, Linda" userId="dec9ebdf-bb03-41b8-8be8-d403b092b381" providerId="ADAL" clId="{C40BA9AE-D036-41F0-80EC-10123636866D}" dt="2021-04-16T14:52:54.140" v="457" actId="1076"/>
          <ac:cxnSpMkLst>
            <pc:docMk/>
            <pc:sldMk cId="198294182" sldId="11925"/>
            <ac:cxnSpMk id="270" creationId="{D8710DD2-02A2-46E1-8D96-068897D882A1}"/>
          </ac:cxnSpMkLst>
        </pc:cxnChg>
        <pc:cxnChg chg="del mod">
          <ac:chgData name="Khumalo, Linda" userId="dec9ebdf-bb03-41b8-8be8-d403b092b381" providerId="ADAL" clId="{C40BA9AE-D036-41F0-80EC-10123636866D}" dt="2021-04-16T14:53:34.793" v="461" actId="478"/>
          <ac:cxnSpMkLst>
            <pc:docMk/>
            <pc:sldMk cId="198294182" sldId="11925"/>
            <ac:cxnSpMk id="272" creationId="{BEA515AC-3734-4D7F-87CC-14B68A4CBE5B}"/>
          </ac:cxnSpMkLst>
        </pc:cxnChg>
        <pc:cxnChg chg="mod">
          <ac:chgData name="Khumalo, Linda" userId="dec9ebdf-bb03-41b8-8be8-d403b092b381" providerId="ADAL" clId="{C40BA9AE-D036-41F0-80EC-10123636866D}" dt="2021-04-16T14:51:51.565" v="446" actId="1076"/>
          <ac:cxnSpMkLst>
            <pc:docMk/>
            <pc:sldMk cId="198294182" sldId="11925"/>
            <ac:cxnSpMk id="274" creationId="{048A1C74-E23A-420C-A9F7-0607F15BBE0E}"/>
          </ac:cxnSpMkLst>
        </pc:cxnChg>
      </pc:sldChg>
      <pc:sldChg chg="addSp delSp modSp new mod">
        <pc:chgData name="Khumalo, Linda" userId="dec9ebdf-bb03-41b8-8be8-d403b092b381" providerId="ADAL" clId="{C40BA9AE-D036-41F0-80EC-10123636866D}" dt="2021-04-16T10:47:22.867" v="130"/>
        <pc:sldMkLst>
          <pc:docMk/>
          <pc:sldMk cId="1975460379" sldId="11926"/>
        </pc:sldMkLst>
        <pc:spChg chg="del">
          <ac:chgData name="Khumalo, Linda" userId="dec9ebdf-bb03-41b8-8be8-d403b092b381" providerId="ADAL" clId="{C40BA9AE-D036-41F0-80EC-10123636866D}" dt="2021-04-16T10:14:09.413" v="119"/>
          <ac:spMkLst>
            <pc:docMk/>
            <pc:sldMk cId="1975460379" sldId="11926"/>
            <ac:spMk id="2" creationId="{1E95DE5B-859B-44FB-8BCA-813D69D566B8}"/>
          </ac:spMkLst>
        </pc:spChg>
        <pc:spChg chg="del">
          <ac:chgData name="Khumalo, Linda" userId="dec9ebdf-bb03-41b8-8be8-d403b092b381" providerId="ADAL" clId="{C40BA9AE-D036-41F0-80EC-10123636866D}" dt="2021-04-16T10:14:09.413" v="119"/>
          <ac:spMkLst>
            <pc:docMk/>
            <pc:sldMk cId="1975460379" sldId="11926"/>
            <ac:spMk id="3" creationId="{7E01C422-47FB-4613-92A8-2B9BA773CEF4}"/>
          </ac:spMkLst>
        </pc:spChg>
        <pc:spChg chg="del">
          <ac:chgData name="Khumalo, Linda" userId="dec9ebdf-bb03-41b8-8be8-d403b092b381" providerId="ADAL" clId="{C40BA9AE-D036-41F0-80EC-10123636866D}" dt="2021-04-16T10:14:09.413" v="119"/>
          <ac:spMkLst>
            <pc:docMk/>
            <pc:sldMk cId="1975460379" sldId="11926"/>
            <ac:spMk id="4" creationId="{4441665F-9A59-4160-A1DA-6DDD54D1EF40}"/>
          </ac:spMkLst>
        </pc:spChg>
        <pc:spChg chg="add mod">
          <ac:chgData name="Khumalo, Linda" userId="dec9ebdf-bb03-41b8-8be8-d403b092b381" providerId="ADAL" clId="{C40BA9AE-D036-41F0-80EC-10123636866D}" dt="2021-04-16T10:47:22.867" v="130"/>
          <ac:spMkLst>
            <pc:docMk/>
            <pc:sldMk cId="1975460379" sldId="11926"/>
            <ac:spMk id="5" creationId="{E2FB777E-1880-411C-9A03-2FBA96F7D884}"/>
          </ac:spMkLst>
        </pc:spChg>
      </pc:sldChg>
      <pc:sldChg chg="addSp delSp modSp new mod ord">
        <pc:chgData name="Khumalo, Linda" userId="dec9ebdf-bb03-41b8-8be8-d403b092b381" providerId="ADAL" clId="{C40BA9AE-D036-41F0-80EC-10123636866D}" dt="2021-04-16T14:59:18.232" v="468" actId="6549"/>
        <pc:sldMkLst>
          <pc:docMk/>
          <pc:sldMk cId="2496566658" sldId="11927"/>
        </pc:sldMkLst>
        <pc:spChg chg="del">
          <ac:chgData name="Khumalo, Linda" userId="dec9ebdf-bb03-41b8-8be8-d403b092b381" providerId="ADAL" clId="{C40BA9AE-D036-41F0-80EC-10123636866D}" dt="2021-04-16T12:59:36.943" v="154"/>
          <ac:spMkLst>
            <pc:docMk/>
            <pc:sldMk cId="2496566658" sldId="11927"/>
            <ac:spMk id="2" creationId="{96680E78-5CAF-4E5A-94E4-CEB4233E486C}"/>
          </ac:spMkLst>
        </pc:spChg>
        <pc:spChg chg="mod">
          <ac:chgData name="Khumalo, Linda" userId="dec9ebdf-bb03-41b8-8be8-d403b092b381" providerId="ADAL" clId="{C40BA9AE-D036-41F0-80EC-10123636866D}" dt="2021-04-16T12:56:51.692" v="138" actId="20577"/>
          <ac:spMkLst>
            <pc:docMk/>
            <pc:sldMk cId="2496566658" sldId="11927"/>
            <ac:spMk id="3" creationId="{76F95765-03B2-46E7-A100-6C1B515868C9}"/>
          </ac:spMkLst>
        </pc:spChg>
        <pc:spChg chg="mod">
          <ac:chgData name="Khumalo, Linda" userId="dec9ebdf-bb03-41b8-8be8-d403b092b381" providerId="ADAL" clId="{C40BA9AE-D036-41F0-80EC-10123636866D}" dt="2021-04-16T14:59:18.232" v="468" actId="6549"/>
          <ac:spMkLst>
            <pc:docMk/>
            <pc:sldMk cId="2496566658" sldId="11927"/>
            <ac:spMk id="4" creationId="{DD8D5D6A-7F08-4E88-B89E-5AB77078C364}"/>
          </ac:spMkLst>
        </pc:spChg>
        <pc:spChg chg="mod">
          <ac:chgData name="Khumalo, Linda" userId="dec9ebdf-bb03-41b8-8be8-d403b092b381" providerId="ADAL" clId="{C40BA9AE-D036-41F0-80EC-10123636866D}" dt="2021-04-16T12:57:04.278" v="152" actId="20577"/>
          <ac:spMkLst>
            <pc:docMk/>
            <pc:sldMk cId="2496566658" sldId="11927"/>
            <ac:spMk id="5" creationId="{F2D18751-214D-4E7C-85F2-90E451DB38C5}"/>
          </ac:spMkLst>
        </pc:spChg>
        <pc:spChg chg="add del mod ord">
          <ac:chgData name="Khumalo, Linda" userId="dec9ebdf-bb03-41b8-8be8-d403b092b381" providerId="ADAL" clId="{C40BA9AE-D036-41F0-80EC-10123636866D}" dt="2021-04-16T13:00:12.867" v="186"/>
          <ac:spMkLst>
            <pc:docMk/>
            <pc:sldMk cId="2496566658" sldId="11927"/>
            <ac:spMk id="8" creationId="{A27A712C-DD61-4CD5-82CA-E1FA145DF53B}"/>
          </ac:spMkLst>
        </pc:spChg>
        <pc:picChg chg="add del mod ord">
          <ac:chgData name="Khumalo, Linda" userId="dec9ebdf-bb03-41b8-8be8-d403b092b381" providerId="ADAL" clId="{C40BA9AE-D036-41F0-80EC-10123636866D}" dt="2021-04-16T12:59:40.920" v="185" actId="478"/>
          <ac:picMkLst>
            <pc:docMk/>
            <pc:sldMk cId="2496566658" sldId="11927"/>
            <ac:picMk id="7" creationId="{3130DBA6-AE11-4EC8-99F5-39C3297E016E}"/>
          </ac:picMkLst>
        </pc:picChg>
        <pc:picChg chg="add mod">
          <ac:chgData name="Khumalo, Linda" userId="dec9ebdf-bb03-41b8-8be8-d403b092b381" providerId="ADAL" clId="{C40BA9AE-D036-41F0-80EC-10123636866D}" dt="2021-04-16T13:00:13.043" v="196" actId="18654"/>
          <ac:picMkLst>
            <pc:docMk/>
            <pc:sldMk cId="2496566658" sldId="11927"/>
            <ac:picMk id="10" creationId="{6FD4498B-D88B-46A7-9695-74D4D7467D93}"/>
          </ac:picMkLst>
        </pc:picChg>
      </pc:sldChg>
    </pc:docChg>
  </pc:docChgLst>
  <pc:docChgLst>
    <pc:chgData name="Arcangeli, Gino" userId="c3eeb981-900c-4ae5-b418-5adab2bf0312" providerId="ADAL" clId="{E84225FF-6FF9-4E56-9E5E-D41EF33C4033}"/>
    <pc:docChg chg="undo custSel modSld">
      <pc:chgData name="Arcangeli, Gino" userId="c3eeb981-900c-4ae5-b418-5adab2bf0312" providerId="ADAL" clId="{E84225FF-6FF9-4E56-9E5E-D41EF33C4033}" dt="2021-04-16T15:09:48.260" v="383" actId="1036"/>
      <pc:docMkLst>
        <pc:docMk/>
      </pc:docMkLst>
      <pc:sldChg chg="addSp delSp modSp mod">
        <pc:chgData name="Arcangeli, Gino" userId="c3eeb981-900c-4ae5-b418-5adab2bf0312" providerId="ADAL" clId="{E84225FF-6FF9-4E56-9E5E-D41EF33C4033}" dt="2021-04-16T11:53:11.806" v="50" actId="1037"/>
        <pc:sldMkLst>
          <pc:docMk/>
          <pc:sldMk cId="4020844815" sldId="10114"/>
        </pc:sldMkLst>
        <pc:spChg chg="mod">
          <ac:chgData name="Arcangeli, Gino" userId="c3eeb981-900c-4ae5-b418-5adab2bf0312" providerId="ADAL" clId="{E84225FF-6FF9-4E56-9E5E-D41EF33C4033}" dt="2021-04-16T11:53:11.806" v="50" actId="1037"/>
          <ac:spMkLst>
            <pc:docMk/>
            <pc:sldMk cId="4020844815" sldId="10114"/>
            <ac:spMk id="133" creationId="{E75BC04F-7732-457F-9600-C6BA87724B43}"/>
          </ac:spMkLst>
        </pc:spChg>
        <pc:cxnChg chg="mod">
          <ac:chgData name="Arcangeli, Gino" userId="c3eeb981-900c-4ae5-b418-5adab2bf0312" providerId="ADAL" clId="{E84225FF-6FF9-4E56-9E5E-D41EF33C4033}" dt="2021-04-16T11:52:56.597" v="23" actId="1037"/>
          <ac:cxnSpMkLst>
            <pc:docMk/>
            <pc:sldMk cId="4020844815" sldId="10114"/>
            <ac:cxnSpMk id="33" creationId="{89F61CA9-BBBD-44B1-86A8-B9E43EE7914C}"/>
          </ac:cxnSpMkLst>
        </pc:cxnChg>
        <pc:cxnChg chg="add mod">
          <ac:chgData name="Arcangeli, Gino" userId="c3eeb981-900c-4ae5-b418-5adab2bf0312" providerId="ADAL" clId="{E84225FF-6FF9-4E56-9E5E-D41EF33C4033}" dt="2021-04-16T11:52:46.809" v="4" actId="14100"/>
          <ac:cxnSpMkLst>
            <pc:docMk/>
            <pc:sldMk cId="4020844815" sldId="10114"/>
            <ac:cxnSpMk id="123" creationId="{C317E54D-44E0-4DFB-94E1-D9500735D894}"/>
          </ac:cxnSpMkLst>
        </pc:cxnChg>
        <pc:cxnChg chg="del mod">
          <ac:chgData name="Arcangeli, Gino" userId="c3eeb981-900c-4ae5-b418-5adab2bf0312" providerId="ADAL" clId="{E84225FF-6FF9-4E56-9E5E-D41EF33C4033}" dt="2021-04-16T11:51:54.570" v="0" actId="478"/>
          <ac:cxnSpMkLst>
            <pc:docMk/>
            <pc:sldMk cId="4020844815" sldId="10114"/>
            <ac:cxnSpMk id="272" creationId="{BEA515AC-3734-4D7F-87CC-14B68A4CBE5B}"/>
          </ac:cxnSpMkLst>
        </pc:cxnChg>
      </pc:sldChg>
      <pc:sldChg chg="addSp delSp modSp mod">
        <pc:chgData name="Arcangeli, Gino" userId="c3eeb981-900c-4ae5-b418-5adab2bf0312" providerId="ADAL" clId="{E84225FF-6FF9-4E56-9E5E-D41EF33C4033}" dt="2021-04-16T15:09:48.260" v="383" actId="1036"/>
        <pc:sldMkLst>
          <pc:docMk/>
          <pc:sldMk cId="198294182" sldId="11925"/>
        </pc:sldMkLst>
        <pc:spChg chg="mod">
          <ac:chgData name="Arcangeli, Gino" userId="c3eeb981-900c-4ae5-b418-5adab2bf0312" providerId="ADAL" clId="{E84225FF-6FF9-4E56-9E5E-D41EF33C4033}" dt="2021-04-16T15:02:24.749" v="64" actId="404"/>
          <ac:spMkLst>
            <pc:docMk/>
            <pc:sldMk cId="198294182" sldId="11925"/>
            <ac:spMk id="3" creationId="{290C3F76-1BBA-4C21-8FC3-3F5EB991C882}"/>
          </ac:spMkLst>
        </pc:spChg>
        <pc:spChg chg="mod topLvl">
          <ac:chgData name="Arcangeli, Gino" userId="c3eeb981-900c-4ae5-b418-5adab2bf0312" providerId="ADAL" clId="{E84225FF-6FF9-4E56-9E5E-D41EF33C4033}" dt="2021-04-16T15:07:36.132" v="318" actId="1076"/>
          <ac:spMkLst>
            <pc:docMk/>
            <pc:sldMk cId="198294182" sldId="11925"/>
            <ac:spMk id="5" creationId="{777F0BDC-9AC9-41F4-B026-4357517F4E02}"/>
          </ac:spMkLst>
        </pc:spChg>
        <pc:spChg chg="mod">
          <ac:chgData name="Arcangeli, Gino" userId="c3eeb981-900c-4ae5-b418-5adab2bf0312" providerId="ADAL" clId="{E84225FF-6FF9-4E56-9E5E-D41EF33C4033}" dt="2021-04-16T15:02:59.178" v="98" actId="165"/>
          <ac:spMkLst>
            <pc:docMk/>
            <pc:sldMk cId="198294182" sldId="11925"/>
            <ac:spMk id="10" creationId="{9945BCA5-9AB3-4C6F-804C-62E444A2DCC6}"/>
          </ac:spMkLst>
        </pc:spChg>
        <pc:spChg chg="mod">
          <ac:chgData name="Arcangeli, Gino" userId="c3eeb981-900c-4ae5-b418-5adab2bf0312" providerId="ADAL" clId="{E84225FF-6FF9-4E56-9E5E-D41EF33C4033}" dt="2021-04-16T15:02:59.178" v="98" actId="165"/>
          <ac:spMkLst>
            <pc:docMk/>
            <pc:sldMk cId="198294182" sldId="11925"/>
            <ac:spMk id="11" creationId="{6C215F41-C218-4CFB-8220-9A1196BA1371}"/>
          </ac:spMkLst>
        </pc:spChg>
        <pc:spChg chg="mod">
          <ac:chgData name="Arcangeli, Gino" userId="c3eeb981-900c-4ae5-b418-5adab2bf0312" providerId="ADAL" clId="{E84225FF-6FF9-4E56-9E5E-D41EF33C4033}" dt="2021-04-16T15:02:59.178" v="98" actId="165"/>
          <ac:spMkLst>
            <pc:docMk/>
            <pc:sldMk cId="198294182" sldId="11925"/>
            <ac:spMk id="12" creationId="{DC469DEE-85FD-4F2F-A841-6A1CD15E8023}"/>
          </ac:spMkLst>
        </pc:spChg>
        <pc:spChg chg="mod topLvl">
          <ac:chgData name="Arcangeli, Gino" userId="c3eeb981-900c-4ae5-b418-5adab2bf0312" providerId="ADAL" clId="{E84225FF-6FF9-4E56-9E5E-D41EF33C4033}" dt="2021-04-16T15:02:59.178" v="98" actId="165"/>
          <ac:spMkLst>
            <pc:docMk/>
            <pc:sldMk cId="198294182" sldId="11925"/>
            <ac:spMk id="13" creationId="{4BDF7615-A838-4421-93D3-25751DB01FCE}"/>
          </ac:spMkLst>
        </pc:spChg>
        <pc:spChg chg="mod topLvl">
          <ac:chgData name="Arcangeli, Gino" userId="c3eeb981-900c-4ae5-b418-5adab2bf0312" providerId="ADAL" clId="{E84225FF-6FF9-4E56-9E5E-D41EF33C4033}" dt="2021-04-16T15:02:59.178" v="98" actId="165"/>
          <ac:spMkLst>
            <pc:docMk/>
            <pc:sldMk cId="198294182" sldId="11925"/>
            <ac:spMk id="15" creationId="{48259A90-3699-46DD-ADFF-0F72E0936F7A}"/>
          </ac:spMkLst>
        </pc:spChg>
        <pc:spChg chg="mod topLvl">
          <ac:chgData name="Arcangeli, Gino" userId="c3eeb981-900c-4ae5-b418-5adab2bf0312" providerId="ADAL" clId="{E84225FF-6FF9-4E56-9E5E-D41EF33C4033}" dt="2021-04-16T15:02:59.178" v="98" actId="165"/>
          <ac:spMkLst>
            <pc:docMk/>
            <pc:sldMk cId="198294182" sldId="11925"/>
            <ac:spMk id="28" creationId="{9FF60A72-4F37-4582-8EAC-222E75130A43}"/>
          </ac:spMkLst>
        </pc:spChg>
        <pc:spChg chg="mod topLvl">
          <ac:chgData name="Arcangeli, Gino" userId="c3eeb981-900c-4ae5-b418-5adab2bf0312" providerId="ADAL" clId="{E84225FF-6FF9-4E56-9E5E-D41EF33C4033}" dt="2021-04-16T15:02:59.178" v="98" actId="165"/>
          <ac:spMkLst>
            <pc:docMk/>
            <pc:sldMk cId="198294182" sldId="11925"/>
            <ac:spMk id="29" creationId="{BD52E586-2605-4FD3-9B60-B2628BB49365}"/>
          </ac:spMkLst>
        </pc:spChg>
        <pc:spChg chg="mod">
          <ac:chgData name="Arcangeli, Gino" userId="c3eeb981-900c-4ae5-b418-5adab2bf0312" providerId="ADAL" clId="{E84225FF-6FF9-4E56-9E5E-D41EF33C4033}" dt="2021-04-16T15:02:59.178" v="98" actId="165"/>
          <ac:spMkLst>
            <pc:docMk/>
            <pc:sldMk cId="198294182" sldId="11925"/>
            <ac:spMk id="38" creationId="{017E5B4B-A837-47DB-82C6-91C9C93101DA}"/>
          </ac:spMkLst>
        </pc:spChg>
        <pc:spChg chg="mod">
          <ac:chgData name="Arcangeli, Gino" userId="c3eeb981-900c-4ae5-b418-5adab2bf0312" providerId="ADAL" clId="{E84225FF-6FF9-4E56-9E5E-D41EF33C4033}" dt="2021-04-16T15:02:59.178" v="98" actId="165"/>
          <ac:spMkLst>
            <pc:docMk/>
            <pc:sldMk cId="198294182" sldId="11925"/>
            <ac:spMk id="40" creationId="{C2457105-7056-4109-B74F-F586BF840BA3}"/>
          </ac:spMkLst>
        </pc:spChg>
        <pc:spChg chg="mod">
          <ac:chgData name="Arcangeli, Gino" userId="c3eeb981-900c-4ae5-b418-5adab2bf0312" providerId="ADAL" clId="{E84225FF-6FF9-4E56-9E5E-D41EF33C4033}" dt="2021-04-16T15:02:59.178" v="98" actId="165"/>
          <ac:spMkLst>
            <pc:docMk/>
            <pc:sldMk cId="198294182" sldId="11925"/>
            <ac:spMk id="41" creationId="{AED1988E-20E2-403D-9C0C-8808402C104C}"/>
          </ac:spMkLst>
        </pc:spChg>
        <pc:spChg chg="mod">
          <ac:chgData name="Arcangeli, Gino" userId="c3eeb981-900c-4ae5-b418-5adab2bf0312" providerId="ADAL" clId="{E84225FF-6FF9-4E56-9E5E-D41EF33C4033}" dt="2021-04-16T15:02:59.178" v="98" actId="165"/>
          <ac:spMkLst>
            <pc:docMk/>
            <pc:sldMk cId="198294182" sldId="11925"/>
            <ac:spMk id="42" creationId="{B4F97E10-6235-4B0E-AE44-A564050A10AF}"/>
          </ac:spMkLst>
        </pc:spChg>
        <pc:spChg chg="mod">
          <ac:chgData name="Arcangeli, Gino" userId="c3eeb981-900c-4ae5-b418-5adab2bf0312" providerId="ADAL" clId="{E84225FF-6FF9-4E56-9E5E-D41EF33C4033}" dt="2021-04-16T15:02:59.178" v="98" actId="165"/>
          <ac:spMkLst>
            <pc:docMk/>
            <pc:sldMk cId="198294182" sldId="11925"/>
            <ac:spMk id="44" creationId="{8521F131-96A2-40C3-BA82-DEA1E3AE7DD1}"/>
          </ac:spMkLst>
        </pc:spChg>
        <pc:spChg chg="mod">
          <ac:chgData name="Arcangeli, Gino" userId="c3eeb981-900c-4ae5-b418-5adab2bf0312" providerId="ADAL" clId="{E84225FF-6FF9-4E56-9E5E-D41EF33C4033}" dt="2021-04-16T15:02:59.178" v="98" actId="165"/>
          <ac:spMkLst>
            <pc:docMk/>
            <pc:sldMk cId="198294182" sldId="11925"/>
            <ac:spMk id="45" creationId="{BA2FDF3E-9EE5-4931-9B13-258A3BC53DCC}"/>
          </ac:spMkLst>
        </pc:spChg>
        <pc:spChg chg="mod">
          <ac:chgData name="Arcangeli, Gino" userId="c3eeb981-900c-4ae5-b418-5adab2bf0312" providerId="ADAL" clId="{E84225FF-6FF9-4E56-9E5E-D41EF33C4033}" dt="2021-04-16T15:02:59.178" v="98" actId="165"/>
          <ac:spMkLst>
            <pc:docMk/>
            <pc:sldMk cId="198294182" sldId="11925"/>
            <ac:spMk id="46" creationId="{115A92BF-1261-4CD2-B38E-C8AA84414067}"/>
          </ac:spMkLst>
        </pc:spChg>
        <pc:spChg chg="mod">
          <ac:chgData name="Arcangeli, Gino" userId="c3eeb981-900c-4ae5-b418-5adab2bf0312" providerId="ADAL" clId="{E84225FF-6FF9-4E56-9E5E-D41EF33C4033}" dt="2021-04-16T15:02:59.178" v="98" actId="165"/>
          <ac:spMkLst>
            <pc:docMk/>
            <pc:sldMk cId="198294182" sldId="11925"/>
            <ac:spMk id="47" creationId="{04F5F917-5D46-4178-B274-36DE27D31A99}"/>
          </ac:spMkLst>
        </pc:spChg>
        <pc:spChg chg="mod">
          <ac:chgData name="Arcangeli, Gino" userId="c3eeb981-900c-4ae5-b418-5adab2bf0312" providerId="ADAL" clId="{E84225FF-6FF9-4E56-9E5E-D41EF33C4033}" dt="2021-04-16T15:02:59.178" v="98" actId="165"/>
          <ac:spMkLst>
            <pc:docMk/>
            <pc:sldMk cId="198294182" sldId="11925"/>
            <ac:spMk id="48" creationId="{5ECEB1EF-08B3-425F-900F-031658C8C66D}"/>
          </ac:spMkLst>
        </pc:spChg>
        <pc:spChg chg="mod">
          <ac:chgData name="Arcangeli, Gino" userId="c3eeb981-900c-4ae5-b418-5adab2bf0312" providerId="ADAL" clId="{E84225FF-6FF9-4E56-9E5E-D41EF33C4033}" dt="2021-04-16T15:02:59.178" v="98" actId="165"/>
          <ac:spMkLst>
            <pc:docMk/>
            <pc:sldMk cId="198294182" sldId="11925"/>
            <ac:spMk id="49" creationId="{F0D76AD6-6AA5-4544-BDEE-DD29FE3E5C3A}"/>
          </ac:spMkLst>
        </pc:spChg>
        <pc:spChg chg="mod">
          <ac:chgData name="Arcangeli, Gino" userId="c3eeb981-900c-4ae5-b418-5adab2bf0312" providerId="ADAL" clId="{E84225FF-6FF9-4E56-9E5E-D41EF33C4033}" dt="2021-04-16T15:02:59.178" v="98" actId="165"/>
          <ac:spMkLst>
            <pc:docMk/>
            <pc:sldMk cId="198294182" sldId="11925"/>
            <ac:spMk id="50" creationId="{BED8B697-A423-4404-B8D8-F941D2DFB668}"/>
          </ac:spMkLst>
        </pc:spChg>
        <pc:spChg chg="mod">
          <ac:chgData name="Arcangeli, Gino" userId="c3eeb981-900c-4ae5-b418-5adab2bf0312" providerId="ADAL" clId="{E84225FF-6FF9-4E56-9E5E-D41EF33C4033}" dt="2021-04-16T15:02:59.178" v="98" actId="165"/>
          <ac:spMkLst>
            <pc:docMk/>
            <pc:sldMk cId="198294182" sldId="11925"/>
            <ac:spMk id="51" creationId="{0072A306-6B54-466A-A867-58EFE120AC33}"/>
          </ac:spMkLst>
        </pc:spChg>
        <pc:spChg chg="mod topLvl">
          <ac:chgData name="Arcangeli, Gino" userId="c3eeb981-900c-4ae5-b418-5adab2bf0312" providerId="ADAL" clId="{E84225FF-6FF9-4E56-9E5E-D41EF33C4033}" dt="2021-04-16T15:02:59.178" v="98" actId="165"/>
          <ac:spMkLst>
            <pc:docMk/>
            <pc:sldMk cId="198294182" sldId="11925"/>
            <ac:spMk id="52" creationId="{9BB4FAB3-184A-417B-8B82-45AC493ED410}"/>
          </ac:spMkLst>
        </pc:spChg>
        <pc:spChg chg="mod topLvl">
          <ac:chgData name="Arcangeli, Gino" userId="c3eeb981-900c-4ae5-b418-5adab2bf0312" providerId="ADAL" clId="{E84225FF-6FF9-4E56-9E5E-D41EF33C4033}" dt="2021-04-16T15:02:59.178" v="98" actId="165"/>
          <ac:spMkLst>
            <pc:docMk/>
            <pc:sldMk cId="198294182" sldId="11925"/>
            <ac:spMk id="53" creationId="{0FEFB851-92E4-4900-BFF6-9B78821EB749}"/>
          </ac:spMkLst>
        </pc:spChg>
        <pc:spChg chg="mod topLvl">
          <ac:chgData name="Arcangeli, Gino" userId="c3eeb981-900c-4ae5-b418-5adab2bf0312" providerId="ADAL" clId="{E84225FF-6FF9-4E56-9E5E-D41EF33C4033}" dt="2021-04-16T15:02:59.178" v="98" actId="165"/>
          <ac:spMkLst>
            <pc:docMk/>
            <pc:sldMk cId="198294182" sldId="11925"/>
            <ac:spMk id="55" creationId="{CFEFE920-CC6F-4589-A747-159F4DD29A92}"/>
          </ac:spMkLst>
        </pc:spChg>
        <pc:spChg chg="mod topLvl">
          <ac:chgData name="Arcangeli, Gino" userId="c3eeb981-900c-4ae5-b418-5adab2bf0312" providerId="ADAL" clId="{E84225FF-6FF9-4E56-9E5E-D41EF33C4033}" dt="2021-04-16T15:02:59.178" v="98" actId="165"/>
          <ac:spMkLst>
            <pc:docMk/>
            <pc:sldMk cId="198294182" sldId="11925"/>
            <ac:spMk id="73" creationId="{B228B38E-60E7-4DD8-931F-FD4C3B3411D4}"/>
          </ac:spMkLst>
        </pc:spChg>
        <pc:spChg chg="mod topLvl">
          <ac:chgData name="Arcangeli, Gino" userId="c3eeb981-900c-4ae5-b418-5adab2bf0312" providerId="ADAL" clId="{E84225FF-6FF9-4E56-9E5E-D41EF33C4033}" dt="2021-04-16T15:02:59.178" v="98" actId="165"/>
          <ac:spMkLst>
            <pc:docMk/>
            <pc:sldMk cId="198294182" sldId="11925"/>
            <ac:spMk id="74" creationId="{5BF000DF-2703-4231-8E4B-00EB0F8B9592}"/>
          </ac:spMkLst>
        </pc:spChg>
        <pc:spChg chg="mod topLvl">
          <ac:chgData name="Arcangeli, Gino" userId="c3eeb981-900c-4ae5-b418-5adab2bf0312" providerId="ADAL" clId="{E84225FF-6FF9-4E56-9E5E-D41EF33C4033}" dt="2021-04-16T15:02:59.178" v="98" actId="165"/>
          <ac:spMkLst>
            <pc:docMk/>
            <pc:sldMk cId="198294182" sldId="11925"/>
            <ac:spMk id="75" creationId="{8F5C7DD6-EF06-4380-83B6-01FD0E30E632}"/>
          </ac:spMkLst>
        </pc:spChg>
        <pc:spChg chg="mod topLvl">
          <ac:chgData name="Arcangeli, Gino" userId="c3eeb981-900c-4ae5-b418-5adab2bf0312" providerId="ADAL" clId="{E84225FF-6FF9-4E56-9E5E-D41EF33C4033}" dt="2021-04-16T15:02:59.178" v="98" actId="165"/>
          <ac:spMkLst>
            <pc:docMk/>
            <pc:sldMk cId="198294182" sldId="11925"/>
            <ac:spMk id="76" creationId="{7C64D024-FFB1-4027-BA01-B2D8AAF0222D}"/>
          </ac:spMkLst>
        </pc:spChg>
        <pc:spChg chg="mod topLvl">
          <ac:chgData name="Arcangeli, Gino" userId="c3eeb981-900c-4ae5-b418-5adab2bf0312" providerId="ADAL" clId="{E84225FF-6FF9-4E56-9E5E-D41EF33C4033}" dt="2021-04-16T15:02:59.178" v="98" actId="165"/>
          <ac:spMkLst>
            <pc:docMk/>
            <pc:sldMk cId="198294182" sldId="11925"/>
            <ac:spMk id="77" creationId="{BB09B088-71CE-4B42-87E9-D797F1641E99}"/>
          </ac:spMkLst>
        </pc:spChg>
        <pc:spChg chg="mod topLvl">
          <ac:chgData name="Arcangeli, Gino" userId="c3eeb981-900c-4ae5-b418-5adab2bf0312" providerId="ADAL" clId="{E84225FF-6FF9-4E56-9E5E-D41EF33C4033}" dt="2021-04-16T15:02:59.178" v="98" actId="165"/>
          <ac:spMkLst>
            <pc:docMk/>
            <pc:sldMk cId="198294182" sldId="11925"/>
            <ac:spMk id="78" creationId="{4B2FF5AC-E8C9-49B5-AA92-69A12DC10638}"/>
          </ac:spMkLst>
        </pc:spChg>
        <pc:spChg chg="mod topLvl">
          <ac:chgData name="Arcangeli, Gino" userId="c3eeb981-900c-4ae5-b418-5adab2bf0312" providerId="ADAL" clId="{E84225FF-6FF9-4E56-9E5E-D41EF33C4033}" dt="2021-04-16T15:02:59.178" v="98" actId="165"/>
          <ac:spMkLst>
            <pc:docMk/>
            <pc:sldMk cId="198294182" sldId="11925"/>
            <ac:spMk id="89" creationId="{E822C7D3-F865-45B3-8ECF-D2AA4E8B2853}"/>
          </ac:spMkLst>
        </pc:spChg>
        <pc:spChg chg="mod">
          <ac:chgData name="Arcangeli, Gino" userId="c3eeb981-900c-4ae5-b418-5adab2bf0312" providerId="ADAL" clId="{E84225FF-6FF9-4E56-9E5E-D41EF33C4033}" dt="2021-04-16T15:02:59.178" v="98" actId="165"/>
          <ac:spMkLst>
            <pc:docMk/>
            <pc:sldMk cId="198294182" sldId="11925"/>
            <ac:spMk id="117" creationId="{444D05A3-3B5D-40F1-912B-E1F8212B80A9}"/>
          </ac:spMkLst>
        </pc:spChg>
        <pc:spChg chg="mod">
          <ac:chgData name="Arcangeli, Gino" userId="c3eeb981-900c-4ae5-b418-5adab2bf0312" providerId="ADAL" clId="{E84225FF-6FF9-4E56-9E5E-D41EF33C4033}" dt="2021-04-16T15:02:59.178" v="98" actId="165"/>
          <ac:spMkLst>
            <pc:docMk/>
            <pc:sldMk cId="198294182" sldId="11925"/>
            <ac:spMk id="118" creationId="{59A6251D-0F75-4583-8ECA-2DF774925F3D}"/>
          </ac:spMkLst>
        </pc:spChg>
        <pc:spChg chg="mod topLvl">
          <ac:chgData name="Arcangeli, Gino" userId="c3eeb981-900c-4ae5-b418-5adab2bf0312" providerId="ADAL" clId="{E84225FF-6FF9-4E56-9E5E-D41EF33C4033}" dt="2021-04-16T15:02:59.178" v="98" actId="165"/>
          <ac:spMkLst>
            <pc:docMk/>
            <pc:sldMk cId="198294182" sldId="11925"/>
            <ac:spMk id="122" creationId="{DA1533CE-3DC6-4543-B494-A8DAD9ECFD67}"/>
          </ac:spMkLst>
        </pc:spChg>
        <pc:spChg chg="mod topLvl">
          <ac:chgData name="Arcangeli, Gino" userId="c3eeb981-900c-4ae5-b418-5adab2bf0312" providerId="ADAL" clId="{E84225FF-6FF9-4E56-9E5E-D41EF33C4033}" dt="2021-04-16T15:02:59.178" v="98" actId="165"/>
          <ac:spMkLst>
            <pc:docMk/>
            <pc:sldMk cId="198294182" sldId="11925"/>
            <ac:spMk id="132" creationId="{BDF8F8A4-6155-44E0-8442-E6D1145303CA}"/>
          </ac:spMkLst>
        </pc:spChg>
        <pc:spChg chg="mod topLvl">
          <ac:chgData name="Arcangeli, Gino" userId="c3eeb981-900c-4ae5-b418-5adab2bf0312" providerId="ADAL" clId="{E84225FF-6FF9-4E56-9E5E-D41EF33C4033}" dt="2021-04-16T15:07:45.834" v="320" actId="1076"/>
          <ac:spMkLst>
            <pc:docMk/>
            <pc:sldMk cId="198294182" sldId="11925"/>
            <ac:spMk id="133" creationId="{E75BC04F-7732-457F-9600-C6BA87724B43}"/>
          </ac:spMkLst>
        </pc:spChg>
        <pc:spChg chg="mod topLvl">
          <ac:chgData name="Arcangeli, Gino" userId="c3eeb981-900c-4ae5-b418-5adab2bf0312" providerId="ADAL" clId="{E84225FF-6FF9-4E56-9E5E-D41EF33C4033}" dt="2021-04-16T15:03:34.314" v="133" actId="1035"/>
          <ac:spMkLst>
            <pc:docMk/>
            <pc:sldMk cId="198294182" sldId="11925"/>
            <ac:spMk id="134" creationId="{FFC5D0C4-7CFD-402F-A977-5E60A4011ED7}"/>
          </ac:spMkLst>
        </pc:spChg>
        <pc:spChg chg="mod topLvl">
          <ac:chgData name="Arcangeli, Gino" userId="c3eeb981-900c-4ae5-b418-5adab2bf0312" providerId="ADAL" clId="{E84225FF-6FF9-4E56-9E5E-D41EF33C4033}" dt="2021-04-16T15:02:59.178" v="98" actId="165"/>
          <ac:spMkLst>
            <pc:docMk/>
            <pc:sldMk cId="198294182" sldId="11925"/>
            <ac:spMk id="135" creationId="{F8BC4242-B37D-416A-8A1E-D257F7699C8E}"/>
          </ac:spMkLst>
        </pc:spChg>
        <pc:spChg chg="mod topLvl">
          <ac:chgData name="Arcangeli, Gino" userId="c3eeb981-900c-4ae5-b418-5adab2bf0312" providerId="ADAL" clId="{E84225FF-6FF9-4E56-9E5E-D41EF33C4033}" dt="2021-04-16T15:09:48.260" v="383" actId="1036"/>
          <ac:spMkLst>
            <pc:docMk/>
            <pc:sldMk cId="198294182" sldId="11925"/>
            <ac:spMk id="136" creationId="{593371A4-4309-4201-8195-6C5A041CD6FA}"/>
          </ac:spMkLst>
        </pc:spChg>
        <pc:spChg chg="mod topLvl">
          <ac:chgData name="Arcangeli, Gino" userId="c3eeb981-900c-4ae5-b418-5adab2bf0312" providerId="ADAL" clId="{E84225FF-6FF9-4E56-9E5E-D41EF33C4033}" dt="2021-04-16T15:09:41.721" v="373" actId="1036"/>
          <ac:spMkLst>
            <pc:docMk/>
            <pc:sldMk cId="198294182" sldId="11925"/>
            <ac:spMk id="137" creationId="{510F69C5-CB17-4C42-AF22-C97164D07D3C}"/>
          </ac:spMkLst>
        </pc:spChg>
        <pc:spChg chg="mod topLvl">
          <ac:chgData name="Arcangeli, Gino" userId="c3eeb981-900c-4ae5-b418-5adab2bf0312" providerId="ADAL" clId="{E84225FF-6FF9-4E56-9E5E-D41EF33C4033}" dt="2021-04-16T15:02:59.178" v="98" actId="165"/>
          <ac:spMkLst>
            <pc:docMk/>
            <pc:sldMk cId="198294182" sldId="11925"/>
            <ac:spMk id="138" creationId="{F4F24F5C-5320-4011-9253-AF7EA3631F96}"/>
          </ac:spMkLst>
        </pc:spChg>
        <pc:spChg chg="mod topLvl">
          <ac:chgData name="Arcangeli, Gino" userId="c3eeb981-900c-4ae5-b418-5adab2bf0312" providerId="ADAL" clId="{E84225FF-6FF9-4E56-9E5E-D41EF33C4033}" dt="2021-04-16T15:02:59.178" v="98" actId="165"/>
          <ac:spMkLst>
            <pc:docMk/>
            <pc:sldMk cId="198294182" sldId="11925"/>
            <ac:spMk id="139" creationId="{4D71135D-4BB5-4913-92CC-21773D44AB56}"/>
          </ac:spMkLst>
        </pc:spChg>
        <pc:spChg chg="add mod">
          <ac:chgData name="Arcangeli, Gino" userId="c3eeb981-900c-4ae5-b418-5adab2bf0312" providerId="ADAL" clId="{E84225FF-6FF9-4E56-9E5E-D41EF33C4033}" dt="2021-04-16T15:08:47.821" v="343" actId="1037"/>
          <ac:spMkLst>
            <pc:docMk/>
            <pc:sldMk cId="198294182" sldId="11925"/>
            <ac:spMk id="142" creationId="{76DFF88F-4656-46AA-B5DF-52BFF4118CE4}"/>
          </ac:spMkLst>
        </pc:spChg>
        <pc:spChg chg="mod">
          <ac:chgData name="Arcangeli, Gino" userId="c3eeb981-900c-4ae5-b418-5adab2bf0312" providerId="ADAL" clId="{E84225FF-6FF9-4E56-9E5E-D41EF33C4033}" dt="2021-04-16T15:02:59.178" v="98" actId="165"/>
          <ac:spMkLst>
            <pc:docMk/>
            <pc:sldMk cId="198294182" sldId="11925"/>
            <ac:spMk id="150" creationId="{F0F0A051-8ABE-43A6-86EC-81E9EBC4578F}"/>
          </ac:spMkLst>
        </pc:spChg>
        <pc:spChg chg="mod topLvl">
          <ac:chgData name="Arcangeli, Gino" userId="c3eeb981-900c-4ae5-b418-5adab2bf0312" providerId="ADAL" clId="{E84225FF-6FF9-4E56-9E5E-D41EF33C4033}" dt="2021-04-16T15:02:59.178" v="98" actId="165"/>
          <ac:spMkLst>
            <pc:docMk/>
            <pc:sldMk cId="198294182" sldId="11925"/>
            <ac:spMk id="160" creationId="{57CD25CD-CDFF-4F7C-BBFC-3C1E912A6B77}"/>
          </ac:spMkLst>
        </pc:spChg>
        <pc:spChg chg="mod topLvl">
          <ac:chgData name="Arcangeli, Gino" userId="c3eeb981-900c-4ae5-b418-5adab2bf0312" providerId="ADAL" clId="{E84225FF-6FF9-4E56-9E5E-D41EF33C4033}" dt="2021-04-16T15:04:00.525" v="151" actId="1035"/>
          <ac:spMkLst>
            <pc:docMk/>
            <pc:sldMk cId="198294182" sldId="11925"/>
            <ac:spMk id="179" creationId="{097C29B0-F5D8-4414-9093-FEB2C47CE0F8}"/>
          </ac:spMkLst>
        </pc:spChg>
        <pc:spChg chg="mod topLvl">
          <ac:chgData name="Arcangeli, Gino" userId="c3eeb981-900c-4ae5-b418-5adab2bf0312" providerId="ADAL" clId="{E84225FF-6FF9-4E56-9E5E-D41EF33C4033}" dt="2021-04-16T15:02:59.178" v="98" actId="165"/>
          <ac:spMkLst>
            <pc:docMk/>
            <pc:sldMk cId="198294182" sldId="11925"/>
            <ac:spMk id="181" creationId="{1F88A62B-D9B5-4FF2-A4AF-701DA6BCB099}"/>
          </ac:spMkLst>
        </pc:spChg>
        <pc:spChg chg="mod topLvl">
          <ac:chgData name="Arcangeli, Gino" userId="c3eeb981-900c-4ae5-b418-5adab2bf0312" providerId="ADAL" clId="{E84225FF-6FF9-4E56-9E5E-D41EF33C4033}" dt="2021-04-16T15:02:59.178" v="98" actId="165"/>
          <ac:spMkLst>
            <pc:docMk/>
            <pc:sldMk cId="198294182" sldId="11925"/>
            <ac:spMk id="182" creationId="{7BF3D945-91FB-41F8-9FDD-BBFFD5F191C3}"/>
          </ac:spMkLst>
        </pc:spChg>
        <pc:spChg chg="mod">
          <ac:chgData name="Arcangeli, Gino" userId="c3eeb981-900c-4ae5-b418-5adab2bf0312" providerId="ADAL" clId="{E84225FF-6FF9-4E56-9E5E-D41EF33C4033}" dt="2021-04-16T15:02:59.178" v="98" actId="165"/>
          <ac:spMkLst>
            <pc:docMk/>
            <pc:sldMk cId="198294182" sldId="11925"/>
            <ac:spMk id="191" creationId="{233F00C5-B6FE-491A-9CCE-B2A5089A810B}"/>
          </ac:spMkLst>
        </pc:spChg>
        <pc:spChg chg="mod topLvl">
          <ac:chgData name="Arcangeli, Gino" userId="c3eeb981-900c-4ae5-b418-5adab2bf0312" providerId="ADAL" clId="{E84225FF-6FF9-4E56-9E5E-D41EF33C4033}" dt="2021-04-16T15:02:59.178" v="98" actId="165"/>
          <ac:spMkLst>
            <pc:docMk/>
            <pc:sldMk cId="198294182" sldId="11925"/>
            <ac:spMk id="197" creationId="{699628DF-37AA-4089-B161-96B26A1671E7}"/>
          </ac:spMkLst>
        </pc:spChg>
        <pc:spChg chg="mod topLvl">
          <ac:chgData name="Arcangeli, Gino" userId="c3eeb981-900c-4ae5-b418-5adab2bf0312" providerId="ADAL" clId="{E84225FF-6FF9-4E56-9E5E-D41EF33C4033}" dt="2021-04-16T15:05:07.526" v="230" actId="1035"/>
          <ac:spMkLst>
            <pc:docMk/>
            <pc:sldMk cId="198294182" sldId="11925"/>
            <ac:spMk id="206" creationId="{9219E498-1061-419E-BD5F-0CE494253CB8}"/>
          </ac:spMkLst>
        </pc:spChg>
        <pc:spChg chg="mod">
          <ac:chgData name="Arcangeli, Gino" userId="c3eeb981-900c-4ae5-b418-5adab2bf0312" providerId="ADAL" clId="{E84225FF-6FF9-4E56-9E5E-D41EF33C4033}" dt="2021-04-16T15:02:59.178" v="98" actId="165"/>
          <ac:spMkLst>
            <pc:docMk/>
            <pc:sldMk cId="198294182" sldId="11925"/>
            <ac:spMk id="221" creationId="{4A7691C6-044F-4C3D-B432-196E4470CF96}"/>
          </ac:spMkLst>
        </pc:spChg>
        <pc:spChg chg="mod">
          <ac:chgData name="Arcangeli, Gino" userId="c3eeb981-900c-4ae5-b418-5adab2bf0312" providerId="ADAL" clId="{E84225FF-6FF9-4E56-9E5E-D41EF33C4033}" dt="2021-04-16T15:02:59.178" v="98" actId="165"/>
          <ac:spMkLst>
            <pc:docMk/>
            <pc:sldMk cId="198294182" sldId="11925"/>
            <ac:spMk id="225" creationId="{1840481C-46AC-4AF5-B88D-93FF0C95BC23}"/>
          </ac:spMkLst>
        </pc:spChg>
        <pc:spChg chg="mod topLvl">
          <ac:chgData name="Arcangeli, Gino" userId="c3eeb981-900c-4ae5-b418-5adab2bf0312" providerId="ADAL" clId="{E84225FF-6FF9-4E56-9E5E-D41EF33C4033}" dt="2021-04-16T15:02:59.178" v="98" actId="165"/>
          <ac:spMkLst>
            <pc:docMk/>
            <pc:sldMk cId="198294182" sldId="11925"/>
            <ac:spMk id="238" creationId="{90059D8E-7B4D-4AAA-A29D-77BBE8D8D776}"/>
          </ac:spMkLst>
        </pc:spChg>
        <pc:spChg chg="mod">
          <ac:chgData name="Arcangeli, Gino" userId="c3eeb981-900c-4ae5-b418-5adab2bf0312" providerId="ADAL" clId="{E84225FF-6FF9-4E56-9E5E-D41EF33C4033}" dt="2021-04-16T15:02:59.178" v="98" actId="165"/>
          <ac:spMkLst>
            <pc:docMk/>
            <pc:sldMk cId="198294182" sldId="11925"/>
            <ac:spMk id="257" creationId="{E9F2EB54-361D-4148-9B68-279955170A1E}"/>
          </ac:spMkLst>
        </pc:spChg>
        <pc:spChg chg="mod topLvl">
          <ac:chgData name="Arcangeli, Gino" userId="c3eeb981-900c-4ae5-b418-5adab2bf0312" providerId="ADAL" clId="{E84225FF-6FF9-4E56-9E5E-D41EF33C4033}" dt="2021-04-16T15:03:26.343" v="123" actId="1038"/>
          <ac:spMkLst>
            <pc:docMk/>
            <pc:sldMk cId="198294182" sldId="11925"/>
            <ac:spMk id="259" creationId="{DC832629-7575-4FD0-BC68-E7EBCB382F65}"/>
          </ac:spMkLst>
        </pc:spChg>
        <pc:spChg chg="mod">
          <ac:chgData name="Arcangeli, Gino" userId="c3eeb981-900c-4ae5-b418-5adab2bf0312" providerId="ADAL" clId="{E84225FF-6FF9-4E56-9E5E-D41EF33C4033}" dt="2021-04-16T15:02:59.178" v="98" actId="165"/>
          <ac:spMkLst>
            <pc:docMk/>
            <pc:sldMk cId="198294182" sldId="11925"/>
            <ac:spMk id="278" creationId="{513CE483-5EE5-4626-ABB8-64C863F6F116}"/>
          </ac:spMkLst>
        </pc:spChg>
        <pc:spChg chg="mod topLvl">
          <ac:chgData name="Arcangeli, Gino" userId="c3eeb981-900c-4ae5-b418-5adab2bf0312" providerId="ADAL" clId="{E84225FF-6FF9-4E56-9E5E-D41EF33C4033}" dt="2021-04-16T15:02:59.178" v="98" actId="165"/>
          <ac:spMkLst>
            <pc:docMk/>
            <pc:sldMk cId="198294182" sldId="11925"/>
            <ac:spMk id="297" creationId="{928B1CE9-9D32-404E-A63B-C04D02131361}"/>
          </ac:spMkLst>
        </pc:spChg>
        <pc:spChg chg="mod topLvl">
          <ac:chgData name="Arcangeli, Gino" userId="c3eeb981-900c-4ae5-b418-5adab2bf0312" providerId="ADAL" clId="{E84225FF-6FF9-4E56-9E5E-D41EF33C4033}" dt="2021-04-16T15:09:32.003" v="366" actId="1036"/>
          <ac:spMkLst>
            <pc:docMk/>
            <pc:sldMk cId="198294182" sldId="11925"/>
            <ac:spMk id="298" creationId="{1BBB72C5-94CB-4A8F-93B5-E4505BAB083C}"/>
          </ac:spMkLst>
        </pc:spChg>
        <pc:spChg chg="mod topLvl">
          <ac:chgData name="Arcangeli, Gino" userId="c3eeb981-900c-4ae5-b418-5adab2bf0312" providerId="ADAL" clId="{E84225FF-6FF9-4E56-9E5E-D41EF33C4033}" dt="2021-04-16T15:06:52.265" v="316" actId="1076"/>
          <ac:spMkLst>
            <pc:docMk/>
            <pc:sldMk cId="198294182" sldId="11925"/>
            <ac:spMk id="299" creationId="{A06FE25C-C18E-49B1-9BF6-38255F83F311}"/>
          </ac:spMkLst>
        </pc:spChg>
        <pc:spChg chg="mod topLvl">
          <ac:chgData name="Arcangeli, Gino" userId="c3eeb981-900c-4ae5-b418-5adab2bf0312" providerId="ADAL" clId="{E84225FF-6FF9-4E56-9E5E-D41EF33C4033}" dt="2021-04-16T15:05:44.928" v="244" actId="1036"/>
          <ac:spMkLst>
            <pc:docMk/>
            <pc:sldMk cId="198294182" sldId="11925"/>
            <ac:spMk id="300" creationId="{DBCEA13E-833C-41E0-A21C-F80DD1DA4A46}"/>
          </ac:spMkLst>
        </pc:spChg>
        <pc:spChg chg="mod topLvl">
          <ac:chgData name="Arcangeli, Gino" userId="c3eeb981-900c-4ae5-b418-5adab2bf0312" providerId="ADAL" clId="{E84225FF-6FF9-4E56-9E5E-D41EF33C4033}" dt="2021-04-16T15:05:49.617" v="256" actId="1036"/>
          <ac:spMkLst>
            <pc:docMk/>
            <pc:sldMk cId="198294182" sldId="11925"/>
            <ac:spMk id="301" creationId="{B26D69DF-B258-4B08-9548-3DB40AD26041}"/>
          </ac:spMkLst>
        </pc:spChg>
        <pc:grpChg chg="del">
          <ac:chgData name="Arcangeli, Gino" userId="c3eeb981-900c-4ae5-b418-5adab2bf0312" providerId="ADAL" clId="{E84225FF-6FF9-4E56-9E5E-D41EF33C4033}" dt="2021-04-16T15:02:59.178" v="98" actId="165"/>
          <ac:grpSpMkLst>
            <pc:docMk/>
            <pc:sldMk cId="198294182" sldId="11925"/>
            <ac:grpSpMk id="4" creationId="{B4597167-367A-4368-A889-CBB061A5B369}"/>
          </ac:grpSpMkLst>
        </pc:grpChg>
        <pc:grpChg chg="mod topLvl">
          <ac:chgData name="Arcangeli, Gino" userId="c3eeb981-900c-4ae5-b418-5adab2bf0312" providerId="ADAL" clId="{E84225FF-6FF9-4E56-9E5E-D41EF33C4033}" dt="2021-04-16T15:02:59.178" v="98" actId="165"/>
          <ac:grpSpMkLst>
            <pc:docMk/>
            <pc:sldMk cId="198294182" sldId="11925"/>
            <ac:grpSpMk id="39" creationId="{00BEC9AD-AA90-4004-88D4-BA11C4DE13DE}"/>
          </ac:grpSpMkLst>
        </pc:grpChg>
        <pc:grpChg chg="mod">
          <ac:chgData name="Arcangeli, Gino" userId="c3eeb981-900c-4ae5-b418-5adab2bf0312" providerId="ADAL" clId="{E84225FF-6FF9-4E56-9E5E-D41EF33C4033}" dt="2021-04-16T15:02:59.178" v="98" actId="165"/>
          <ac:grpSpMkLst>
            <pc:docMk/>
            <pc:sldMk cId="198294182" sldId="11925"/>
            <ac:grpSpMk id="145" creationId="{BCBDEB0B-714A-4C97-A7B0-2EC64978C820}"/>
          </ac:grpSpMkLst>
        </pc:grpChg>
        <pc:grpChg chg="mod topLvl">
          <ac:chgData name="Arcangeli, Gino" userId="c3eeb981-900c-4ae5-b418-5adab2bf0312" providerId="ADAL" clId="{E84225FF-6FF9-4E56-9E5E-D41EF33C4033}" dt="2021-04-16T15:02:59.178" v="98" actId="165"/>
          <ac:grpSpMkLst>
            <pc:docMk/>
            <pc:sldMk cId="198294182" sldId="11925"/>
            <ac:grpSpMk id="173" creationId="{FC8C0B0B-659D-4B49-A9BA-B86DBD916592}"/>
          </ac:grpSpMkLst>
        </pc:grpChg>
        <pc:grpChg chg="mod topLvl">
          <ac:chgData name="Arcangeli, Gino" userId="c3eeb981-900c-4ae5-b418-5adab2bf0312" providerId="ADAL" clId="{E84225FF-6FF9-4E56-9E5E-D41EF33C4033}" dt="2021-04-16T15:02:59.178" v="98" actId="165"/>
          <ac:grpSpMkLst>
            <pc:docMk/>
            <pc:sldMk cId="198294182" sldId="11925"/>
            <ac:grpSpMk id="184" creationId="{9F3DA134-337F-492F-8FBD-5F46F5F6F9EC}"/>
          </ac:grpSpMkLst>
        </pc:grpChg>
        <pc:grpChg chg="mod topLvl">
          <ac:chgData name="Arcangeli, Gino" userId="c3eeb981-900c-4ae5-b418-5adab2bf0312" providerId="ADAL" clId="{E84225FF-6FF9-4E56-9E5E-D41EF33C4033}" dt="2021-04-16T15:02:59.178" v="98" actId="165"/>
          <ac:grpSpMkLst>
            <pc:docMk/>
            <pc:sldMk cId="198294182" sldId="11925"/>
            <ac:grpSpMk id="185" creationId="{CAF1DB53-4C45-44E0-86FE-2D659798B14D}"/>
          </ac:grpSpMkLst>
        </pc:grpChg>
        <pc:grpChg chg="mod topLvl">
          <ac:chgData name="Arcangeli, Gino" userId="c3eeb981-900c-4ae5-b418-5adab2bf0312" providerId="ADAL" clId="{E84225FF-6FF9-4E56-9E5E-D41EF33C4033}" dt="2021-04-16T15:03:20.538" v="121" actId="1035"/>
          <ac:grpSpMkLst>
            <pc:docMk/>
            <pc:sldMk cId="198294182" sldId="11925"/>
            <ac:grpSpMk id="196" creationId="{D00D8EE3-CF7B-409F-B18B-5D17BAF004E8}"/>
          </ac:grpSpMkLst>
        </pc:grpChg>
        <pc:grpChg chg="mod topLvl">
          <ac:chgData name="Arcangeli, Gino" userId="c3eeb981-900c-4ae5-b418-5adab2bf0312" providerId="ADAL" clId="{E84225FF-6FF9-4E56-9E5E-D41EF33C4033}" dt="2021-04-16T15:06:01.329" v="264" actId="1036"/>
          <ac:grpSpMkLst>
            <pc:docMk/>
            <pc:sldMk cId="198294182" sldId="11925"/>
            <ac:grpSpMk id="220" creationId="{803C42AA-6D08-42B1-87F4-9AA4674CC60A}"/>
          </ac:grpSpMkLst>
        </pc:grpChg>
        <pc:grpChg chg="mod topLvl">
          <ac:chgData name="Arcangeli, Gino" userId="c3eeb981-900c-4ae5-b418-5adab2bf0312" providerId="ADAL" clId="{E84225FF-6FF9-4E56-9E5E-D41EF33C4033}" dt="2021-04-16T15:05:12.171" v="233" actId="1035"/>
          <ac:grpSpMkLst>
            <pc:docMk/>
            <pc:sldMk cId="198294182" sldId="11925"/>
            <ac:grpSpMk id="224" creationId="{532AE8CD-201A-4869-9A61-7A534E96A91D}"/>
          </ac:grpSpMkLst>
        </pc:grpChg>
        <pc:grpChg chg="mod topLvl">
          <ac:chgData name="Arcangeli, Gino" userId="c3eeb981-900c-4ae5-b418-5adab2bf0312" providerId="ADAL" clId="{E84225FF-6FF9-4E56-9E5E-D41EF33C4033}" dt="2021-04-16T15:02:59.178" v="98" actId="165"/>
          <ac:grpSpMkLst>
            <pc:docMk/>
            <pc:sldMk cId="198294182" sldId="11925"/>
            <ac:grpSpMk id="255" creationId="{6A3B4860-30C9-4BB8-A8CA-0585A2E7C331}"/>
          </ac:grpSpMkLst>
        </pc:grpChg>
        <pc:grpChg chg="mod topLvl">
          <ac:chgData name="Arcangeli, Gino" userId="c3eeb981-900c-4ae5-b418-5adab2bf0312" providerId="ADAL" clId="{E84225FF-6FF9-4E56-9E5E-D41EF33C4033}" dt="2021-04-16T15:04:50.137" v="222" actId="1036"/>
          <ac:grpSpMkLst>
            <pc:docMk/>
            <pc:sldMk cId="198294182" sldId="11925"/>
            <ac:grpSpMk id="304" creationId="{FA50809F-DAFA-4898-8BBE-7EBB92BADC4C}"/>
          </ac:grpSpMkLst>
        </pc:grpChg>
        <pc:picChg chg="mod">
          <ac:chgData name="Arcangeli, Gino" userId="c3eeb981-900c-4ae5-b418-5adab2bf0312" providerId="ADAL" clId="{E84225FF-6FF9-4E56-9E5E-D41EF33C4033}" dt="2021-04-16T15:02:59.178" v="98" actId="165"/>
          <ac:picMkLst>
            <pc:docMk/>
            <pc:sldMk cId="198294182" sldId="11925"/>
            <ac:picMk id="7" creationId="{1340CDCF-3191-4EC5-82FC-5D07B2611F69}"/>
          </ac:picMkLst>
        </pc:picChg>
        <pc:picChg chg="mod topLvl">
          <ac:chgData name="Arcangeli, Gino" userId="c3eeb981-900c-4ae5-b418-5adab2bf0312" providerId="ADAL" clId="{E84225FF-6FF9-4E56-9E5E-D41EF33C4033}" dt="2021-04-16T15:02:59.178" v="98" actId="165"/>
          <ac:picMkLst>
            <pc:docMk/>
            <pc:sldMk cId="198294182" sldId="11925"/>
            <ac:picMk id="120" creationId="{30DAD0ED-1F06-4ACE-A960-5B273717A1BC}"/>
          </ac:picMkLst>
        </pc:picChg>
        <pc:picChg chg="mod topLvl">
          <ac:chgData name="Arcangeli, Gino" userId="c3eeb981-900c-4ae5-b418-5adab2bf0312" providerId="ADAL" clId="{E84225FF-6FF9-4E56-9E5E-D41EF33C4033}" dt="2021-04-16T15:02:59.178" v="98" actId="165"/>
          <ac:picMkLst>
            <pc:docMk/>
            <pc:sldMk cId="198294182" sldId="11925"/>
            <ac:picMk id="121" creationId="{DBA00187-5413-410C-9D01-9BEB69202209}"/>
          </ac:picMkLst>
        </pc:picChg>
        <pc:picChg chg="mod topLvl">
          <ac:chgData name="Arcangeli, Gino" userId="c3eeb981-900c-4ae5-b418-5adab2bf0312" providerId="ADAL" clId="{E84225FF-6FF9-4E56-9E5E-D41EF33C4033}" dt="2021-04-16T15:02:59.178" v="98" actId="165"/>
          <ac:picMkLst>
            <pc:docMk/>
            <pc:sldMk cId="198294182" sldId="11925"/>
            <ac:picMk id="143" creationId="{49894EC0-1BF4-4184-8C52-3C9DC5A05A94}"/>
          </ac:picMkLst>
        </pc:picChg>
        <pc:picChg chg="mod topLvl">
          <ac:chgData name="Arcangeli, Gino" userId="c3eeb981-900c-4ae5-b418-5adab2bf0312" providerId="ADAL" clId="{E84225FF-6FF9-4E56-9E5E-D41EF33C4033}" dt="2021-04-16T15:02:59.178" v="98" actId="165"/>
          <ac:picMkLst>
            <pc:docMk/>
            <pc:sldMk cId="198294182" sldId="11925"/>
            <ac:picMk id="144" creationId="{D89760D5-D630-49B0-93A0-9E62D3676AC6}"/>
          </ac:picMkLst>
        </pc:picChg>
        <pc:picChg chg="mod topLvl">
          <ac:chgData name="Arcangeli, Gino" userId="c3eeb981-900c-4ae5-b418-5adab2bf0312" providerId="ADAL" clId="{E84225FF-6FF9-4E56-9E5E-D41EF33C4033}" dt="2021-04-16T15:02:59.178" v="98" actId="165"/>
          <ac:picMkLst>
            <pc:docMk/>
            <pc:sldMk cId="198294182" sldId="11925"/>
            <ac:picMk id="146" creationId="{E4E0DD24-A3B4-497F-90D4-E915D429CF4B}"/>
          </ac:picMkLst>
        </pc:picChg>
        <pc:picChg chg="mod topLvl">
          <ac:chgData name="Arcangeli, Gino" userId="c3eeb981-900c-4ae5-b418-5adab2bf0312" providerId="ADAL" clId="{E84225FF-6FF9-4E56-9E5E-D41EF33C4033}" dt="2021-04-16T15:02:59.178" v="98" actId="165"/>
          <ac:picMkLst>
            <pc:docMk/>
            <pc:sldMk cId="198294182" sldId="11925"/>
            <ac:picMk id="147" creationId="{D79B9A89-698A-48EA-A322-F0D166807B04}"/>
          </ac:picMkLst>
        </pc:picChg>
        <pc:picChg chg="mod">
          <ac:chgData name="Arcangeli, Gino" userId="c3eeb981-900c-4ae5-b418-5adab2bf0312" providerId="ADAL" clId="{E84225FF-6FF9-4E56-9E5E-D41EF33C4033}" dt="2021-04-16T15:02:59.178" v="98" actId="165"/>
          <ac:picMkLst>
            <pc:docMk/>
            <pc:sldMk cId="198294182" sldId="11925"/>
            <ac:picMk id="148" creationId="{AE840148-D24D-40B0-BC38-9CDFB7232199}"/>
          </ac:picMkLst>
        </pc:picChg>
        <pc:picChg chg="mod topLvl">
          <ac:chgData name="Arcangeli, Gino" userId="c3eeb981-900c-4ae5-b418-5adab2bf0312" providerId="ADAL" clId="{E84225FF-6FF9-4E56-9E5E-D41EF33C4033}" dt="2021-04-16T15:06:29.669" v="312" actId="1038"/>
          <ac:picMkLst>
            <pc:docMk/>
            <pc:sldMk cId="198294182" sldId="11925"/>
            <ac:picMk id="156" creationId="{E8F6AC9B-20C7-43CC-BA6C-E5E42392F588}"/>
          </ac:picMkLst>
        </pc:picChg>
        <pc:picChg chg="mod">
          <ac:chgData name="Arcangeli, Gino" userId="c3eeb981-900c-4ae5-b418-5adab2bf0312" providerId="ADAL" clId="{E84225FF-6FF9-4E56-9E5E-D41EF33C4033}" dt="2021-04-16T15:02:59.178" v="98" actId="165"/>
          <ac:picMkLst>
            <pc:docMk/>
            <pc:sldMk cId="198294182" sldId="11925"/>
            <ac:picMk id="222" creationId="{11A7371A-3A20-49D5-849A-BCF56141FEDE}"/>
          </ac:picMkLst>
        </pc:picChg>
        <pc:picChg chg="mod">
          <ac:chgData name="Arcangeli, Gino" userId="c3eeb981-900c-4ae5-b418-5adab2bf0312" providerId="ADAL" clId="{E84225FF-6FF9-4E56-9E5E-D41EF33C4033}" dt="2021-04-16T15:02:59.178" v="98" actId="165"/>
          <ac:picMkLst>
            <pc:docMk/>
            <pc:sldMk cId="198294182" sldId="11925"/>
            <ac:picMk id="226" creationId="{3F1E7AE1-2C21-443D-9236-9EAEB3FC11DE}"/>
          </ac:picMkLst>
        </pc:picChg>
        <pc:picChg chg="mod">
          <ac:chgData name="Arcangeli, Gino" userId="c3eeb981-900c-4ae5-b418-5adab2bf0312" providerId="ADAL" clId="{E84225FF-6FF9-4E56-9E5E-D41EF33C4033}" dt="2021-04-16T15:02:59.178" v="98" actId="165"/>
          <ac:picMkLst>
            <pc:docMk/>
            <pc:sldMk cId="198294182" sldId="11925"/>
            <ac:picMk id="256" creationId="{11144AF2-25C9-4BC0-86F4-BEE50F02E8F0}"/>
          </ac:picMkLst>
        </pc:picChg>
        <pc:picChg chg="mod">
          <ac:chgData name="Arcangeli, Gino" userId="c3eeb981-900c-4ae5-b418-5adab2bf0312" providerId="ADAL" clId="{E84225FF-6FF9-4E56-9E5E-D41EF33C4033}" dt="2021-04-16T15:02:59.178" v="98" actId="165"/>
          <ac:picMkLst>
            <pc:docMk/>
            <pc:sldMk cId="198294182" sldId="11925"/>
            <ac:picMk id="303" creationId="{348D0506-9741-4CCA-AFA3-C58995AC6DBB}"/>
          </ac:picMkLst>
        </pc:picChg>
        <pc:picChg chg="mod topLvl">
          <ac:chgData name="Arcangeli, Gino" userId="c3eeb981-900c-4ae5-b418-5adab2bf0312" providerId="ADAL" clId="{E84225FF-6FF9-4E56-9E5E-D41EF33C4033}" dt="2021-04-16T15:05:07.526" v="230" actId="1035"/>
          <ac:picMkLst>
            <pc:docMk/>
            <pc:sldMk cId="198294182" sldId="11925"/>
            <ac:picMk id="305" creationId="{6BBBC8B0-9877-4342-A896-4093B3B84C1E}"/>
          </ac:picMkLst>
        </pc:picChg>
        <pc:cxnChg chg="mod topLvl">
          <ac:chgData name="Arcangeli, Gino" userId="c3eeb981-900c-4ae5-b418-5adab2bf0312" providerId="ADAL" clId="{E84225FF-6FF9-4E56-9E5E-D41EF33C4033}" dt="2021-04-16T15:03:45.949" v="135" actId="14100"/>
          <ac:cxnSpMkLst>
            <pc:docMk/>
            <pc:sldMk cId="198294182" sldId="11925"/>
            <ac:cxnSpMk id="31" creationId="{B9994196-5BDB-4A0B-A2F5-B68346673D58}"/>
          </ac:cxnSpMkLst>
        </pc:cxnChg>
        <pc:cxnChg chg="mod topLvl">
          <ac:chgData name="Arcangeli, Gino" userId="c3eeb981-900c-4ae5-b418-5adab2bf0312" providerId="ADAL" clId="{E84225FF-6FF9-4E56-9E5E-D41EF33C4033}" dt="2021-04-16T15:06:22.666" v="289" actId="1038"/>
          <ac:cxnSpMkLst>
            <pc:docMk/>
            <pc:sldMk cId="198294182" sldId="11925"/>
            <ac:cxnSpMk id="33" creationId="{89F61CA9-BBBD-44B1-86A8-B9E43EE7914C}"/>
          </ac:cxnSpMkLst>
        </pc:cxnChg>
        <pc:cxnChg chg="mod topLvl">
          <ac:chgData name="Arcangeli, Gino" userId="c3eeb981-900c-4ae5-b418-5adab2bf0312" providerId="ADAL" clId="{E84225FF-6FF9-4E56-9E5E-D41EF33C4033}" dt="2021-04-16T15:02:59.178" v="98" actId="165"/>
          <ac:cxnSpMkLst>
            <pc:docMk/>
            <pc:sldMk cId="198294182" sldId="11925"/>
            <ac:cxnSpMk id="72" creationId="{47E47ADF-0EF3-44E4-A2FB-FB4BFEB3E7A5}"/>
          </ac:cxnSpMkLst>
        </pc:cxnChg>
        <pc:cxnChg chg="mod topLvl">
          <ac:chgData name="Arcangeli, Gino" userId="c3eeb981-900c-4ae5-b418-5adab2bf0312" providerId="ADAL" clId="{E84225FF-6FF9-4E56-9E5E-D41EF33C4033}" dt="2021-04-16T15:02:59.178" v="98" actId="165"/>
          <ac:cxnSpMkLst>
            <pc:docMk/>
            <pc:sldMk cId="198294182" sldId="11925"/>
            <ac:cxnSpMk id="91" creationId="{8F6FC921-174D-4CDF-9DA4-5CEEA1D25F57}"/>
          </ac:cxnSpMkLst>
        </pc:cxnChg>
        <pc:cxnChg chg="mod topLvl">
          <ac:chgData name="Arcangeli, Gino" userId="c3eeb981-900c-4ae5-b418-5adab2bf0312" providerId="ADAL" clId="{E84225FF-6FF9-4E56-9E5E-D41EF33C4033}" dt="2021-04-16T15:02:59.178" v="98" actId="165"/>
          <ac:cxnSpMkLst>
            <pc:docMk/>
            <pc:sldMk cId="198294182" sldId="11925"/>
            <ac:cxnSpMk id="93" creationId="{6C2A8373-B0EA-42E3-9E18-B648821AFF5A}"/>
          </ac:cxnSpMkLst>
        </pc:cxnChg>
        <pc:cxnChg chg="mod topLvl">
          <ac:chgData name="Arcangeli, Gino" userId="c3eeb981-900c-4ae5-b418-5adab2bf0312" providerId="ADAL" clId="{E84225FF-6FF9-4E56-9E5E-D41EF33C4033}" dt="2021-04-16T15:02:59.178" v="98" actId="165"/>
          <ac:cxnSpMkLst>
            <pc:docMk/>
            <pc:sldMk cId="198294182" sldId="11925"/>
            <ac:cxnSpMk id="95" creationId="{60CBD9CA-9994-48F6-AF28-65F54D5EC27F}"/>
          </ac:cxnSpMkLst>
        </pc:cxnChg>
        <pc:cxnChg chg="mod topLvl">
          <ac:chgData name="Arcangeli, Gino" userId="c3eeb981-900c-4ae5-b418-5adab2bf0312" providerId="ADAL" clId="{E84225FF-6FF9-4E56-9E5E-D41EF33C4033}" dt="2021-04-16T15:02:59.178" v="98" actId="165"/>
          <ac:cxnSpMkLst>
            <pc:docMk/>
            <pc:sldMk cId="198294182" sldId="11925"/>
            <ac:cxnSpMk id="97" creationId="{5BCD811C-0DD2-467C-BA61-ED8B8A39DE1C}"/>
          </ac:cxnSpMkLst>
        </pc:cxnChg>
        <pc:cxnChg chg="mod topLvl">
          <ac:chgData name="Arcangeli, Gino" userId="c3eeb981-900c-4ae5-b418-5adab2bf0312" providerId="ADAL" clId="{E84225FF-6FF9-4E56-9E5E-D41EF33C4033}" dt="2021-04-16T15:02:59.178" v="98" actId="165"/>
          <ac:cxnSpMkLst>
            <pc:docMk/>
            <pc:sldMk cId="198294182" sldId="11925"/>
            <ac:cxnSpMk id="99" creationId="{06B38CA6-FED0-4125-805D-DC131872C717}"/>
          </ac:cxnSpMkLst>
        </pc:cxnChg>
        <pc:cxnChg chg="mod topLvl">
          <ac:chgData name="Arcangeli, Gino" userId="c3eeb981-900c-4ae5-b418-5adab2bf0312" providerId="ADAL" clId="{E84225FF-6FF9-4E56-9E5E-D41EF33C4033}" dt="2021-04-16T15:02:59.178" v="98" actId="165"/>
          <ac:cxnSpMkLst>
            <pc:docMk/>
            <pc:sldMk cId="198294182" sldId="11925"/>
            <ac:cxnSpMk id="101" creationId="{7F59BD5A-81CD-48FE-8955-08C18CD6AA1F}"/>
          </ac:cxnSpMkLst>
        </pc:cxnChg>
        <pc:cxnChg chg="mod topLvl">
          <ac:chgData name="Arcangeli, Gino" userId="c3eeb981-900c-4ae5-b418-5adab2bf0312" providerId="ADAL" clId="{E84225FF-6FF9-4E56-9E5E-D41EF33C4033}" dt="2021-04-16T15:02:59.178" v="98" actId="165"/>
          <ac:cxnSpMkLst>
            <pc:docMk/>
            <pc:sldMk cId="198294182" sldId="11925"/>
            <ac:cxnSpMk id="103" creationId="{D024DD14-869B-4706-9ED0-A342F6868762}"/>
          </ac:cxnSpMkLst>
        </pc:cxnChg>
        <pc:cxnChg chg="mod topLvl">
          <ac:chgData name="Arcangeli, Gino" userId="c3eeb981-900c-4ae5-b418-5adab2bf0312" providerId="ADAL" clId="{E84225FF-6FF9-4E56-9E5E-D41EF33C4033}" dt="2021-04-16T15:02:59.178" v="98" actId="165"/>
          <ac:cxnSpMkLst>
            <pc:docMk/>
            <pc:sldMk cId="198294182" sldId="11925"/>
            <ac:cxnSpMk id="112" creationId="{6522414D-179F-434B-9268-44DFB5EADD93}"/>
          </ac:cxnSpMkLst>
        </pc:cxnChg>
        <pc:cxnChg chg="mod topLvl">
          <ac:chgData name="Arcangeli, Gino" userId="c3eeb981-900c-4ae5-b418-5adab2bf0312" providerId="ADAL" clId="{E84225FF-6FF9-4E56-9E5E-D41EF33C4033}" dt="2021-04-16T15:02:59.178" v="98" actId="165"/>
          <ac:cxnSpMkLst>
            <pc:docMk/>
            <pc:sldMk cId="198294182" sldId="11925"/>
            <ac:cxnSpMk id="114" creationId="{E62C225A-9D1A-4239-8560-070D8154B7A7}"/>
          </ac:cxnSpMkLst>
        </pc:cxnChg>
        <pc:cxnChg chg="mod topLvl">
          <ac:chgData name="Arcangeli, Gino" userId="c3eeb981-900c-4ae5-b418-5adab2bf0312" providerId="ADAL" clId="{E84225FF-6FF9-4E56-9E5E-D41EF33C4033}" dt="2021-04-16T15:02:59.178" v="98" actId="165"/>
          <ac:cxnSpMkLst>
            <pc:docMk/>
            <pc:sldMk cId="198294182" sldId="11925"/>
            <ac:cxnSpMk id="116" creationId="{AF5E83B9-E6B7-413B-BAE6-892E257E1BFC}"/>
          </ac:cxnSpMkLst>
        </pc:cxnChg>
        <pc:cxnChg chg="mod topLvl">
          <ac:chgData name="Arcangeli, Gino" userId="c3eeb981-900c-4ae5-b418-5adab2bf0312" providerId="ADAL" clId="{E84225FF-6FF9-4E56-9E5E-D41EF33C4033}" dt="2021-04-16T15:02:59.178" v="98" actId="165"/>
          <ac:cxnSpMkLst>
            <pc:docMk/>
            <pc:sldMk cId="198294182" sldId="11925"/>
            <ac:cxnSpMk id="125" creationId="{F9366D2D-082C-44F0-8DA6-3F939107A8D6}"/>
          </ac:cxnSpMkLst>
        </pc:cxnChg>
        <pc:cxnChg chg="mod topLvl">
          <ac:chgData name="Arcangeli, Gino" userId="c3eeb981-900c-4ae5-b418-5adab2bf0312" providerId="ADAL" clId="{E84225FF-6FF9-4E56-9E5E-D41EF33C4033}" dt="2021-04-16T15:05:07.526" v="230" actId="1035"/>
          <ac:cxnSpMkLst>
            <pc:docMk/>
            <pc:sldMk cId="198294182" sldId="11925"/>
            <ac:cxnSpMk id="128" creationId="{3CA47803-1F3E-4637-B71E-D119529B805B}"/>
          </ac:cxnSpMkLst>
        </pc:cxnChg>
        <pc:cxnChg chg="mod topLvl">
          <ac:chgData name="Arcangeli, Gino" userId="c3eeb981-900c-4ae5-b418-5adab2bf0312" providerId="ADAL" clId="{E84225FF-6FF9-4E56-9E5E-D41EF33C4033}" dt="2021-04-16T15:02:59.178" v="98" actId="165"/>
          <ac:cxnSpMkLst>
            <pc:docMk/>
            <pc:sldMk cId="198294182" sldId="11925"/>
            <ac:cxnSpMk id="131" creationId="{9E86A5DB-2FF5-471D-9110-163DC3A19760}"/>
          </ac:cxnSpMkLst>
        </pc:cxnChg>
        <pc:cxnChg chg="mod topLvl">
          <ac:chgData name="Arcangeli, Gino" userId="c3eeb981-900c-4ae5-b418-5adab2bf0312" providerId="ADAL" clId="{E84225FF-6FF9-4E56-9E5E-D41EF33C4033}" dt="2021-04-16T15:02:59.178" v="98" actId="165"/>
          <ac:cxnSpMkLst>
            <pc:docMk/>
            <pc:sldMk cId="198294182" sldId="11925"/>
            <ac:cxnSpMk id="140" creationId="{757E000D-BC1F-437F-9F27-DC55D8F2922F}"/>
          </ac:cxnSpMkLst>
        </pc:cxnChg>
        <pc:cxnChg chg="add mod">
          <ac:chgData name="Arcangeli, Gino" userId="c3eeb981-900c-4ae5-b418-5adab2bf0312" providerId="ADAL" clId="{E84225FF-6FF9-4E56-9E5E-D41EF33C4033}" dt="2021-04-16T15:06:41.783" v="315" actId="14100"/>
          <ac:cxnSpMkLst>
            <pc:docMk/>
            <pc:sldMk cId="198294182" sldId="11925"/>
            <ac:cxnSpMk id="141" creationId="{28E6C30A-CE9C-46EE-9343-F5AC663E25D9}"/>
          </ac:cxnSpMkLst>
        </pc:cxnChg>
        <pc:cxnChg chg="mod topLvl">
          <ac:chgData name="Arcangeli, Gino" userId="c3eeb981-900c-4ae5-b418-5adab2bf0312" providerId="ADAL" clId="{E84225FF-6FF9-4E56-9E5E-D41EF33C4033}" dt="2021-04-16T15:02:59.178" v="98" actId="165"/>
          <ac:cxnSpMkLst>
            <pc:docMk/>
            <pc:sldMk cId="198294182" sldId="11925"/>
            <ac:cxnSpMk id="151" creationId="{7BC82308-BBD2-43C6-AD9C-2A6E51E458FD}"/>
          </ac:cxnSpMkLst>
        </pc:cxnChg>
        <pc:cxnChg chg="mod topLvl">
          <ac:chgData name="Arcangeli, Gino" userId="c3eeb981-900c-4ae5-b418-5adab2bf0312" providerId="ADAL" clId="{E84225FF-6FF9-4E56-9E5E-D41EF33C4033}" dt="2021-04-16T15:05:07.526" v="230" actId="1035"/>
          <ac:cxnSpMkLst>
            <pc:docMk/>
            <pc:sldMk cId="198294182" sldId="11925"/>
            <ac:cxnSpMk id="153" creationId="{6F7FC42E-0012-41F6-A57F-0AB39FE165B5}"/>
          </ac:cxnSpMkLst>
        </pc:cxnChg>
        <pc:cxnChg chg="mod topLvl">
          <ac:chgData name="Arcangeli, Gino" userId="c3eeb981-900c-4ae5-b418-5adab2bf0312" providerId="ADAL" clId="{E84225FF-6FF9-4E56-9E5E-D41EF33C4033}" dt="2021-04-16T15:03:37.433" v="134" actId="14100"/>
          <ac:cxnSpMkLst>
            <pc:docMk/>
            <pc:sldMk cId="198294182" sldId="11925"/>
            <ac:cxnSpMk id="157" creationId="{DAD74BD9-B1CE-4C97-A0DD-74EE7AC55E94}"/>
          </ac:cxnSpMkLst>
        </pc:cxnChg>
        <pc:cxnChg chg="mod topLvl">
          <ac:chgData name="Arcangeli, Gino" userId="c3eeb981-900c-4ae5-b418-5adab2bf0312" providerId="ADAL" clId="{E84225FF-6FF9-4E56-9E5E-D41EF33C4033}" dt="2021-04-16T15:02:59.178" v="98" actId="165"/>
          <ac:cxnSpMkLst>
            <pc:docMk/>
            <pc:sldMk cId="198294182" sldId="11925"/>
            <ac:cxnSpMk id="158" creationId="{9E09D07E-3CEC-4462-9475-AE852D2322F9}"/>
          </ac:cxnSpMkLst>
        </pc:cxnChg>
        <pc:cxnChg chg="mod topLvl">
          <ac:chgData name="Arcangeli, Gino" userId="c3eeb981-900c-4ae5-b418-5adab2bf0312" providerId="ADAL" clId="{E84225FF-6FF9-4E56-9E5E-D41EF33C4033}" dt="2021-04-16T15:02:59.178" v="98" actId="165"/>
          <ac:cxnSpMkLst>
            <pc:docMk/>
            <pc:sldMk cId="198294182" sldId="11925"/>
            <ac:cxnSpMk id="177" creationId="{5AAE3646-D581-42D1-96AF-08E1B5C9A62F}"/>
          </ac:cxnSpMkLst>
        </pc:cxnChg>
        <pc:cxnChg chg="mod">
          <ac:chgData name="Arcangeli, Gino" userId="c3eeb981-900c-4ae5-b418-5adab2bf0312" providerId="ADAL" clId="{E84225FF-6FF9-4E56-9E5E-D41EF33C4033}" dt="2021-04-16T15:02:59.178" v="98" actId="165"/>
          <ac:cxnSpMkLst>
            <pc:docMk/>
            <pc:sldMk cId="198294182" sldId="11925"/>
            <ac:cxnSpMk id="193" creationId="{772F2D22-A06A-47EB-AB21-937FED4143B1}"/>
          </ac:cxnSpMkLst>
        </pc:cxnChg>
        <pc:cxnChg chg="mod topLvl">
          <ac:chgData name="Arcangeli, Gino" userId="c3eeb981-900c-4ae5-b418-5adab2bf0312" providerId="ADAL" clId="{E84225FF-6FF9-4E56-9E5E-D41EF33C4033}" dt="2021-04-16T15:04:00.525" v="151" actId="1035"/>
          <ac:cxnSpMkLst>
            <pc:docMk/>
            <pc:sldMk cId="198294182" sldId="11925"/>
            <ac:cxnSpMk id="199" creationId="{B10C9199-E12A-42B2-9A36-FF32D9763F23}"/>
          </ac:cxnSpMkLst>
        </pc:cxnChg>
        <pc:cxnChg chg="mod topLvl">
          <ac:chgData name="Arcangeli, Gino" userId="c3eeb981-900c-4ae5-b418-5adab2bf0312" providerId="ADAL" clId="{E84225FF-6FF9-4E56-9E5E-D41EF33C4033}" dt="2021-04-16T15:09:24.302" v="355" actId="14100"/>
          <ac:cxnSpMkLst>
            <pc:docMk/>
            <pc:sldMk cId="198294182" sldId="11925"/>
            <ac:cxnSpMk id="235" creationId="{A998222E-B9AC-4376-978B-CA4CD47AA664}"/>
          </ac:cxnSpMkLst>
        </pc:cxnChg>
        <pc:cxnChg chg="mod topLvl">
          <ac:chgData name="Arcangeli, Gino" userId="c3eeb981-900c-4ae5-b418-5adab2bf0312" providerId="ADAL" clId="{E84225FF-6FF9-4E56-9E5E-D41EF33C4033}" dt="2021-04-16T15:02:59.178" v="98" actId="165"/>
          <ac:cxnSpMkLst>
            <pc:docMk/>
            <pc:sldMk cId="198294182" sldId="11925"/>
            <ac:cxnSpMk id="242" creationId="{D635BBC0-D8F6-415F-99CE-AC4F8E28AEF9}"/>
          </ac:cxnSpMkLst>
        </pc:cxnChg>
        <pc:cxnChg chg="mod topLvl">
          <ac:chgData name="Arcangeli, Gino" userId="c3eeb981-900c-4ae5-b418-5adab2bf0312" providerId="ADAL" clId="{E84225FF-6FF9-4E56-9E5E-D41EF33C4033}" dt="2021-04-16T15:04:50.137" v="222" actId="1036"/>
          <ac:cxnSpMkLst>
            <pc:docMk/>
            <pc:sldMk cId="198294182" sldId="11925"/>
            <ac:cxnSpMk id="244" creationId="{C8334CE3-1910-46E2-AB77-AC5269DB1224}"/>
          </ac:cxnSpMkLst>
        </pc:cxnChg>
        <pc:cxnChg chg="mod topLvl">
          <ac:chgData name="Arcangeli, Gino" userId="c3eeb981-900c-4ae5-b418-5adab2bf0312" providerId="ADAL" clId="{E84225FF-6FF9-4E56-9E5E-D41EF33C4033}" dt="2021-04-16T15:04:00.525" v="151" actId="1035"/>
          <ac:cxnSpMkLst>
            <pc:docMk/>
            <pc:sldMk cId="198294182" sldId="11925"/>
            <ac:cxnSpMk id="246" creationId="{B4FD0B6E-DFB0-4964-9BBB-29F95A3AE367}"/>
          </ac:cxnSpMkLst>
        </pc:cxnChg>
        <pc:cxnChg chg="mod topLvl">
          <ac:chgData name="Arcangeli, Gino" userId="c3eeb981-900c-4ae5-b418-5adab2bf0312" providerId="ADAL" clId="{E84225FF-6FF9-4E56-9E5E-D41EF33C4033}" dt="2021-04-16T15:04:03.718" v="152" actId="14100"/>
          <ac:cxnSpMkLst>
            <pc:docMk/>
            <pc:sldMk cId="198294182" sldId="11925"/>
            <ac:cxnSpMk id="254" creationId="{39FFC49D-4A43-48F5-88CE-8D2F53640001}"/>
          </ac:cxnSpMkLst>
        </pc:cxnChg>
        <pc:cxnChg chg="mod topLvl">
          <ac:chgData name="Arcangeli, Gino" userId="c3eeb981-900c-4ae5-b418-5adab2bf0312" providerId="ADAL" clId="{E84225FF-6FF9-4E56-9E5E-D41EF33C4033}" dt="2021-04-16T15:06:01.329" v="264" actId="1036"/>
          <ac:cxnSpMkLst>
            <pc:docMk/>
            <pc:sldMk cId="198294182" sldId="11925"/>
            <ac:cxnSpMk id="266" creationId="{3962044E-C17A-4660-8031-4FA4172AB237}"/>
          </ac:cxnSpMkLst>
        </pc:cxnChg>
        <pc:cxnChg chg="mod topLvl">
          <ac:chgData name="Arcangeli, Gino" userId="c3eeb981-900c-4ae5-b418-5adab2bf0312" providerId="ADAL" clId="{E84225FF-6FF9-4E56-9E5E-D41EF33C4033}" dt="2021-04-16T15:05:27.202" v="236" actId="14100"/>
          <ac:cxnSpMkLst>
            <pc:docMk/>
            <pc:sldMk cId="198294182" sldId="11925"/>
            <ac:cxnSpMk id="268" creationId="{ECAD54A3-DC3D-4E62-B25B-DC7457CF0016}"/>
          </ac:cxnSpMkLst>
        </pc:cxnChg>
        <pc:cxnChg chg="mod topLvl">
          <ac:chgData name="Arcangeli, Gino" userId="c3eeb981-900c-4ae5-b418-5adab2bf0312" providerId="ADAL" clId="{E84225FF-6FF9-4E56-9E5E-D41EF33C4033}" dt="2021-04-16T15:05:22.688" v="235" actId="14100"/>
          <ac:cxnSpMkLst>
            <pc:docMk/>
            <pc:sldMk cId="198294182" sldId="11925"/>
            <ac:cxnSpMk id="270" creationId="{D8710DD2-02A2-46E1-8D96-068897D882A1}"/>
          </ac:cxnSpMkLst>
        </pc:cxnChg>
        <pc:cxnChg chg="mod topLvl">
          <ac:chgData name="Arcangeli, Gino" userId="c3eeb981-900c-4ae5-b418-5adab2bf0312" providerId="ADAL" clId="{E84225FF-6FF9-4E56-9E5E-D41EF33C4033}" dt="2021-04-16T15:05:12.171" v="233" actId="1035"/>
          <ac:cxnSpMkLst>
            <pc:docMk/>
            <pc:sldMk cId="198294182" sldId="11925"/>
            <ac:cxnSpMk id="274" creationId="{048A1C74-E23A-420C-A9F7-0607F15BBE0E}"/>
          </ac:cxnSpMkLst>
        </pc:cxnChg>
      </pc:sldChg>
    </pc:docChg>
  </pc:docChgLst>
  <pc:docChgLst>
    <pc:chgData name="Arcangeli, Gino" userId="c3eeb981-900c-4ae5-b418-5adab2bf0312" providerId="ADAL" clId="{C947944C-207D-4E65-AAD6-C5ADE53316DF}"/>
    <pc:docChg chg="undo redo custSel modSld">
      <pc:chgData name="Arcangeli, Gino" userId="c3eeb981-900c-4ae5-b418-5adab2bf0312" providerId="ADAL" clId="{C947944C-207D-4E65-AAD6-C5ADE53316DF}" dt="2021-04-15T19:21:02.032" v="2641" actId="478"/>
      <pc:docMkLst>
        <pc:docMk/>
      </pc:docMkLst>
      <pc:sldChg chg="addSp delSp modSp mod">
        <pc:chgData name="Arcangeli, Gino" userId="c3eeb981-900c-4ae5-b418-5adab2bf0312" providerId="ADAL" clId="{C947944C-207D-4E65-AAD6-C5ADE53316DF}" dt="2021-04-15T19:21:02.032" v="2641" actId="478"/>
        <pc:sldMkLst>
          <pc:docMk/>
          <pc:sldMk cId="4020844815" sldId="10114"/>
        </pc:sldMkLst>
        <pc:spChg chg="del">
          <ac:chgData name="Arcangeli, Gino" userId="c3eeb981-900c-4ae5-b418-5adab2bf0312" providerId="ADAL" clId="{C947944C-207D-4E65-AAD6-C5ADE53316DF}" dt="2021-04-15T19:14:46.215" v="2592" actId="478"/>
          <ac:spMkLst>
            <pc:docMk/>
            <pc:sldMk cId="4020844815" sldId="10114"/>
            <ac:spMk id="2" creationId="{6D037550-4324-4BBA-B662-9B81932EF4C3}"/>
          </ac:spMkLst>
        </pc:spChg>
        <pc:spChg chg="del mod">
          <ac:chgData name="Arcangeli, Gino" userId="c3eeb981-900c-4ae5-b418-5adab2bf0312" providerId="ADAL" clId="{C947944C-207D-4E65-AAD6-C5ADE53316DF}" dt="2021-04-15T12:29:48.911" v="53" actId="478"/>
          <ac:spMkLst>
            <pc:docMk/>
            <pc:sldMk cId="4020844815" sldId="10114"/>
            <ac:spMk id="2" creationId="{C9691E46-5106-4F71-B66B-C53F81F15A57}"/>
          </ac:spMkLst>
        </pc:spChg>
        <pc:spChg chg="del">
          <ac:chgData name="Arcangeli, Gino" userId="c3eeb981-900c-4ae5-b418-5adab2bf0312" providerId="ADAL" clId="{C947944C-207D-4E65-AAD6-C5ADE53316DF}" dt="2021-04-15T19:14:51.977" v="2593" actId="478"/>
          <ac:spMkLst>
            <pc:docMk/>
            <pc:sldMk cId="4020844815" sldId="10114"/>
            <ac:spMk id="3" creationId="{BEA17759-BA13-408D-BC6B-083D93281D2B}"/>
          </ac:spMkLst>
        </pc:spChg>
        <pc:spChg chg="mod topLvl">
          <ac:chgData name="Arcangeli, Gino" userId="c3eeb981-900c-4ae5-b418-5adab2bf0312" providerId="ADAL" clId="{C947944C-207D-4E65-AAD6-C5ADE53316DF}" dt="2021-04-15T19:17:31.511" v="2599" actId="165"/>
          <ac:spMkLst>
            <pc:docMk/>
            <pc:sldMk cId="4020844815" sldId="10114"/>
            <ac:spMk id="5" creationId="{777F0BDC-9AC9-41F4-B026-4357517F4E02}"/>
          </ac:spMkLst>
        </pc:spChg>
        <pc:spChg chg="add del mod">
          <ac:chgData name="Arcangeli, Gino" userId="c3eeb981-900c-4ae5-b418-5adab2bf0312" providerId="ADAL" clId="{C947944C-207D-4E65-AAD6-C5ADE53316DF}" dt="2021-04-15T12:29:52.596" v="54" actId="478"/>
          <ac:spMkLst>
            <pc:docMk/>
            <pc:sldMk cId="4020844815" sldId="10114"/>
            <ac:spMk id="9" creationId="{6B9A54CE-23E8-4C8A-85A6-3CBEF91B7C7B}"/>
          </ac:spMkLst>
        </pc:spChg>
        <pc:spChg chg="mod">
          <ac:chgData name="Arcangeli, Gino" userId="c3eeb981-900c-4ae5-b418-5adab2bf0312" providerId="ADAL" clId="{C947944C-207D-4E65-AAD6-C5ADE53316DF}" dt="2021-04-15T19:17:31.511" v="2599" actId="165"/>
          <ac:spMkLst>
            <pc:docMk/>
            <pc:sldMk cId="4020844815" sldId="10114"/>
            <ac:spMk id="10" creationId="{9945BCA5-9AB3-4C6F-804C-62E444A2DCC6}"/>
          </ac:spMkLst>
        </pc:spChg>
        <pc:spChg chg="mod">
          <ac:chgData name="Arcangeli, Gino" userId="c3eeb981-900c-4ae5-b418-5adab2bf0312" providerId="ADAL" clId="{C947944C-207D-4E65-AAD6-C5ADE53316DF}" dt="2021-04-15T19:17:31.511" v="2599" actId="165"/>
          <ac:spMkLst>
            <pc:docMk/>
            <pc:sldMk cId="4020844815" sldId="10114"/>
            <ac:spMk id="11" creationId="{6C215F41-C218-4CFB-8220-9A1196BA1371}"/>
          </ac:spMkLst>
        </pc:spChg>
        <pc:spChg chg="mod">
          <ac:chgData name="Arcangeli, Gino" userId="c3eeb981-900c-4ae5-b418-5adab2bf0312" providerId="ADAL" clId="{C947944C-207D-4E65-AAD6-C5ADE53316DF}" dt="2021-04-15T19:17:31.511" v="2599" actId="165"/>
          <ac:spMkLst>
            <pc:docMk/>
            <pc:sldMk cId="4020844815" sldId="10114"/>
            <ac:spMk id="12" creationId="{DC469DEE-85FD-4F2F-A841-6A1CD15E8023}"/>
          </ac:spMkLst>
        </pc:spChg>
        <pc:spChg chg="mod topLvl">
          <ac:chgData name="Arcangeli, Gino" userId="c3eeb981-900c-4ae5-b418-5adab2bf0312" providerId="ADAL" clId="{C947944C-207D-4E65-AAD6-C5ADE53316DF}" dt="2021-04-15T19:17:31.511" v="2599" actId="165"/>
          <ac:spMkLst>
            <pc:docMk/>
            <pc:sldMk cId="4020844815" sldId="10114"/>
            <ac:spMk id="13" creationId="{4BDF7615-A838-4421-93D3-25751DB01FCE}"/>
          </ac:spMkLst>
        </pc:spChg>
        <pc:spChg chg="mod topLvl">
          <ac:chgData name="Arcangeli, Gino" userId="c3eeb981-900c-4ae5-b418-5adab2bf0312" providerId="ADAL" clId="{C947944C-207D-4E65-AAD6-C5ADE53316DF}" dt="2021-04-15T19:17:31.511" v="2599" actId="165"/>
          <ac:spMkLst>
            <pc:docMk/>
            <pc:sldMk cId="4020844815" sldId="10114"/>
            <ac:spMk id="15" creationId="{48259A90-3699-46DD-ADFF-0F72E0936F7A}"/>
          </ac:spMkLst>
        </pc:spChg>
        <pc:spChg chg="mod topLvl">
          <ac:chgData name="Arcangeli, Gino" userId="c3eeb981-900c-4ae5-b418-5adab2bf0312" providerId="ADAL" clId="{C947944C-207D-4E65-AAD6-C5ADE53316DF}" dt="2021-04-15T19:17:31.511" v="2599" actId="165"/>
          <ac:spMkLst>
            <pc:docMk/>
            <pc:sldMk cId="4020844815" sldId="10114"/>
            <ac:spMk id="28" creationId="{9FF60A72-4F37-4582-8EAC-222E75130A43}"/>
          </ac:spMkLst>
        </pc:spChg>
        <pc:spChg chg="mod topLvl">
          <ac:chgData name="Arcangeli, Gino" userId="c3eeb981-900c-4ae5-b418-5adab2bf0312" providerId="ADAL" clId="{C947944C-207D-4E65-AAD6-C5ADE53316DF}" dt="2021-04-15T19:17:31.511" v="2599" actId="165"/>
          <ac:spMkLst>
            <pc:docMk/>
            <pc:sldMk cId="4020844815" sldId="10114"/>
            <ac:spMk id="29" creationId="{BD52E586-2605-4FD3-9B60-B2628BB49365}"/>
          </ac:spMkLst>
        </pc:spChg>
        <pc:spChg chg="mod">
          <ac:chgData name="Arcangeli, Gino" userId="c3eeb981-900c-4ae5-b418-5adab2bf0312" providerId="ADAL" clId="{C947944C-207D-4E65-AAD6-C5ADE53316DF}" dt="2021-04-15T19:17:31.511" v="2599" actId="165"/>
          <ac:spMkLst>
            <pc:docMk/>
            <pc:sldMk cId="4020844815" sldId="10114"/>
            <ac:spMk id="38" creationId="{017E5B4B-A837-47DB-82C6-91C9C93101DA}"/>
          </ac:spMkLst>
        </pc:spChg>
        <pc:spChg chg="mod">
          <ac:chgData name="Arcangeli, Gino" userId="c3eeb981-900c-4ae5-b418-5adab2bf0312" providerId="ADAL" clId="{C947944C-207D-4E65-AAD6-C5ADE53316DF}" dt="2021-04-15T19:17:31.511" v="2599" actId="165"/>
          <ac:spMkLst>
            <pc:docMk/>
            <pc:sldMk cId="4020844815" sldId="10114"/>
            <ac:spMk id="40" creationId="{C2457105-7056-4109-B74F-F586BF840BA3}"/>
          </ac:spMkLst>
        </pc:spChg>
        <pc:spChg chg="mod">
          <ac:chgData name="Arcangeli, Gino" userId="c3eeb981-900c-4ae5-b418-5adab2bf0312" providerId="ADAL" clId="{C947944C-207D-4E65-AAD6-C5ADE53316DF}" dt="2021-04-15T19:17:31.511" v="2599" actId="165"/>
          <ac:spMkLst>
            <pc:docMk/>
            <pc:sldMk cId="4020844815" sldId="10114"/>
            <ac:spMk id="41" creationId="{AED1988E-20E2-403D-9C0C-8808402C104C}"/>
          </ac:spMkLst>
        </pc:spChg>
        <pc:spChg chg="mod">
          <ac:chgData name="Arcangeli, Gino" userId="c3eeb981-900c-4ae5-b418-5adab2bf0312" providerId="ADAL" clId="{C947944C-207D-4E65-AAD6-C5ADE53316DF}" dt="2021-04-15T19:17:31.511" v="2599" actId="165"/>
          <ac:spMkLst>
            <pc:docMk/>
            <pc:sldMk cId="4020844815" sldId="10114"/>
            <ac:spMk id="42" creationId="{B4F97E10-6235-4B0E-AE44-A564050A10AF}"/>
          </ac:spMkLst>
        </pc:spChg>
        <pc:spChg chg="mod">
          <ac:chgData name="Arcangeli, Gino" userId="c3eeb981-900c-4ae5-b418-5adab2bf0312" providerId="ADAL" clId="{C947944C-207D-4E65-AAD6-C5ADE53316DF}" dt="2021-04-15T19:17:31.511" v="2599" actId="165"/>
          <ac:spMkLst>
            <pc:docMk/>
            <pc:sldMk cId="4020844815" sldId="10114"/>
            <ac:spMk id="44" creationId="{8521F131-96A2-40C3-BA82-DEA1E3AE7DD1}"/>
          </ac:spMkLst>
        </pc:spChg>
        <pc:spChg chg="mod">
          <ac:chgData name="Arcangeli, Gino" userId="c3eeb981-900c-4ae5-b418-5adab2bf0312" providerId="ADAL" clId="{C947944C-207D-4E65-AAD6-C5ADE53316DF}" dt="2021-04-15T19:17:31.511" v="2599" actId="165"/>
          <ac:spMkLst>
            <pc:docMk/>
            <pc:sldMk cId="4020844815" sldId="10114"/>
            <ac:spMk id="45" creationId="{BA2FDF3E-9EE5-4931-9B13-258A3BC53DCC}"/>
          </ac:spMkLst>
        </pc:spChg>
        <pc:spChg chg="mod">
          <ac:chgData name="Arcangeli, Gino" userId="c3eeb981-900c-4ae5-b418-5adab2bf0312" providerId="ADAL" clId="{C947944C-207D-4E65-AAD6-C5ADE53316DF}" dt="2021-04-15T19:17:31.511" v="2599" actId="165"/>
          <ac:spMkLst>
            <pc:docMk/>
            <pc:sldMk cId="4020844815" sldId="10114"/>
            <ac:spMk id="46" creationId="{115A92BF-1261-4CD2-B38E-C8AA84414067}"/>
          </ac:spMkLst>
        </pc:spChg>
        <pc:spChg chg="mod">
          <ac:chgData name="Arcangeli, Gino" userId="c3eeb981-900c-4ae5-b418-5adab2bf0312" providerId="ADAL" clId="{C947944C-207D-4E65-AAD6-C5ADE53316DF}" dt="2021-04-15T19:17:31.511" v="2599" actId="165"/>
          <ac:spMkLst>
            <pc:docMk/>
            <pc:sldMk cId="4020844815" sldId="10114"/>
            <ac:spMk id="47" creationId="{04F5F917-5D46-4178-B274-36DE27D31A99}"/>
          </ac:spMkLst>
        </pc:spChg>
        <pc:spChg chg="mod">
          <ac:chgData name="Arcangeli, Gino" userId="c3eeb981-900c-4ae5-b418-5adab2bf0312" providerId="ADAL" clId="{C947944C-207D-4E65-AAD6-C5ADE53316DF}" dt="2021-04-15T19:17:31.511" v="2599" actId="165"/>
          <ac:spMkLst>
            <pc:docMk/>
            <pc:sldMk cId="4020844815" sldId="10114"/>
            <ac:spMk id="48" creationId="{5ECEB1EF-08B3-425F-900F-031658C8C66D}"/>
          </ac:spMkLst>
        </pc:spChg>
        <pc:spChg chg="mod">
          <ac:chgData name="Arcangeli, Gino" userId="c3eeb981-900c-4ae5-b418-5adab2bf0312" providerId="ADAL" clId="{C947944C-207D-4E65-AAD6-C5ADE53316DF}" dt="2021-04-15T19:17:31.511" v="2599" actId="165"/>
          <ac:spMkLst>
            <pc:docMk/>
            <pc:sldMk cId="4020844815" sldId="10114"/>
            <ac:spMk id="49" creationId="{F0D76AD6-6AA5-4544-BDEE-DD29FE3E5C3A}"/>
          </ac:spMkLst>
        </pc:spChg>
        <pc:spChg chg="mod">
          <ac:chgData name="Arcangeli, Gino" userId="c3eeb981-900c-4ae5-b418-5adab2bf0312" providerId="ADAL" clId="{C947944C-207D-4E65-AAD6-C5ADE53316DF}" dt="2021-04-15T19:17:31.511" v="2599" actId="165"/>
          <ac:spMkLst>
            <pc:docMk/>
            <pc:sldMk cId="4020844815" sldId="10114"/>
            <ac:spMk id="50" creationId="{BED8B697-A423-4404-B8D8-F941D2DFB668}"/>
          </ac:spMkLst>
        </pc:spChg>
        <pc:spChg chg="mod">
          <ac:chgData name="Arcangeli, Gino" userId="c3eeb981-900c-4ae5-b418-5adab2bf0312" providerId="ADAL" clId="{C947944C-207D-4E65-AAD6-C5ADE53316DF}" dt="2021-04-15T19:17:31.511" v="2599" actId="165"/>
          <ac:spMkLst>
            <pc:docMk/>
            <pc:sldMk cId="4020844815" sldId="10114"/>
            <ac:spMk id="51" creationId="{0072A306-6B54-466A-A867-58EFE120AC33}"/>
          </ac:spMkLst>
        </pc:spChg>
        <pc:spChg chg="mod topLvl">
          <ac:chgData name="Arcangeli, Gino" userId="c3eeb981-900c-4ae5-b418-5adab2bf0312" providerId="ADAL" clId="{C947944C-207D-4E65-AAD6-C5ADE53316DF}" dt="2021-04-15T19:17:31.511" v="2599" actId="165"/>
          <ac:spMkLst>
            <pc:docMk/>
            <pc:sldMk cId="4020844815" sldId="10114"/>
            <ac:spMk id="52" creationId="{9BB4FAB3-184A-417B-8B82-45AC493ED410}"/>
          </ac:spMkLst>
        </pc:spChg>
        <pc:spChg chg="mod topLvl">
          <ac:chgData name="Arcangeli, Gino" userId="c3eeb981-900c-4ae5-b418-5adab2bf0312" providerId="ADAL" clId="{C947944C-207D-4E65-AAD6-C5ADE53316DF}" dt="2021-04-15T19:17:31.511" v="2599" actId="165"/>
          <ac:spMkLst>
            <pc:docMk/>
            <pc:sldMk cId="4020844815" sldId="10114"/>
            <ac:spMk id="53" creationId="{0FEFB851-92E4-4900-BFF6-9B78821EB749}"/>
          </ac:spMkLst>
        </pc:spChg>
        <pc:spChg chg="mod topLvl">
          <ac:chgData name="Arcangeli, Gino" userId="c3eeb981-900c-4ae5-b418-5adab2bf0312" providerId="ADAL" clId="{C947944C-207D-4E65-AAD6-C5ADE53316DF}" dt="2021-04-15T19:17:31.511" v="2599" actId="165"/>
          <ac:spMkLst>
            <pc:docMk/>
            <pc:sldMk cId="4020844815" sldId="10114"/>
            <ac:spMk id="55" creationId="{CFEFE920-CC6F-4589-A747-159F4DD29A92}"/>
          </ac:spMkLst>
        </pc:spChg>
        <pc:spChg chg="add del mod">
          <ac:chgData name="Arcangeli, Gino" userId="c3eeb981-900c-4ae5-b418-5adab2bf0312" providerId="ADAL" clId="{C947944C-207D-4E65-AAD6-C5ADE53316DF}" dt="2021-04-15T12:44:50.096" v="361" actId="478"/>
          <ac:spMkLst>
            <pc:docMk/>
            <pc:sldMk cId="4020844815" sldId="10114"/>
            <ac:spMk id="62" creationId="{A10CD753-F105-4C56-9AC5-F6DBA99E428B}"/>
          </ac:spMkLst>
        </pc:spChg>
        <pc:spChg chg="mod topLvl">
          <ac:chgData name="Arcangeli, Gino" userId="c3eeb981-900c-4ae5-b418-5adab2bf0312" providerId="ADAL" clId="{C947944C-207D-4E65-AAD6-C5ADE53316DF}" dt="2021-04-15T19:17:31.511" v="2599" actId="165"/>
          <ac:spMkLst>
            <pc:docMk/>
            <pc:sldMk cId="4020844815" sldId="10114"/>
            <ac:spMk id="73" creationId="{B228B38E-60E7-4DD8-931F-FD4C3B3411D4}"/>
          </ac:spMkLst>
        </pc:spChg>
        <pc:spChg chg="mod topLvl">
          <ac:chgData name="Arcangeli, Gino" userId="c3eeb981-900c-4ae5-b418-5adab2bf0312" providerId="ADAL" clId="{C947944C-207D-4E65-AAD6-C5ADE53316DF}" dt="2021-04-15T19:17:31.511" v="2599" actId="165"/>
          <ac:spMkLst>
            <pc:docMk/>
            <pc:sldMk cId="4020844815" sldId="10114"/>
            <ac:spMk id="74" creationId="{5BF000DF-2703-4231-8E4B-00EB0F8B9592}"/>
          </ac:spMkLst>
        </pc:spChg>
        <pc:spChg chg="mod topLvl">
          <ac:chgData name="Arcangeli, Gino" userId="c3eeb981-900c-4ae5-b418-5adab2bf0312" providerId="ADAL" clId="{C947944C-207D-4E65-AAD6-C5ADE53316DF}" dt="2021-04-15T19:17:31.511" v="2599" actId="165"/>
          <ac:spMkLst>
            <pc:docMk/>
            <pc:sldMk cId="4020844815" sldId="10114"/>
            <ac:spMk id="75" creationId="{8F5C7DD6-EF06-4380-83B6-01FD0E30E632}"/>
          </ac:spMkLst>
        </pc:spChg>
        <pc:spChg chg="mod topLvl">
          <ac:chgData name="Arcangeli, Gino" userId="c3eeb981-900c-4ae5-b418-5adab2bf0312" providerId="ADAL" clId="{C947944C-207D-4E65-AAD6-C5ADE53316DF}" dt="2021-04-15T19:17:31.511" v="2599" actId="165"/>
          <ac:spMkLst>
            <pc:docMk/>
            <pc:sldMk cId="4020844815" sldId="10114"/>
            <ac:spMk id="76" creationId="{7C64D024-FFB1-4027-BA01-B2D8AAF0222D}"/>
          </ac:spMkLst>
        </pc:spChg>
        <pc:spChg chg="mod topLvl">
          <ac:chgData name="Arcangeli, Gino" userId="c3eeb981-900c-4ae5-b418-5adab2bf0312" providerId="ADAL" clId="{C947944C-207D-4E65-AAD6-C5ADE53316DF}" dt="2021-04-15T19:17:31.511" v="2599" actId="165"/>
          <ac:spMkLst>
            <pc:docMk/>
            <pc:sldMk cId="4020844815" sldId="10114"/>
            <ac:spMk id="77" creationId="{BB09B088-71CE-4B42-87E9-D797F1641E99}"/>
          </ac:spMkLst>
        </pc:spChg>
        <pc:spChg chg="mod topLvl">
          <ac:chgData name="Arcangeli, Gino" userId="c3eeb981-900c-4ae5-b418-5adab2bf0312" providerId="ADAL" clId="{C947944C-207D-4E65-AAD6-C5ADE53316DF}" dt="2021-04-15T19:17:31.511" v="2599" actId="165"/>
          <ac:spMkLst>
            <pc:docMk/>
            <pc:sldMk cId="4020844815" sldId="10114"/>
            <ac:spMk id="78" creationId="{4B2FF5AC-E8C9-49B5-AA92-69A12DC10638}"/>
          </ac:spMkLst>
        </pc:spChg>
        <pc:spChg chg="add mod topLvl">
          <ac:chgData name="Arcangeli, Gino" userId="c3eeb981-900c-4ae5-b418-5adab2bf0312" providerId="ADAL" clId="{C947944C-207D-4E65-AAD6-C5ADE53316DF}" dt="2021-04-15T19:17:31.511" v="2599" actId="165"/>
          <ac:spMkLst>
            <pc:docMk/>
            <pc:sldMk cId="4020844815" sldId="10114"/>
            <ac:spMk id="89" creationId="{E822C7D3-F865-45B3-8ECF-D2AA4E8B2853}"/>
          </ac:spMkLst>
        </pc:spChg>
        <pc:spChg chg="mod ord topLvl">
          <ac:chgData name="Arcangeli, Gino" userId="c3eeb981-900c-4ae5-b418-5adab2bf0312" providerId="ADAL" clId="{C947944C-207D-4E65-AAD6-C5ADE53316DF}" dt="2021-04-15T14:16:19.929" v="2399" actId="1076"/>
          <ac:spMkLst>
            <pc:docMk/>
            <pc:sldMk cId="4020844815" sldId="10114"/>
            <ac:spMk id="92" creationId="{003931D3-C869-411D-ADA1-601126D3DC4F}"/>
          </ac:spMkLst>
        </pc:spChg>
        <pc:spChg chg="del mod topLvl">
          <ac:chgData name="Arcangeli, Gino" userId="c3eeb981-900c-4ae5-b418-5adab2bf0312" providerId="ADAL" clId="{C947944C-207D-4E65-AAD6-C5ADE53316DF}" dt="2021-04-15T12:46:29.201" v="377" actId="478"/>
          <ac:spMkLst>
            <pc:docMk/>
            <pc:sldMk cId="4020844815" sldId="10114"/>
            <ac:spMk id="98" creationId="{E15508EA-D27B-4F5A-ADD8-256BBFC90B8F}"/>
          </ac:spMkLst>
        </pc:spChg>
        <pc:spChg chg="del mod topLvl">
          <ac:chgData name="Arcangeli, Gino" userId="c3eeb981-900c-4ae5-b418-5adab2bf0312" providerId="ADAL" clId="{C947944C-207D-4E65-AAD6-C5ADE53316DF}" dt="2021-04-15T13:04:41.582" v="924" actId="478"/>
          <ac:spMkLst>
            <pc:docMk/>
            <pc:sldMk cId="4020844815" sldId="10114"/>
            <ac:spMk id="100" creationId="{7E6568A2-A284-430D-87DC-DE4058F146CD}"/>
          </ac:spMkLst>
        </pc:spChg>
        <pc:spChg chg="del mod topLvl">
          <ac:chgData name="Arcangeli, Gino" userId="c3eeb981-900c-4ae5-b418-5adab2bf0312" providerId="ADAL" clId="{C947944C-207D-4E65-AAD6-C5ADE53316DF}" dt="2021-04-15T13:28:32.893" v="1555" actId="478"/>
          <ac:spMkLst>
            <pc:docMk/>
            <pc:sldMk cId="4020844815" sldId="10114"/>
            <ac:spMk id="102" creationId="{DB3C488A-F118-44C4-9AD8-54F3F3801440}"/>
          </ac:spMkLst>
        </pc:spChg>
        <pc:spChg chg="del mod">
          <ac:chgData name="Arcangeli, Gino" userId="c3eeb981-900c-4ae5-b418-5adab2bf0312" providerId="ADAL" clId="{C947944C-207D-4E65-AAD6-C5ADE53316DF}" dt="2021-04-15T13:33:57.557" v="1709" actId="478"/>
          <ac:spMkLst>
            <pc:docMk/>
            <pc:sldMk cId="4020844815" sldId="10114"/>
            <ac:spMk id="104" creationId="{46243984-F306-45F0-97A7-D822927DC029}"/>
          </ac:spMkLst>
        </pc:spChg>
        <pc:spChg chg="del mod">
          <ac:chgData name="Arcangeli, Gino" userId="c3eeb981-900c-4ae5-b418-5adab2bf0312" providerId="ADAL" clId="{C947944C-207D-4E65-AAD6-C5ADE53316DF}" dt="2021-04-15T13:33:47.938" v="1707" actId="478"/>
          <ac:spMkLst>
            <pc:docMk/>
            <pc:sldMk cId="4020844815" sldId="10114"/>
            <ac:spMk id="107" creationId="{E69DF09D-B878-44FB-B2E8-356328809C7D}"/>
          </ac:spMkLst>
        </pc:spChg>
        <pc:spChg chg="del mod topLvl">
          <ac:chgData name="Arcangeli, Gino" userId="c3eeb981-900c-4ae5-b418-5adab2bf0312" providerId="ADAL" clId="{C947944C-207D-4E65-AAD6-C5ADE53316DF}" dt="2021-04-15T13:34:03.235" v="1711" actId="478"/>
          <ac:spMkLst>
            <pc:docMk/>
            <pc:sldMk cId="4020844815" sldId="10114"/>
            <ac:spMk id="111" creationId="{6C30C3EA-450B-4E18-BB0E-1B67F525DA5C}"/>
          </ac:spMkLst>
        </pc:spChg>
        <pc:spChg chg="mod">
          <ac:chgData name="Arcangeli, Gino" userId="c3eeb981-900c-4ae5-b418-5adab2bf0312" providerId="ADAL" clId="{C947944C-207D-4E65-AAD6-C5ADE53316DF}" dt="2021-04-15T12:54:08.291" v="583" actId="165"/>
          <ac:spMkLst>
            <pc:docMk/>
            <pc:sldMk cId="4020844815" sldId="10114"/>
            <ac:spMk id="115" creationId="{34255814-4F4B-4A75-A1F4-7454FA725AF1}"/>
          </ac:spMkLst>
        </pc:spChg>
        <pc:spChg chg="mod">
          <ac:chgData name="Arcangeli, Gino" userId="c3eeb981-900c-4ae5-b418-5adab2bf0312" providerId="ADAL" clId="{C947944C-207D-4E65-AAD6-C5ADE53316DF}" dt="2021-04-15T19:17:31.511" v="2599" actId="165"/>
          <ac:spMkLst>
            <pc:docMk/>
            <pc:sldMk cId="4020844815" sldId="10114"/>
            <ac:spMk id="117" creationId="{444D05A3-3B5D-40F1-912B-E1F8212B80A9}"/>
          </ac:spMkLst>
        </pc:spChg>
        <pc:spChg chg="mod topLvl">
          <ac:chgData name="Arcangeli, Gino" userId="c3eeb981-900c-4ae5-b418-5adab2bf0312" providerId="ADAL" clId="{C947944C-207D-4E65-AAD6-C5ADE53316DF}" dt="2021-04-15T19:17:31.511" v="2599" actId="165"/>
          <ac:spMkLst>
            <pc:docMk/>
            <pc:sldMk cId="4020844815" sldId="10114"/>
            <ac:spMk id="118" creationId="{59A6251D-0F75-4583-8ECA-2DF774925F3D}"/>
          </ac:spMkLst>
        </pc:spChg>
        <pc:spChg chg="add mod topLvl">
          <ac:chgData name="Arcangeli, Gino" userId="c3eeb981-900c-4ae5-b418-5adab2bf0312" providerId="ADAL" clId="{C947944C-207D-4E65-AAD6-C5ADE53316DF}" dt="2021-04-15T19:17:31.511" v="2599" actId="165"/>
          <ac:spMkLst>
            <pc:docMk/>
            <pc:sldMk cId="4020844815" sldId="10114"/>
            <ac:spMk id="122" creationId="{DA1533CE-3DC6-4543-B494-A8DAD9ECFD67}"/>
          </ac:spMkLst>
        </pc:spChg>
        <pc:spChg chg="mod">
          <ac:chgData name="Arcangeli, Gino" userId="c3eeb981-900c-4ae5-b418-5adab2bf0312" providerId="ADAL" clId="{C947944C-207D-4E65-AAD6-C5ADE53316DF}" dt="2021-04-15T12:54:08.291" v="583" actId="165"/>
          <ac:spMkLst>
            <pc:docMk/>
            <pc:sldMk cId="4020844815" sldId="10114"/>
            <ac:spMk id="124" creationId="{70F4856C-6810-4743-B6FB-7548BE8B0604}"/>
          </ac:spMkLst>
        </pc:spChg>
        <pc:spChg chg="mod topLvl">
          <ac:chgData name="Arcangeli, Gino" userId="c3eeb981-900c-4ae5-b418-5adab2bf0312" providerId="ADAL" clId="{C947944C-207D-4E65-AAD6-C5ADE53316DF}" dt="2021-04-15T19:17:31.511" v="2599" actId="165"/>
          <ac:spMkLst>
            <pc:docMk/>
            <pc:sldMk cId="4020844815" sldId="10114"/>
            <ac:spMk id="132" creationId="{BDF8F8A4-6155-44E0-8442-E6D1145303CA}"/>
          </ac:spMkLst>
        </pc:spChg>
        <pc:spChg chg="mod topLvl">
          <ac:chgData name="Arcangeli, Gino" userId="c3eeb981-900c-4ae5-b418-5adab2bf0312" providerId="ADAL" clId="{C947944C-207D-4E65-AAD6-C5ADE53316DF}" dt="2021-04-15T19:17:31.511" v="2599" actId="165"/>
          <ac:spMkLst>
            <pc:docMk/>
            <pc:sldMk cId="4020844815" sldId="10114"/>
            <ac:spMk id="133" creationId="{E75BC04F-7732-457F-9600-C6BA87724B43}"/>
          </ac:spMkLst>
        </pc:spChg>
        <pc:spChg chg="mod topLvl">
          <ac:chgData name="Arcangeli, Gino" userId="c3eeb981-900c-4ae5-b418-5adab2bf0312" providerId="ADAL" clId="{C947944C-207D-4E65-AAD6-C5ADE53316DF}" dt="2021-04-15T19:17:31.511" v="2599" actId="165"/>
          <ac:spMkLst>
            <pc:docMk/>
            <pc:sldMk cId="4020844815" sldId="10114"/>
            <ac:spMk id="134" creationId="{FFC5D0C4-7CFD-402F-A977-5E60A4011ED7}"/>
          </ac:spMkLst>
        </pc:spChg>
        <pc:spChg chg="mod topLvl">
          <ac:chgData name="Arcangeli, Gino" userId="c3eeb981-900c-4ae5-b418-5adab2bf0312" providerId="ADAL" clId="{C947944C-207D-4E65-AAD6-C5ADE53316DF}" dt="2021-04-15T19:17:31.511" v="2599" actId="165"/>
          <ac:spMkLst>
            <pc:docMk/>
            <pc:sldMk cId="4020844815" sldId="10114"/>
            <ac:spMk id="135" creationId="{F8BC4242-B37D-416A-8A1E-D257F7699C8E}"/>
          </ac:spMkLst>
        </pc:spChg>
        <pc:spChg chg="mod topLvl">
          <ac:chgData name="Arcangeli, Gino" userId="c3eeb981-900c-4ae5-b418-5adab2bf0312" providerId="ADAL" clId="{C947944C-207D-4E65-AAD6-C5ADE53316DF}" dt="2021-04-15T19:17:31.511" v="2599" actId="165"/>
          <ac:spMkLst>
            <pc:docMk/>
            <pc:sldMk cId="4020844815" sldId="10114"/>
            <ac:spMk id="136" creationId="{593371A4-4309-4201-8195-6C5A041CD6FA}"/>
          </ac:spMkLst>
        </pc:spChg>
        <pc:spChg chg="mod topLvl">
          <ac:chgData name="Arcangeli, Gino" userId="c3eeb981-900c-4ae5-b418-5adab2bf0312" providerId="ADAL" clId="{C947944C-207D-4E65-AAD6-C5ADE53316DF}" dt="2021-04-15T19:17:31.511" v="2599" actId="165"/>
          <ac:spMkLst>
            <pc:docMk/>
            <pc:sldMk cId="4020844815" sldId="10114"/>
            <ac:spMk id="137" creationId="{510F69C5-CB17-4C42-AF22-C97164D07D3C}"/>
          </ac:spMkLst>
        </pc:spChg>
        <pc:spChg chg="mod topLvl">
          <ac:chgData name="Arcangeli, Gino" userId="c3eeb981-900c-4ae5-b418-5adab2bf0312" providerId="ADAL" clId="{C947944C-207D-4E65-AAD6-C5ADE53316DF}" dt="2021-04-15T19:17:31.511" v="2599" actId="165"/>
          <ac:spMkLst>
            <pc:docMk/>
            <pc:sldMk cId="4020844815" sldId="10114"/>
            <ac:spMk id="138" creationId="{F4F24F5C-5320-4011-9253-AF7EA3631F96}"/>
          </ac:spMkLst>
        </pc:spChg>
        <pc:spChg chg="mod topLvl">
          <ac:chgData name="Arcangeli, Gino" userId="c3eeb981-900c-4ae5-b418-5adab2bf0312" providerId="ADAL" clId="{C947944C-207D-4E65-AAD6-C5ADE53316DF}" dt="2021-04-15T19:17:31.511" v="2599" actId="165"/>
          <ac:spMkLst>
            <pc:docMk/>
            <pc:sldMk cId="4020844815" sldId="10114"/>
            <ac:spMk id="139" creationId="{4D71135D-4BB5-4913-92CC-21773D44AB56}"/>
          </ac:spMkLst>
        </pc:spChg>
        <pc:spChg chg="mod">
          <ac:chgData name="Arcangeli, Gino" userId="c3eeb981-900c-4ae5-b418-5adab2bf0312" providerId="ADAL" clId="{C947944C-207D-4E65-AAD6-C5ADE53316DF}" dt="2021-04-15T19:17:31.511" v="2599" actId="165"/>
          <ac:spMkLst>
            <pc:docMk/>
            <pc:sldMk cId="4020844815" sldId="10114"/>
            <ac:spMk id="150" creationId="{F0F0A051-8ABE-43A6-86EC-81E9EBC4578F}"/>
          </ac:spMkLst>
        </pc:spChg>
        <pc:spChg chg="add del mod">
          <ac:chgData name="Arcangeli, Gino" userId="c3eeb981-900c-4ae5-b418-5adab2bf0312" providerId="ADAL" clId="{C947944C-207D-4E65-AAD6-C5ADE53316DF}" dt="2021-04-15T13:35:10.558" v="1737" actId="478"/>
          <ac:spMkLst>
            <pc:docMk/>
            <pc:sldMk cId="4020844815" sldId="10114"/>
            <ac:spMk id="154" creationId="{8AACE64B-982A-47D2-A905-B508E62BE239}"/>
          </ac:spMkLst>
        </pc:spChg>
        <pc:spChg chg="add mod topLvl">
          <ac:chgData name="Arcangeli, Gino" userId="c3eeb981-900c-4ae5-b418-5adab2bf0312" providerId="ADAL" clId="{C947944C-207D-4E65-AAD6-C5ADE53316DF}" dt="2021-04-15T19:17:31.511" v="2599" actId="165"/>
          <ac:spMkLst>
            <pc:docMk/>
            <pc:sldMk cId="4020844815" sldId="10114"/>
            <ac:spMk id="160" creationId="{57CD25CD-CDFF-4F7C-BBFC-3C1E912A6B77}"/>
          </ac:spMkLst>
        </pc:spChg>
        <pc:spChg chg="add del mod">
          <ac:chgData name="Arcangeli, Gino" userId="c3eeb981-900c-4ae5-b418-5adab2bf0312" providerId="ADAL" clId="{C947944C-207D-4E65-AAD6-C5ADE53316DF}" dt="2021-04-15T13:33:26.729" v="1706" actId="478"/>
          <ac:spMkLst>
            <pc:docMk/>
            <pc:sldMk cId="4020844815" sldId="10114"/>
            <ac:spMk id="164" creationId="{DAA86F65-1BF7-460C-906B-803864062F61}"/>
          </ac:spMkLst>
        </pc:spChg>
        <pc:spChg chg="add mod topLvl">
          <ac:chgData name="Arcangeli, Gino" userId="c3eeb981-900c-4ae5-b418-5adab2bf0312" providerId="ADAL" clId="{C947944C-207D-4E65-AAD6-C5ADE53316DF}" dt="2021-04-15T19:17:31.511" v="2599" actId="165"/>
          <ac:spMkLst>
            <pc:docMk/>
            <pc:sldMk cId="4020844815" sldId="10114"/>
            <ac:spMk id="179" creationId="{097C29B0-F5D8-4414-9093-FEB2C47CE0F8}"/>
          </ac:spMkLst>
        </pc:spChg>
        <pc:spChg chg="mod topLvl">
          <ac:chgData name="Arcangeli, Gino" userId="c3eeb981-900c-4ae5-b418-5adab2bf0312" providerId="ADAL" clId="{C947944C-207D-4E65-AAD6-C5ADE53316DF}" dt="2021-04-15T19:17:31.511" v="2599" actId="165"/>
          <ac:spMkLst>
            <pc:docMk/>
            <pc:sldMk cId="4020844815" sldId="10114"/>
            <ac:spMk id="181" creationId="{1F88A62B-D9B5-4FF2-A4AF-701DA6BCB099}"/>
          </ac:spMkLst>
        </pc:spChg>
        <pc:spChg chg="mod topLvl">
          <ac:chgData name="Arcangeli, Gino" userId="c3eeb981-900c-4ae5-b418-5adab2bf0312" providerId="ADAL" clId="{C947944C-207D-4E65-AAD6-C5ADE53316DF}" dt="2021-04-15T19:17:31.511" v="2599" actId="165"/>
          <ac:spMkLst>
            <pc:docMk/>
            <pc:sldMk cId="4020844815" sldId="10114"/>
            <ac:spMk id="182" creationId="{7BF3D945-91FB-41F8-9FDD-BBFFD5F191C3}"/>
          </ac:spMkLst>
        </pc:spChg>
        <pc:spChg chg="mod">
          <ac:chgData name="Arcangeli, Gino" userId="c3eeb981-900c-4ae5-b418-5adab2bf0312" providerId="ADAL" clId="{C947944C-207D-4E65-AAD6-C5ADE53316DF}" dt="2021-04-15T19:17:31.511" v="2599" actId="165"/>
          <ac:spMkLst>
            <pc:docMk/>
            <pc:sldMk cId="4020844815" sldId="10114"/>
            <ac:spMk id="191" creationId="{233F00C5-B6FE-491A-9CCE-B2A5089A810B}"/>
          </ac:spMkLst>
        </pc:spChg>
        <pc:spChg chg="add mod topLvl">
          <ac:chgData name="Arcangeli, Gino" userId="c3eeb981-900c-4ae5-b418-5adab2bf0312" providerId="ADAL" clId="{C947944C-207D-4E65-AAD6-C5ADE53316DF}" dt="2021-04-15T19:17:31.511" v="2599" actId="165"/>
          <ac:spMkLst>
            <pc:docMk/>
            <pc:sldMk cId="4020844815" sldId="10114"/>
            <ac:spMk id="197" creationId="{699628DF-37AA-4089-B161-96B26A1671E7}"/>
          </ac:spMkLst>
        </pc:spChg>
        <pc:spChg chg="mod topLvl">
          <ac:chgData name="Arcangeli, Gino" userId="c3eeb981-900c-4ae5-b418-5adab2bf0312" providerId="ADAL" clId="{C947944C-207D-4E65-AAD6-C5ADE53316DF}" dt="2021-04-15T19:19:26.877" v="2637" actId="20577"/>
          <ac:spMkLst>
            <pc:docMk/>
            <pc:sldMk cId="4020844815" sldId="10114"/>
            <ac:spMk id="206" creationId="{9219E498-1061-419E-BD5F-0CE494253CB8}"/>
          </ac:spMkLst>
        </pc:spChg>
        <pc:spChg chg="mod">
          <ac:chgData name="Arcangeli, Gino" userId="c3eeb981-900c-4ae5-b418-5adab2bf0312" providerId="ADAL" clId="{C947944C-207D-4E65-AAD6-C5ADE53316DF}" dt="2021-04-15T13:29:18.188" v="1601" actId="20577"/>
          <ac:spMkLst>
            <pc:docMk/>
            <pc:sldMk cId="4020844815" sldId="10114"/>
            <ac:spMk id="211" creationId="{E305312C-8636-4B9F-A3BB-94DEDF54662F}"/>
          </ac:spMkLst>
        </pc:spChg>
        <pc:spChg chg="mod">
          <ac:chgData name="Arcangeli, Gino" userId="c3eeb981-900c-4ae5-b418-5adab2bf0312" providerId="ADAL" clId="{C947944C-207D-4E65-AAD6-C5ADE53316DF}" dt="2021-04-15T13:30:15.038" v="1656" actId="20577"/>
          <ac:spMkLst>
            <pc:docMk/>
            <pc:sldMk cId="4020844815" sldId="10114"/>
            <ac:spMk id="214" creationId="{D3ACF440-B127-4D04-9174-BD6C4E795B47}"/>
          </ac:spMkLst>
        </pc:spChg>
        <pc:spChg chg="mod">
          <ac:chgData name="Arcangeli, Gino" userId="c3eeb981-900c-4ae5-b418-5adab2bf0312" providerId="ADAL" clId="{C947944C-207D-4E65-AAD6-C5ADE53316DF}" dt="2021-04-15T14:04:40.230" v="2357" actId="165"/>
          <ac:spMkLst>
            <pc:docMk/>
            <pc:sldMk cId="4020844815" sldId="10114"/>
            <ac:spMk id="218" creationId="{A6600964-DBBB-4DF6-8EE9-55E79641A6F9}"/>
          </ac:spMkLst>
        </pc:spChg>
        <pc:spChg chg="mod">
          <ac:chgData name="Arcangeli, Gino" userId="c3eeb981-900c-4ae5-b418-5adab2bf0312" providerId="ADAL" clId="{C947944C-207D-4E65-AAD6-C5ADE53316DF}" dt="2021-04-15T19:17:31.511" v="2599" actId="165"/>
          <ac:spMkLst>
            <pc:docMk/>
            <pc:sldMk cId="4020844815" sldId="10114"/>
            <ac:spMk id="221" creationId="{4A7691C6-044F-4C3D-B432-196E4470CF96}"/>
          </ac:spMkLst>
        </pc:spChg>
        <pc:spChg chg="mod">
          <ac:chgData name="Arcangeli, Gino" userId="c3eeb981-900c-4ae5-b418-5adab2bf0312" providerId="ADAL" clId="{C947944C-207D-4E65-AAD6-C5ADE53316DF}" dt="2021-04-15T19:18:35.304" v="2627" actId="20577"/>
          <ac:spMkLst>
            <pc:docMk/>
            <pc:sldMk cId="4020844815" sldId="10114"/>
            <ac:spMk id="225" creationId="{1840481C-46AC-4AF5-B88D-93FF0C95BC23}"/>
          </ac:spMkLst>
        </pc:spChg>
        <pc:spChg chg="add mod topLvl">
          <ac:chgData name="Arcangeli, Gino" userId="c3eeb981-900c-4ae5-b418-5adab2bf0312" providerId="ADAL" clId="{C947944C-207D-4E65-AAD6-C5ADE53316DF}" dt="2021-04-15T19:17:31.511" v="2599" actId="165"/>
          <ac:spMkLst>
            <pc:docMk/>
            <pc:sldMk cId="4020844815" sldId="10114"/>
            <ac:spMk id="238" creationId="{90059D8E-7B4D-4AAA-A29D-77BBE8D8D776}"/>
          </ac:spMkLst>
        </pc:spChg>
        <pc:spChg chg="mod">
          <ac:chgData name="Arcangeli, Gino" userId="c3eeb981-900c-4ae5-b418-5adab2bf0312" providerId="ADAL" clId="{C947944C-207D-4E65-AAD6-C5ADE53316DF}" dt="2021-04-15T19:17:31.511" v="2599" actId="165"/>
          <ac:spMkLst>
            <pc:docMk/>
            <pc:sldMk cId="4020844815" sldId="10114"/>
            <ac:spMk id="257" creationId="{E9F2EB54-361D-4148-9B68-279955170A1E}"/>
          </ac:spMkLst>
        </pc:spChg>
        <pc:spChg chg="add mod topLvl">
          <ac:chgData name="Arcangeli, Gino" userId="c3eeb981-900c-4ae5-b418-5adab2bf0312" providerId="ADAL" clId="{C947944C-207D-4E65-AAD6-C5ADE53316DF}" dt="2021-04-15T19:17:31.511" v="2599" actId="165"/>
          <ac:spMkLst>
            <pc:docMk/>
            <pc:sldMk cId="4020844815" sldId="10114"/>
            <ac:spMk id="259" creationId="{DC832629-7575-4FD0-BC68-E7EBCB382F65}"/>
          </ac:spMkLst>
        </pc:spChg>
        <pc:spChg chg="mod ord">
          <ac:chgData name="Arcangeli, Gino" userId="c3eeb981-900c-4ae5-b418-5adab2bf0312" providerId="ADAL" clId="{C947944C-207D-4E65-AAD6-C5ADE53316DF}" dt="2021-04-15T19:18:00.123" v="2616" actId="20577"/>
          <ac:spMkLst>
            <pc:docMk/>
            <pc:sldMk cId="4020844815" sldId="10114"/>
            <ac:spMk id="278" creationId="{513CE483-5EE5-4626-ABB8-64C863F6F116}"/>
          </ac:spMkLst>
        </pc:spChg>
        <pc:spChg chg="add mod topLvl">
          <ac:chgData name="Arcangeli, Gino" userId="c3eeb981-900c-4ae5-b418-5adab2bf0312" providerId="ADAL" clId="{C947944C-207D-4E65-AAD6-C5ADE53316DF}" dt="2021-04-15T19:17:31.511" v="2599" actId="165"/>
          <ac:spMkLst>
            <pc:docMk/>
            <pc:sldMk cId="4020844815" sldId="10114"/>
            <ac:spMk id="297" creationId="{928B1CE9-9D32-404E-A63B-C04D02131361}"/>
          </ac:spMkLst>
        </pc:spChg>
        <pc:spChg chg="add mod topLvl">
          <ac:chgData name="Arcangeli, Gino" userId="c3eeb981-900c-4ae5-b418-5adab2bf0312" providerId="ADAL" clId="{C947944C-207D-4E65-AAD6-C5ADE53316DF}" dt="2021-04-15T19:17:31.511" v="2599" actId="165"/>
          <ac:spMkLst>
            <pc:docMk/>
            <pc:sldMk cId="4020844815" sldId="10114"/>
            <ac:spMk id="298" creationId="{1BBB72C5-94CB-4A8F-93B5-E4505BAB083C}"/>
          </ac:spMkLst>
        </pc:spChg>
        <pc:spChg chg="add mod topLvl">
          <ac:chgData name="Arcangeli, Gino" userId="c3eeb981-900c-4ae5-b418-5adab2bf0312" providerId="ADAL" clId="{C947944C-207D-4E65-AAD6-C5ADE53316DF}" dt="2021-04-15T19:17:31.511" v="2599" actId="165"/>
          <ac:spMkLst>
            <pc:docMk/>
            <pc:sldMk cId="4020844815" sldId="10114"/>
            <ac:spMk id="299" creationId="{A06FE25C-C18E-49B1-9BF6-38255F83F311}"/>
          </ac:spMkLst>
        </pc:spChg>
        <pc:spChg chg="add mod topLvl">
          <ac:chgData name="Arcangeli, Gino" userId="c3eeb981-900c-4ae5-b418-5adab2bf0312" providerId="ADAL" clId="{C947944C-207D-4E65-AAD6-C5ADE53316DF}" dt="2021-04-15T19:17:31.511" v="2599" actId="165"/>
          <ac:spMkLst>
            <pc:docMk/>
            <pc:sldMk cId="4020844815" sldId="10114"/>
            <ac:spMk id="300" creationId="{DBCEA13E-833C-41E0-A21C-F80DD1DA4A46}"/>
          </ac:spMkLst>
        </pc:spChg>
        <pc:spChg chg="add mod topLvl">
          <ac:chgData name="Arcangeli, Gino" userId="c3eeb981-900c-4ae5-b418-5adab2bf0312" providerId="ADAL" clId="{C947944C-207D-4E65-AAD6-C5ADE53316DF}" dt="2021-04-15T19:17:31.511" v="2599" actId="165"/>
          <ac:spMkLst>
            <pc:docMk/>
            <pc:sldMk cId="4020844815" sldId="10114"/>
            <ac:spMk id="301" creationId="{B26D69DF-B258-4B08-9548-3DB40AD26041}"/>
          </ac:spMkLst>
        </pc:spChg>
        <pc:grpChg chg="del mod">
          <ac:chgData name="Arcangeli, Gino" userId="c3eeb981-900c-4ae5-b418-5adab2bf0312" providerId="ADAL" clId="{C947944C-207D-4E65-AAD6-C5ADE53316DF}" dt="2021-04-15T12:28:11.575" v="2" actId="165"/>
          <ac:grpSpMkLst>
            <pc:docMk/>
            <pc:sldMk cId="4020844815" sldId="10114"/>
            <ac:grpSpMk id="4" creationId="{17C6AE82-2DF9-494E-AEF8-B0FC82583E22}"/>
          </ac:grpSpMkLst>
        </pc:grpChg>
        <pc:grpChg chg="add mod topLvl">
          <ac:chgData name="Arcangeli, Gino" userId="c3eeb981-900c-4ae5-b418-5adab2bf0312" providerId="ADAL" clId="{C947944C-207D-4E65-AAD6-C5ADE53316DF}" dt="2021-04-15T19:17:31.511" v="2599" actId="165"/>
          <ac:grpSpMkLst>
            <pc:docMk/>
            <pc:sldMk cId="4020844815" sldId="10114"/>
            <ac:grpSpMk id="39" creationId="{00BEC9AD-AA90-4004-88D4-BA11C4DE13DE}"/>
          </ac:grpSpMkLst>
        </pc:grpChg>
        <pc:grpChg chg="add del mod topLvl">
          <ac:chgData name="Arcangeli, Gino" userId="c3eeb981-900c-4ae5-b418-5adab2bf0312" providerId="ADAL" clId="{C947944C-207D-4E65-AAD6-C5ADE53316DF}" dt="2021-04-15T13:34:03.235" v="1711" actId="478"/>
          <ac:grpSpMkLst>
            <pc:docMk/>
            <pc:sldMk cId="4020844815" sldId="10114"/>
            <ac:grpSpMk id="63" creationId="{E3FA4165-C7B7-47D2-8EFB-2D27A1465BE3}"/>
          </ac:grpSpMkLst>
        </pc:grpChg>
        <pc:grpChg chg="del mod">
          <ac:chgData name="Arcangeli, Gino" userId="c3eeb981-900c-4ae5-b418-5adab2bf0312" providerId="ADAL" clId="{C947944C-207D-4E65-AAD6-C5ADE53316DF}" dt="2021-04-15T13:33:53.186" v="1708" actId="478"/>
          <ac:grpSpMkLst>
            <pc:docMk/>
            <pc:sldMk cId="4020844815" sldId="10114"/>
            <ac:grpSpMk id="94" creationId="{CDE3EBDA-E6AB-4F67-A6AC-A9A642CFF300}"/>
          </ac:grpSpMkLst>
        </pc:grpChg>
        <pc:grpChg chg="add del mod topLvl">
          <ac:chgData name="Arcangeli, Gino" userId="c3eeb981-900c-4ae5-b418-5adab2bf0312" providerId="ADAL" clId="{C947944C-207D-4E65-AAD6-C5ADE53316DF}" dt="2021-04-15T12:29:10.768" v="43" actId="165"/>
          <ac:grpSpMkLst>
            <pc:docMk/>
            <pc:sldMk cId="4020844815" sldId="10114"/>
            <ac:grpSpMk id="96" creationId="{ED1894DF-BA40-46F1-9F1E-03FA672718E6}"/>
          </ac:grpSpMkLst>
        </pc:grpChg>
        <pc:grpChg chg="del mod">
          <ac:chgData name="Arcangeli, Gino" userId="c3eeb981-900c-4ae5-b418-5adab2bf0312" providerId="ADAL" clId="{C947944C-207D-4E65-AAD6-C5ADE53316DF}" dt="2021-04-15T13:33:47.938" v="1707" actId="478"/>
          <ac:grpSpMkLst>
            <pc:docMk/>
            <pc:sldMk cId="4020844815" sldId="10114"/>
            <ac:grpSpMk id="106" creationId="{5F676D7E-616A-48D7-9523-22B73F837CDA}"/>
          </ac:grpSpMkLst>
        </pc:grpChg>
        <pc:grpChg chg="del mod">
          <ac:chgData name="Arcangeli, Gino" userId="c3eeb981-900c-4ae5-b418-5adab2bf0312" providerId="ADAL" clId="{C947944C-207D-4E65-AAD6-C5ADE53316DF}" dt="2021-04-15T13:34:00.854" v="1710" actId="478"/>
          <ac:grpSpMkLst>
            <pc:docMk/>
            <pc:sldMk cId="4020844815" sldId="10114"/>
            <ac:grpSpMk id="109" creationId="{3195E59C-4B9C-455B-A0AA-2AA3B790FE2E}"/>
          </ac:grpSpMkLst>
        </pc:grpChg>
        <pc:grpChg chg="del mod topLvl">
          <ac:chgData name="Arcangeli, Gino" userId="c3eeb981-900c-4ae5-b418-5adab2bf0312" providerId="ADAL" clId="{C947944C-207D-4E65-AAD6-C5ADE53316DF}" dt="2021-04-15T13:34:51.161" v="1732" actId="478"/>
          <ac:grpSpMkLst>
            <pc:docMk/>
            <pc:sldMk cId="4020844815" sldId="10114"/>
            <ac:grpSpMk id="113" creationId="{5F323516-2378-4BD6-B777-6123A2F8AE82}"/>
          </ac:grpSpMkLst>
        </pc:grpChg>
        <pc:grpChg chg="del mod topLvl">
          <ac:chgData name="Arcangeli, Gino" userId="c3eeb981-900c-4ae5-b418-5adab2bf0312" providerId="ADAL" clId="{C947944C-207D-4E65-AAD6-C5ADE53316DF}" dt="2021-04-15T13:34:53.325" v="1733" actId="478"/>
          <ac:grpSpMkLst>
            <pc:docMk/>
            <pc:sldMk cId="4020844815" sldId="10114"/>
            <ac:grpSpMk id="123" creationId="{FBD52091-322A-4A8B-99D1-10713DCE1DF1}"/>
          </ac:grpSpMkLst>
        </pc:grpChg>
        <pc:grpChg chg="mod">
          <ac:chgData name="Arcangeli, Gino" userId="c3eeb981-900c-4ae5-b418-5adab2bf0312" providerId="ADAL" clId="{C947944C-207D-4E65-AAD6-C5ADE53316DF}" dt="2021-04-15T19:17:31.511" v="2599" actId="165"/>
          <ac:grpSpMkLst>
            <pc:docMk/>
            <pc:sldMk cId="4020844815" sldId="10114"/>
            <ac:grpSpMk id="145" creationId="{BCBDEB0B-714A-4C97-A7B0-2EC64978C820}"/>
          </ac:grpSpMkLst>
        </pc:grpChg>
        <pc:grpChg chg="add del mod">
          <ac:chgData name="Arcangeli, Gino" userId="c3eeb981-900c-4ae5-b418-5adab2bf0312" providerId="ADAL" clId="{C947944C-207D-4E65-AAD6-C5ADE53316DF}" dt="2021-04-15T12:54:08.291" v="583" actId="165"/>
          <ac:grpSpMkLst>
            <pc:docMk/>
            <pc:sldMk cId="4020844815" sldId="10114"/>
            <ac:grpSpMk id="152" creationId="{10FEA999-FCCD-4FDB-8E62-5088B7A17C91}"/>
          </ac:grpSpMkLst>
        </pc:grpChg>
        <pc:grpChg chg="add mod topLvl">
          <ac:chgData name="Arcangeli, Gino" userId="c3eeb981-900c-4ae5-b418-5adab2bf0312" providerId="ADAL" clId="{C947944C-207D-4E65-AAD6-C5ADE53316DF}" dt="2021-04-15T19:17:31.511" v="2599" actId="165"/>
          <ac:grpSpMkLst>
            <pc:docMk/>
            <pc:sldMk cId="4020844815" sldId="10114"/>
            <ac:grpSpMk id="173" creationId="{FC8C0B0B-659D-4B49-A9BA-B86DBD916592}"/>
          </ac:grpSpMkLst>
        </pc:grpChg>
        <pc:grpChg chg="mod topLvl">
          <ac:chgData name="Arcangeli, Gino" userId="c3eeb981-900c-4ae5-b418-5adab2bf0312" providerId="ADAL" clId="{C947944C-207D-4E65-AAD6-C5ADE53316DF}" dt="2021-04-15T19:17:31.511" v="2599" actId="165"/>
          <ac:grpSpMkLst>
            <pc:docMk/>
            <pc:sldMk cId="4020844815" sldId="10114"/>
            <ac:grpSpMk id="184" creationId="{9F3DA134-337F-492F-8FBD-5F46F5F6F9EC}"/>
          </ac:grpSpMkLst>
        </pc:grpChg>
        <pc:grpChg chg="mod topLvl">
          <ac:chgData name="Arcangeli, Gino" userId="c3eeb981-900c-4ae5-b418-5adab2bf0312" providerId="ADAL" clId="{C947944C-207D-4E65-AAD6-C5ADE53316DF}" dt="2021-04-15T19:17:31.511" v="2599" actId="165"/>
          <ac:grpSpMkLst>
            <pc:docMk/>
            <pc:sldMk cId="4020844815" sldId="10114"/>
            <ac:grpSpMk id="185" creationId="{CAF1DB53-4C45-44E0-86FE-2D659798B14D}"/>
          </ac:grpSpMkLst>
        </pc:grpChg>
        <pc:grpChg chg="mod topLvl">
          <ac:chgData name="Arcangeli, Gino" userId="c3eeb981-900c-4ae5-b418-5adab2bf0312" providerId="ADAL" clId="{C947944C-207D-4E65-AAD6-C5ADE53316DF}" dt="2021-04-15T19:17:31.511" v="2599" actId="165"/>
          <ac:grpSpMkLst>
            <pc:docMk/>
            <pc:sldMk cId="4020844815" sldId="10114"/>
            <ac:grpSpMk id="196" creationId="{D00D8EE3-CF7B-409F-B18B-5D17BAF004E8}"/>
          </ac:grpSpMkLst>
        </pc:grpChg>
        <pc:grpChg chg="add del mod topLvl">
          <ac:chgData name="Arcangeli, Gino" userId="c3eeb981-900c-4ae5-b418-5adab2bf0312" providerId="ADAL" clId="{C947944C-207D-4E65-AAD6-C5ADE53316DF}" dt="2021-04-15T19:18:54.854" v="2628" actId="478"/>
          <ac:grpSpMkLst>
            <pc:docMk/>
            <pc:sldMk cId="4020844815" sldId="10114"/>
            <ac:grpSpMk id="205" creationId="{B3AB4903-516D-4BCB-9E49-79B8CB0DF8E5}"/>
          </ac:grpSpMkLst>
        </pc:grpChg>
        <pc:grpChg chg="add del mod">
          <ac:chgData name="Arcangeli, Gino" userId="c3eeb981-900c-4ae5-b418-5adab2bf0312" providerId="ADAL" clId="{C947944C-207D-4E65-AAD6-C5ADE53316DF}" dt="2021-04-15T13:29:19.558" v="1603"/>
          <ac:grpSpMkLst>
            <pc:docMk/>
            <pc:sldMk cId="4020844815" sldId="10114"/>
            <ac:grpSpMk id="210" creationId="{0C94E998-05C4-4621-8BEF-BE244E6B10A4}"/>
          </ac:grpSpMkLst>
        </pc:grpChg>
        <pc:grpChg chg="add del mod">
          <ac:chgData name="Arcangeli, Gino" userId="c3eeb981-900c-4ae5-b418-5adab2bf0312" providerId="ADAL" clId="{C947944C-207D-4E65-AAD6-C5ADE53316DF}" dt="2021-04-15T13:31:45.002" v="1659" actId="478"/>
          <ac:grpSpMkLst>
            <pc:docMk/>
            <pc:sldMk cId="4020844815" sldId="10114"/>
            <ac:grpSpMk id="213" creationId="{F9800FB2-910E-4A25-8816-81C5CC549167}"/>
          </ac:grpSpMkLst>
        </pc:grpChg>
        <pc:grpChg chg="add del mod topLvl">
          <ac:chgData name="Arcangeli, Gino" userId="c3eeb981-900c-4ae5-b418-5adab2bf0312" providerId="ADAL" clId="{C947944C-207D-4E65-AAD6-C5ADE53316DF}" dt="2021-04-15T14:05:42.533" v="2373" actId="21"/>
          <ac:grpSpMkLst>
            <pc:docMk/>
            <pc:sldMk cId="4020844815" sldId="10114"/>
            <ac:grpSpMk id="217" creationId="{4B6464A0-4123-4BEA-99FA-F79CB5510228}"/>
          </ac:grpSpMkLst>
        </pc:grpChg>
        <pc:grpChg chg="add mod topLvl">
          <ac:chgData name="Arcangeli, Gino" userId="c3eeb981-900c-4ae5-b418-5adab2bf0312" providerId="ADAL" clId="{C947944C-207D-4E65-AAD6-C5ADE53316DF}" dt="2021-04-15T19:17:31.511" v="2599" actId="165"/>
          <ac:grpSpMkLst>
            <pc:docMk/>
            <pc:sldMk cId="4020844815" sldId="10114"/>
            <ac:grpSpMk id="220" creationId="{803C42AA-6D08-42B1-87F4-9AA4674CC60A}"/>
          </ac:grpSpMkLst>
        </pc:grpChg>
        <pc:grpChg chg="add mod topLvl">
          <ac:chgData name="Arcangeli, Gino" userId="c3eeb981-900c-4ae5-b418-5adab2bf0312" providerId="ADAL" clId="{C947944C-207D-4E65-AAD6-C5ADE53316DF}" dt="2021-04-15T19:17:31.511" v="2599" actId="165"/>
          <ac:grpSpMkLst>
            <pc:docMk/>
            <pc:sldMk cId="4020844815" sldId="10114"/>
            <ac:grpSpMk id="224" creationId="{532AE8CD-201A-4869-9A61-7A534E96A91D}"/>
          </ac:grpSpMkLst>
        </pc:grpChg>
        <pc:grpChg chg="add mod topLvl">
          <ac:chgData name="Arcangeli, Gino" userId="c3eeb981-900c-4ae5-b418-5adab2bf0312" providerId="ADAL" clId="{C947944C-207D-4E65-AAD6-C5ADE53316DF}" dt="2021-04-15T19:17:31.511" v="2599" actId="165"/>
          <ac:grpSpMkLst>
            <pc:docMk/>
            <pc:sldMk cId="4020844815" sldId="10114"/>
            <ac:grpSpMk id="255" creationId="{6A3B4860-30C9-4BB8-A8CA-0585A2E7C331}"/>
          </ac:grpSpMkLst>
        </pc:grpChg>
        <pc:grpChg chg="add del mod">
          <ac:chgData name="Arcangeli, Gino" userId="c3eeb981-900c-4ae5-b418-5adab2bf0312" providerId="ADAL" clId="{C947944C-207D-4E65-AAD6-C5ADE53316DF}" dt="2021-04-15T14:02:32.470" v="2352" actId="165"/>
          <ac:grpSpMkLst>
            <pc:docMk/>
            <pc:sldMk cId="4020844815" sldId="10114"/>
            <ac:grpSpMk id="275" creationId="{9A794A0A-FDDF-4525-93CE-56D7165984CA}"/>
          </ac:grpSpMkLst>
        </pc:grpChg>
        <pc:grpChg chg="add del mod">
          <ac:chgData name="Arcangeli, Gino" userId="c3eeb981-900c-4ae5-b418-5adab2bf0312" providerId="ADAL" clId="{C947944C-207D-4E65-AAD6-C5ADE53316DF}" dt="2021-04-15T14:04:40.230" v="2357" actId="165"/>
          <ac:grpSpMkLst>
            <pc:docMk/>
            <pc:sldMk cId="4020844815" sldId="10114"/>
            <ac:grpSpMk id="276" creationId="{747E4C5A-B0A8-4F59-B14F-2B7AD1082E41}"/>
          </ac:grpSpMkLst>
        </pc:grpChg>
        <pc:grpChg chg="add del mod topLvl">
          <ac:chgData name="Arcangeli, Gino" userId="c3eeb981-900c-4ae5-b418-5adab2bf0312" providerId="ADAL" clId="{C947944C-207D-4E65-AAD6-C5ADE53316DF}" dt="2021-04-15T19:17:46.243" v="2602" actId="478"/>
          <ac:grpSpMkLst>
            <pc:docMk/>
            <pc:sldMk cId="4020844815" sldId="10114"/>
            <ac:grpSpMk id="277" creationId="{DD29BCFA-4471-4BCE-81B2-96AF109EB087}"/>
          </ac:grpSpMkLst>
        </pc:grpChg>
        <pc:grpChg chg="add del mod ord">
          <ac:chgData name="Arcangeli, Gino" userId="c3eeb981-900c-4ae5-b418-5adab2bf0312" providerId="ADAL" clId="{C947944C-207D-4E65-AAD6-C5ADE53316DF}" dt="2021-04-15T19:17:31.511" v="2599" actId="165"/>
          <ac:grpSpMkLst>
            <pc:docMk/>
            <pc:sldMk cId="4020844815" sldId="10114"/>
            <ac:grpSpMk id="302" creationId="{05A5460F-AE4D-4B07-B7F4-B501EE187958}"/>
          </ac:grpSpMkLst>
        </pc:grpChg>
        <pc:grpChg chg="add mod">
          <ac:chgData name="Arcangeli, Gino" userId="c3eeb981-900c-4ae5-b418-5adab2bf0312" providerId="ADAL" clId="{C947944C-207D-4E65-AAD6-C5ADE53316DF}" dt="2021-04-15T19:17:39.172" v="2600" actId="164"/>
          <ac:grpSpMkLst>
            <pc:docMk/>
            <pc:sldMk cId="4020844815" sldId="10114"/>
            <ac:grpSpMk id="304" creationId="{FA50809F-DAFA-4898-8BBE-7EBB92BADC4C}"/>
          </ac:grpSpMkLst>
        </pc:grpChg>
        <pc:picChg chg="mod topLvl">
          <ac:chgData name="Arcangeli, Gino" userId="c3eeb981-900c-4ae5-b418-5adab2bf0312" providerId="ADAL" clId="{C947944C-207D-4E65-AAD6-C5ADE53316DF}" dt="2021-04-15T19:17:31.511" v="2599" actId="165"/>
          <ac:picMkLst>
            <pc:docMk/>
            <pc:sldMk cId="4020844815" sldId="10114"/>
            <ac:picMk id="7" creationId="{1340CDCF-3191-4EC5-82FC-5D07B2611F69}"/>
          </ac:picMkLst>
        </pc:picChg>
        <pc:picChg chg="del mod">
          <ac:chgData name="Arcangeli, Gino" userId="c3eeb981-900c-4ae5-b418-5adab2bf0312" providerId="ADAL" clId="{C947944C-207D-4E65-AAD6-C5ADE53316DF}" dt="2021-04-15T13:33:53.186" v="1708" actId="478"/>
          <ac:picMkLst>
            <pc:docMk/>
            <pc:sldMk cId="4020844815" sldId="10114"/>
            <ac:picMk id="105" creationId="{4F985B87-951E-46B8-BB29-4AF2FB9360B3}"/>
          </ac:picMkLst>
        </pc:picChg>
        <pc:picChg chg="del mod">
          <ac:chgData name="Arcangeli, Gino" userId="c3eeb981-900c-4ae5-b418-5adab2bf0312" providerId="ADAL" clId="{C947944C-207D-4E65-AAD6-C5ADE53316DF}" dt="2021-04-15T13:33:47.938" v="1707" actId="478"/>
          <ac:picMkLst>
            <pc:docMk/>
            <pc:sldMk cId="4020844815" sldId="10114"/>
            <ac:picMk id="108" creationId="{A3E11D13-E1FC-4725-A9D1-6BC1C4DB4518}"/>
          </ac:picMkLst>
        </pc:picChg>
        <pc:picChg chg="del mod">
          <ac:chgData name="Arcangeli, Gino" userId="c3eeb981-900c-4ae5-b418-5adab2bf0312" providerId="ADAL" clId="{C947944C-207D-4E65-AAD6-C5ADE53316DF}" dt="2021-04-15T13:34:00.854" v="1710" actId="478"/>
          <ac:picMkLst>
            <pc:docMk/>
            <pc:sldMk cId="4020844815" sldId="10114"/>
            <ac:picMk id="110" creationId="{17E5EB1D-2F39-4C35-A3FF-77B33EDCA8E0}"/>
          </ac:picMkLst>
        </pc:picChg>
        <pc:picChg chg="mod">
          <ac:chgData name="Arcangeli, Gino" userId="c3eeb981-900c-4ae5-b418-5adab2bf0312" providerId="ADAL" clId="{C947944C-207D-4E65-AAD6-C5ADE53316DF}" dt="2021-04-15T12:54:08.291" v="583" actId="165"/>
          <ac:picMkLst>
            <pc:docMk/>
            <pc:sldMk cId="4020844815" sldId="10114"/>
            <ac:picMk id="119" creationId="{287DF040-1C3E-46CB-A13B-9EE33874B479}"/>
          </ac:picMkLst>
        </pc:picChg>
        <pc:picChg chg="add mod topLvl">
          <ac:chgData name="Arcangeli, Gino" userId="c3eeb981-900c-4ae5-b418-5adab2bf0312" providerId="ADAL" clId="{C947944C-207D-4E65-AAD6-C5ADE53316DF}" dt="2021-04-15T19:17:31.511" v="2599" actId="165"/>
          <ac:picMkLst>
            <pc:docMk/>
            <pc:sldMk cId="4020844815" sldId="10114"/>
            <ac:picMk id="120" creationId="{30DAD0ED-1F06-4ACE-A960-5B273717A1BC}"/>
          </ac:picMkLst>
        </pc:picChg>
        <pc:picChg chg="add mod topLvl">
          <ac:chgData name="Arcangeli, Gino" userId="c3eeb981-900c-4ae5-b418-5adab2bf0312" providerId="ADAL" clId="{C947944C-207D-4E65-AAD6-C5ADE53316DF}" dt="2021-04-15T19:17:31.511" v="2599" actId="165"/>
          <ac:picMkLst>
            <pc:docMk/>
            <pc:sldMk cId="4020844815" sldId="10114"/>
            <ac:picMk id="121" creationId="{DBA00187-5413-410C-9D01-9BEB69202209}"/>
          </ac:picMkLst>
        </pc:picChg>
        <pc:picChg chg="mod">
          <ac:chgData name="Arcangeli, Gino" userId="c3eeb981-900c-4ae5-b418-5adab2bf0312" providerId="ADAL" clId="{C947944C-207D-4E65-AAD6-C5ADE53316DF}" dt="2021-04-15T12:54:08.291" v="583" actId="165"/>
          <ac:picMkLst>
            <pc:docMk/>
            <pc:sldMk cId="4020844815" sldId="10114"/>
            <ac:picMk id="130" creationId="{3C8D9DCB-5D28-430F-824B-02BBA970697E}"/>
          </ac:picMkLst>
        </pc:picChg>
        <pc:picChg chg="del mod">
          <ac:chgData name="Arcangeli, Gino" userId="c3eeb981-900c-4ae5-b418-5adab2bf0312" providerId="ADAL" clId="{C947944C-207D-4E65-AAD6-C5ADE53316DF}" dt="2021-04-15T12:35:19.252" v="162" actId="478"/>
          <ac:picMkLst>
            <pc:docMk/>
            <pc:sldMk cId="4020844815" sldId="10114"/>
            <ac:picMk id="142" creationId="{96526983-D88B-4214-8C3B-14B14752A28F}"/>
          </ac:picMkLst>
        </pc:picChg>
        <pc:picChg chg="mod topLvl">
          <ac:chgData name="Arcangeli, Gino" userId="c3eeb981-900c-4ae5-b418-5adab2bf0312" providerId="ADAL" clId="{C947944C-207D-4E65-AAD6-C5ADE53316DF}" dt="2021-04-15T19:17:31.511" v="2599" actId="165"/>
          <ac:picMkLst>
            <pc:docMk/>
            <pc:sldMk cId="4020844815" sldId="10114"/>
            <ac:picMk id="143" creationId="{49894EC0-1BF4-4184-8C52-3C9DC5A05A94}"/>
          </ac:picMkLst>
        </pc:picChg>
        <pc:picChg chg="mod topLvl">
          <ac:chgData name="Arcangeli, Gino" userId="c3eeb981-900c-4ae5-b418-5adab2bf0312" providerId="ADAL" clId="{C947944C-207D-4E65-AAD6-C5ADE53316DF}" dt="2021-04-15T19:17:31.511" v="2599" actId="165"/>
          <ac:picMkLst>
            <pc:docMk/>
            <pc:sldMk cId="4020844815" sldId="10114"/>
            <ac:picMk id="144" creationId="{D89760D5-D630-49B0-93A0-9E62D3676AC6}"/>
          </ac:picMkLst>
        </pc:picChg>
        <pc:picChg chg="mod topLvl">
          <ac:chgData name="Arcangeli, Gino" userId="c3eeb981-900c-4ae5-b418-5adab2bf0312" providerId="ADAL" clId="{C947944C-207D-4E65-AAD6-C5ADE53316DF}" dt="2021-04-15T19:17:31.511" v="2599" actId="165"/>
          <ac:picMkLst>
            <pc:docMk/>
            <pc:sldMk cId="4020844815" sldId="10114"/>
            <ac:picMk id="146" creationId="{E4E0DD24-A3B4-497F-90D4-E915D429CF4B}"/>
          </ac:picMkLst>
        </pc:picChg>
        <pc:picChg chg="mod topLvl">
          <ac:chgData name="Arcangeli, Gino" userId="c3eeb981-900c-4ae5-b418-5adab2bf0312" providerId="ADAL" clId="{C947944C-207D-4E65-AAD6-C5ADE53316DF}" dt="2021-04-15T19:17:31.511" v="2599" actId="165"/>
          <ac:picMkLst>
            <pc:docMk/>
            <pc:sldMk cId="4020844815" sldId="10114"/>
            <ac:picMk id="147" creationId="{D79B9A89-698A-48EA-A322-F0D166807B04}"/>
          </ac:picMkLst>
        </pc:picChg>
        <pc:picChg chg="mod">
          <ac:chgData name="Arcangeli, Gino" userId="c3eeb981-900c-4ae5-b418-5adab2bf0312" providerId="ADAL" clId="{C947944C-207D-4E65-AAD6-C5ADE53316DF}" dt="2021-04-15T19:17:31.511" v="2599" actId="165"/>
          <ac:picMkLst>
            <pc:docMk/>
            <pc:sldMk cId="4020844815" sldId="10114"/>
            <ac:picMk id="148" creationId="{AE840148-D24D-40B0-BC38-9CDFB7232199}"/>
          </ac:picMkLst>
        </pc:picChg>
        <pc:picChg chg="mod topLvl">
          <ac:chgData name="Arcangeli, Gino" userId="c3eeb981-900c-4ae5-b418-5adab2bf0312" providerId="ADAL" clId="{C947944C-207D-4E65-AAD6-C5ADE53316DF}" dt="2021-04-15T19:17:31.511" v="2599" actId="165"/>
          <ac:picMkLst>
            <pc:docMk/>
            <pc:sldMk cId="4020844815" sldId="10114"/>
            <ac:picMk id="156" creationId="{E8F6AC9B-20C7-43CC-BA6C-E5E42392F588}"/>
          </ac:picMkLst>
        </pc:picChg>
        <pc:picChg chg="del mod topLvl">
          <ac:chgData name="Arcangeli, Gino" userId="c3eeb981-900c-4ae5-b418-5adab2bf0312" providerId="ADAL" clId="{C947944C-207D-4E65-AAD6-C5ADE53316DF}" dt="2021-04-15T19:18:54.854" v="2628" actId="478"/>
          <ac:picMkLst>
            <pc:docMk/>
            <pc:sldMk cId="4020844815" sldId="10114"/>
            <ac:picMk id="207" creationId="{5C84AC61-1F64-41CE-8EA2-96AAD75E121A}"/>
          </ac:picMkLst>
        </pc:picChg>
        <pc:picChg chg="mod">
          <ac:chgData name="Arcangeli, Gino" userId="c3eeb981-900c-4ae5-b418-5adab2bf0312" providerId="ADAL" clId="{C947944C-207D-4E65-AAD6-C5ADE53316DF}" dt="2021-04-15T13:29:01.331" v="1582"/>
          <ac:picMkLst>
            <pc:docMk/>
            <pc:sldMk cId="4020844815" sldId="10114"/>
            <ac:picMk id="212" creationId="{87E92F0E-D671-4810-BD66-1E001B96C4B7}"/>
          </ac:picMkLst>
        </pc:picChg>
        <pc:picChg chg="mod">
          <ac:chgData name="Arcangeli, Gino" userId="c3eeb981-900c-4ae5-b418-5adab2bf0312" providerId="ADAL" clId="{C947944C-207D-4E65-AAD6-C5ADE53316DF}" dt="2021-04-15T13:30:00.761" v="1640"/>
          <ac:picMkLst>
            <pc:docMk/>
            <pc:sldMk cId="4020844815" sldId="10114"/>
            <ac:picMk id="215" creationId="{E1A590C8-1BCD-4735-AA73-BAA30D2B6792}"/>
          </ac:picMkLst>
        </pc:picChg>
        <pc:picChg chg="mod">
          <ac:chgData name="Arcangeli, Gino" userId="c3eeb981-900c-4ae5-b418-5adab2bf0312" providerId="ADAL" clId="{C947944C-207D-4E65-AAD6-C5ADE53316DF}" dt="2021-04-15T14:04:40.230" v="2357" actId="165"/>
          <ac:picMkLst>
            <pc:docMk/>
            <pc:sldMk cId="4020844815" sldId="10114"/>
            <ac:picMk id="219" creationId="{8259FA99-3D13-4DE7-B596-6C3131EB4C04}"/>
          </ac:picMkLst>
        </pc:picChg>
        <pc:picChg chg="mod">
          <ac:chgData name="Arcangeli, Gino" userId="c3eeb981-900c-4ae5-b418-5adab2bf0312" providerId="ADAL" clId="{C947944C-207D-4E65-AAD6-C5ADE53316DF}" dt="2021-04-15T19:17:31.511" v="2599" actId="165"/>
          <ac:picMkLst>
            <pc:docMk/>
            <pc:sldMk cId="4020844815" sldId="10114"/>
            <ac:picMk id="222" creationId="{11A7371A-3A20-49D5-849A-BCF56141FEDE}"/>
          </ac:picMkLst>
        </pc:picChg>
        <pc:picChg chg="mod">
          <ac:chgData name="Arcangeli, Gino" userId="c3eeb981-900c-4ae5-b418-5adab2bf0312" providerId="ADAL" clId="{C947944C-207D-4E65-AAD6-C5ADE53316DF}" dt="2021-04-15T19:17:31.511" v="2599" actId="165"/>
          <ac:picMkLst>
            <pc:docMk/>
            <pc:sldMk cId="4020844815" sldId="10114"/>
            <ac:picMk id="226" creationId="{3F1E7AE1-2C21-443D-9236-9EAEB3FC11DE}"/>
          </ac:picMkLst>
        </pc:picChg>
        <pc:picChg chg="mod">
          <ac:chgData name="Arcangeli, Gino" userId="c3eeb981-900c-4ae5-b418-5adab2bf0312" providerId="ADAL" clId="{C947944C-207D-4E65-AAD6-C5ADE53316DF}" dt="2021-04-15T19:17:31.511" v="2599" actId="165"/>
          <ac:picMkLst>
            <pc:docMk/>
            <pc:sldMk cId="4020844815" sldId="10114"/>
            <ac:picMk id="256" creationId="{11144AF2-25C9-4BC0-86F4-BEE50F02E8F0}"/>
          </ac:picMkLst>
        </pc:picChg>
        <pc:picChg chg="del mod">
          <ac:chgData name="Arcangeli, Gino" userId="c3eeb981-900c-4ae5-b418-5adab2bf0312" providerId="ADAL" clId="{C947944C-207D-4E65-AAD6-C5ADE53316DF}" dt="2021-04-15T19:17:46.243" v="2602" actId="478"/>
          <ac:picMkLst>
            <pc:docMk/>
            <pc:sldMk cId="4020844815" sldId="10114"/>
            <ac:picMk id="279" creationId="{8DAA956E-207A-461D-B6D6-F1013081005E}"/>
          </ac:picMkLst>
        </pc:picChg>
        <pc:picChg chg="add mod ord">
          <ac:chgData name="Arcangeli, Gino" userId="c3eeb981-900c-4ae5-b418-5adab2bf0312" providerId="ADAL" clId="{C947944C-207D-4E65-AAD6-C5ADE53316DF}" dt="2021-04-15T19:17:43.840" v="2601" actId="167"/>
          <ac:picMkLst>
            <pc:docMk/>
            <pc:sldMk cId="4020844815" sldId="10114"/>
            <ac:picMk id="303" creationId="{348D0506-9741-4CCA-AFA3-C58995AC6DBB}"/>
          </ac:picMkLst>
        </pc:picChg>
        <pc:picChg chg="add mod">
          <ac:chgData name="Arcangeli, Gino" userId="c3eeb981-900c-4ae5-b418-5adab2bf0312" providerId="ADAL" clId="{C947944C-207D-4E65-AAD6-C5ADE53316DF}" dt="2021-04-15T19:19:19.991" v="2631" actId="1076"/>
          <ac:picMkLst>
            <pc:docMk/>
            <pc:sldMk cId="4020844815" sldId="10114"/>
            <ac:picMk id="305" creationId="{6BBBC8B0-9877-4342-A896-4093B3B84C1E}"/>
          </ac:picMkLst>
        </pc:picChg>
        <pc:picChg chg="add del mod">
          <ac:chgData name="Arcangeli, Gino" userId="c3eeb981-900c-4ae5-b418-5adab2bf0312" providerId="ADAL" clId="{C947944C-207D-4E65-AAD6-C5ADE53316DF}" dt="2021-04-15T19:21:02.032" v="2641" actId="478"/>
          <ac:picMkLst>
            <pc:docMk/>
            <pc:sldMk cId="4020844815" sldId="10114"/>
            <ac:picMk id="306" creationId="{DA2AE2CD-9156-4B49-A4B5-EAF5986DC102}"/>
          </ac:picMkLst>
        </pc:picChg>
        <pc:cxnChg chg="add del mod topLvl">
          <ac:chgData name="Arcangeli, Gino" userId="c3eeb981-900c-4ae5-b418-5adab2bf0312" providerId="ADAL" clId="{C947944C-207D-4E65-AAD6-C5ADE53316DF}" dt="2021-04-15T12:55:13.156" v="592" actId="478"/>
          <ac:cxnSpMkLst>
            <pc:docMk/>
            <pc:sldMk cId="4020844815" sldId="10114"/>
            <ac:cxnSpMk id="16" creationId="{12EB6A10-A246-4595-ABD6-596F2871114E}"/>
          </ac:cxnSpMkLst>
        </pc:cxnChg>
        <pc:cxnChg chg="mod topLvl">
          <ac:chgData name="Arcangeli, Gino" userId="c3eeb981-900c-4ae5-b418-5adab2bf0312" providerId="ADAL" clId="{C947944C-207D-4E65-AAD6-C5ADE53316DF}" dt="2021-04-15T19:17:31.511" v="2599" actId="165"/>
          <ac:cxnSpMkLst>
            <pc:docMk/>
            <pc:sldMk cId="4020844815" sldId="10114"/>
            <ac:cxnSpMk id="31" creationId="{B9994196-5BDB-4A0B-A2F5-B68346673D58}"/>
          </ac:cxnSpMkLst>
        </pc:cxnChg>
        <pc:cxnChg chg="mod topLvl">
          <ac:chgData name="Arcangeli, Gino" userId="c3eeb981-900c-4ae5-b418-5adab2bf0312" providerId="ADAL" clId="{C947944C-207D-4E65-AAD6-C5ADE53316DF}" dt="2021-04-15T19:17:31.511" v="2599" actId="165"/>
          <ac:cxnSpMkLst>
            <pc:docMk/>
            <pc:sldMk cId="4020844815" sldId="10114"/>
            <ac:cxnSpMk id="33" creationId="{89F61CA9-BBBD-44B1-86A8-B9E43EE7914C}"/>
          </ac:cxnSpMkLst>
        </pc:cxnChg>
        <pc:cxnChg chg="del mod topLvl">
          <ac:chgData name="Arcangeli, Gino" userId="c3eeb981-900c-4ae5-b418-5adab2bf0312" providerId="ADAL" clId="{C947944C-207D-4E65-AAD6-C5ADE53316DF}" dt="2021-04-15T13:08:47.993" v="1128" actId="478"/>
          <ac:cxnSpMkLst>
            <pc:docMk/>
            <pc:sldMk cId="4020844815" sldId="10114"/>
            <ac:cxnSpMk id="35" creationId="{F46479F6-B98E-4C58-916D-B27AEAC077C8}"/>
          </ac:cxnSpMkLst>
        </pc:cxnChg>
        <pc:cxnChg chg="del mod topLvl">
          <ac:chgData name="Arcangeli, Gino" userId="c3eeb981-900c-4ae5-b418-5adab2bf0312" providerId="ADAL" clId="{C947944C-207D-4E65-AAD6-C5ADE53316DF}" dt="2021-04-15T13:34:55.611" v="1734" actId="478"/>
          <ac:cxnSpMkLst>
            <pc:docMk/>
            <pc:sldMk cId="4020844815" sldId="10114"/>
            <ac:cxnSpMk id="60" creationId="{DE7D48B1-66F5-44E4-BC23-01181CDB6FCA}"/>
          </ac:cxnSpMkLst>
        </pc:cxnChg>
        <pc:cxnChg chg="del mod topLvl">
          <ac:chgData name="Arcangeli, Gino" userId="c3eeb981-900c-4ae5-b418-5adab2bf0312" providerId="ADAL" clId="{C947944C-207D-4E65-AAD6-C5ADE53316DF}" dt="2021-04-15T12:44:57.546" v="362" actId="478"/>
          <ac:cxnSpMkLst>
            <pc:docMk/>
            <pc:sldMk cId="4020844815" sldId="10114"/>
            <ac:cxnSpMk id="64" creationId="{31DA20E9-3258-41B9-91D7-8C8EBCF0E6CA}"/>
          </ac:cxnSpMkLst>
        </pc:cxnChg>
        <pc:cxnChg chg="del mod topLvl">
          <ac:chgData name="Arcangeli, Gino" userId="c3eeb981-900c-4ae5-b418-5adab2bf0312" providerId="ADAL" clId="{C947944C-207D-4E65-AAD6-C5ADE53316DF}" dt="2021-04-15T13:41:07.072" v="1855" actId="478"/>
          <ac:cxnSpMkLst>
            <pc:docMk/>
            <pc:sldMk cId="4020844815" sldId="10114"/>
            <ac:cxnSpMk id="66" creationId="{69234044-658A-43B3-8DED-310ED1664225}"/>
          </ac:cxnSpMkLst>
        </pc:cxnChg>
        <pc:cxnChg chg="del mod topLvl">
          <ac:chgData name="Arcangeli, Gino" userId="c3eeb981-900c-4ae5-b418-5adab2bf0312" providerId="ADAL" clId="{C947944C-207D-4E65-AAD6-C5ADE53316DF}" dt="2021-04-15T13:41:08.757" v="1856" actId="478"/>
          <ac:cxnSpMkLst>
            <pc:docMk/>
            <pc:sldMk cId="4020844815" sldId="10114"/>
            <ac:cxnSpMk id="68" creationId="{0BA44E63-31AE-4035-8F71-8E6E83ACEEA5}"/>
          </ac:cxnSpMkLst>
        </pc:cxnChg>
        <pc:cxnChg chg="del mod topLvl">
          <ac:chgData name="Arcangeli, Gino" userId="c3eeb981-900c-4ae5-b418-5adab2bf0312" providerId="ADAL" clId="{C947944C-207D-4E65-AAD6-C5ADE53316DF}" dt="2021-04-15T13:42:55.708" v="1864" actId="478"/>
          <ac:cxnSpMkLst>
            <pc:docMk/>
            <pc:sldMk cId="4020844815" sldId="10114"/>
            <ac:cxnSpMk id="70" creationId="{28777626-F1AF-4E83-8803-F6BE67084711}"/>
          </ac:cxnSpMkLst>
        </pc:cxnChg>
        <pc:cxnChg chg="mod topLvl">
          <ac:chgData name="Arcangeli, Gino" userId="c3eeb981-900c-4ae5-b418-5adab2bf0312" providerId="ADAL" clId="{C947944C-207D-4E65-AAD6-C5ADE53316DF}" dt="2021-04-15T19:17:31.511" v="2599" actId="165"/>
          <ac:cxnSpMkLst>
            <pc:docMk/>
            <pc:sldMk cId="4020844815" sldId="10114"/>
            <ac:cxnSpMk id="72" creationId="{47E47ADF-0EF3-44E4-A2FB-FB4BFEB3E7A5}"/>
          </ac:cxnSpMkLst>
        </pc:cxnChg>
        <pc:cxnChg chg="add del mod">
          <ac:chgData name="Arcangeli, Gino" userId="c3eeb981-900c-4ae5-b418-5adab2bf0312" providerId="ADAL" clId="{C947944C-207D-4E65-AAD6-C5ADE53316DF}" dt="2021-04-15T12:50:42.398" v="460" actId="478"/>
          <ac:cxnSpMkLst>
            <pc:docMk/>
            <pc:sldMk cId="4020844815" sldId="10114"/>
            <ac:cxnSpMk id="88" creationId="{D2AFE777-A3AE-420A-B959-6F93C64B188C}"/>
          </ac:cxnSpMkLst>
        </pc:cxnChg>
        <pc:cxnChg chg="mod topLvl">
          <ac:chgData name="Arcangeli, Gino" userId="c3eeb981-900c-4ae5-b418-5adab2bf0312" providerId="ADAL" clId="{C947944C-207D-4E65-AAD6-C5ADE53316DF}" dt="2021-04-15T19:17:31.511" v="2599" actId="165"/>
          <ac:cxnSpMkLst>
            <pc:docMk/>
            <pc:sldMk cId="4020844815" sldId="10114"/>
            <ac:cxnSpMk id="91" creationId="{8F6FC921-174D-4CDF-9DA4-5CEEA1D25F57}"/>
          </ac:cxnSpMkLst>
        </pc:cxnChg>
        <pc:cxnChg chg="mod topLvl">
          <ac:chgData name="Arcangeli, Gino" userId="c3eeb981-900c-4ae5-b418-5adab2bf0312" providerId="ADAL" clId="{C947944C-207D-4E65-AAD6-C5ADE53316DF}" dt="2021-04-15T19:17:31.511" v="2599" actId="165"/>
          <ac:cxnSpMkLst>
            <pc:docMk/>
            <pc:sldMk cId="4020844815" sldId="10114"/>
            <ac:cxnSpMk id="93" creationId="{6C2A8373-B0EA-42E3-9E18-B648821AFF5A}"/>
          </ac:cxnSpMkLst>
        </pc:cxnChg>
        <pc:cxnChg chg="mod topLvl">
          <ac:chgData name="Arcangeli, Gino" userId="c3eeb981-900c-4ae5-b418-5adab2bf0312" providerId="ADAL" clId="{C947944C-207D-4E65-AAD6-C5ADE53316DF}" dt="2021-04-15T19:17:31.511" v="2599" actId="165"/>
          <ac:cxnSpMkLst>
            <pc:docMk/>
            <pc:sldMk cId="4020844815" sldId="10114"/>
            <ac:cxnSpMk id="95" creationId="{60CBD9CA-9994-48F6-AF28-65F54D5EC27F}"/>
          </ac:cxnSpMkLst>
        </pc:cxnChg>
        <pc:cxnChg chg="mod topLvl">
          <ac:chgData name="Arcangeli, Gino" userId="c3eeb981-900c-4ae5-b418-5adab2bf0312" providerId="ADAL" clId="{C947944C-207D-4E65-AAD6-C5ADE53316DF}" dt="2021-04-15T19:17:31.511" v="2599" actId="165"/>
          <ac:cxnSpMkLst>
            <pc:docMk/>
            <pc:sldMk cId="4020844815" sldId="10114"/>
            <ac:cxnSpMk id="97" creationId="{5BCD811C-0DD2-467C-BA61-ED8B8A39DE1C}"/>
          </ac:cxnSpMkLst>
        </pc:cxnChg>
        <pc:cxnChg chg="mod topLvl">
          <ac:chgData name="Arcangeli, Gino" userId="c3eeb981-900c-4ae5-b418-5adab2bf0312" providerId="ADAL" clId="{C947944C-207D-4E65-AAD6-C5ADE53316DF}" dt="2021-04-15T19:17:31.511" v="2599" actId="165"/>
          <ac:cxnSpMkLst>
            <pc:docMk/>
            <pc:sldMk cId="4020844815" sldId="10114"/>
            <ac:cxnSpMk id="99" creationId="{06B38CA6-FED0-4125-805D-DC131872C717}"/>
          </ac:cxnSpMkLst>
        </pc:cxnChg>
        <pc:cxnChg chg="mod topLvl">
          <ac:chgData name="Arcangeli, Gino" userId="c3eeb981-900c-4ae5-b418-5adab2bf0312" providerId="ADAL" clId="{C947944C-207D-4E65-AAD6-C5ADE53316DF}" dt="2021-04-15T19:17:31.511" v="2599" actId="165"/>
          <ac:cxnSpMkLst>
            <pc:docMk/>
            <pc:sldMk cId="4020844815" sldId="10114"/>
            <ac:cxnSpMk id="101" creationId="{7F59BD5A-81CD-48FE-8955-08C18CD6AA1F}"/>
          </ac:cxnSpMkLst>
        </pc:cxnChg>
        <pc:cxnChg chg="mod topLvl">
          <ac:chgData name="Arcangeli, Gino" userId="c3eeb981-900c-4ae5-b418-5adab2bf0312" providerId="ADAL" clId="{C947944C-207D-4E65-AAD6-C5ADE53316DF}" dt="2021-04-15T19:17:31.511" v="2599" actId="165"/>
          <ac:cxnSpMkLst>
            <pc:docMk/>
            <pc:sldMk cId="4020844815" sldId="10114"/>
            <ac:cxnSpMk id="103" creationId="{D024DD14-869B-4706-9ED0-A342F6868762}"/>
          </ac:cxnSpMkLst>
        </pc:cxnChg>
        <pc:cxnChg chg="mod topLvl">
          <ac:chgData name="Arcangeli, Gino" userId="c3eeb981-900c-4ae5-b418-5adab2bf0312" providerId="ADAL" clId="{C947944C-207D-4E65-AAD6-C5ADE53316DF}" dt="2021-04-15T19:17:31.511" v="2599" actId="165"/>
          <ac:cxnSpMkLst>
            <pc:docMk/>
            <pc:sldMk cId="4020844815" sldId="10114"/>
            <ac:cxnSpMk id="112" creationId="{6522414D-179F-434B-9268-44DFB5EADD93}"/>
          </ac:cxnSpMkLst>
        </pc:cxnChg>
        <pc:cxnChg chg="mod topLvl">
          <ac:chgData name="Arcangeli, Gino" userId="c3eeb981-900c-4ae5-b418-5adab2bf0312" providerId="ADAL" clId="{C947944C-207D-4E65-AAD6-C5ADE53316DF}" dt="2021-04-15T19:17:31.511" v="2599" actId="165"/>
          <ac:cxnSpMkLst>
            <pc:docMk/>
            <pc:sldMk cId="4020844815" sldId="10114"/>
            <ac:cxnSpMk id="114" creationId="{E62C225A-9D1A-4239-8560-070D8154B7A7}"/>
          </ac:cxnSpMkLst>
        </pc:cxnChg>
        <pc:cxnChg chg="mod topLvl">
          <ac:chgData name="Arcangeli, Gino" userId="c3eeb981-900c-4ae5-b418-5adab2bf0312" providerId="ADAL" clId="{C947944C-207D-4E65-AAD6-C5ADE53316DF}" dt="2021-04-15T19:17:31.511" v="2599" actId="165"/>
          <ac:cxnSpMkLst>
            <pc:docMk/>
            <pc:sldMk cId="4020844815" sldId="10114"/>
            <ac:cxnSpMk id="116" creationId="{AF5E83B9-E6B7-413B-BAE6-892E257E1BFC}"/>
          </ac:cxnSpMkLst>
        </pc:cxnChg>
        <pc:cxnChg chg="add mod topLvl">
          <ac:chgData name="Arcangeli, Gino" userId="c3eeb981-900c-4ae5-b418-5adab2bf0312" providerId="ADAL" clId="{C947944C-207D-4E65-AAD6-C5ADE53316DF}" dt="2021-04-15T19:17:31.511" v="2599" actId="165"/>
          <ac:cxnSpMkLst>
            <pc:docMk/>
            <pc:sldMk cId="4020844815" sldId="10114"/>
            <ac:cxnSpMk id="125" creationId="{F9366D2D-082C-44F0-8DA6-3F939107A8D6}"/>
          </ac:cxnSpMkLst>
        </pc:cxnChg>
        <pc:cxnChg chg="add mod topLvl">
          <ac:chgData name="Arcangeli, Gino" userId="c3eeb981-900c-4ae5-b418-5adab2bf0312" providerId="ADAL" clId="{C947944C-207D-4E65-AAD6-C5ADE53316DF}" dt="2021-04-15T19:17:31.511" v="2599" actId="165"/>
          <ac:cxnSpMkLst>
            <pc:docMk/>
            <pc:sldMk cId="4020844815" sldId="10114"/>
            <ac:cxnSpMk id="128" creationId="{3CA47803-1F3E-4637-B71E-D119529B805B}"/>
          </ac:cxnSpMkLst>
        </pc:cxnChg>
        <pc:cxnChg chg="mod topLvl">
          <ac:chgData name="Arcangeli, Gino" userId="c3eeb981-900c-4ae5-b418-5adab2bf0312" providerId="ADAL" clId="{C947944C-207D-4E65-AAD6-C5ADE53316DF}" dt="2021-04-15T19:17:31.511" v="2599" actId="165"/>
          <ac:cxnSpMkLst>
            <pc:docMk/>
            <pc:sldMk cId="4020844815" sldId="10114"/>
            <ac:cxnSpMk id="131" creationId="{9E86A5DB-2FF5-471D-9110-163DC3A19760}"/>
          </ac:cxnSpMkLst>
        </pc:cxnChg>
        <pc:cxnChg chg="add mod topLvl">
          <ac:chgData name="Arcangeli, Gino" userId="c3eeb981-900c-4ae5-b418-5adab2bf0312" providerId="ADAL" clId="{C947944C-207D-4E65-AAD6-C5ADE53316DF}" dt="2021-04-15T19:17:31.511" v="2599" actId="165"/>
          <ac:cxnSpMkLst>
            <pc:docMk/>
            <pc:sldMk cId="4020844815" sldId="10114"/>
            <ac:cxnSpMk id="140" creationId="{757E000D-BC1F-437F-9F27-DC55D8F2922F}"/>
          </ac:cxnSpMkLst>
        </pc:cxnChg>
        <pc:cxnChg chg="add del mod topLvl">
          <ac:chgData name="Arcangeli, Gino" userId="c3eeb981-900c-4ae5-b418-5adab2bf0312" providerId="ADAL" clId="{C947944C-207D-4E65-AAD6-C5ADE53316DF}" dt="2021-04-15T13:41:05.440" v="1854" actId="478"/>
          <ac:cxnSpMkLst>
            <pc:docMk/>
            <pc:sldMk cId="4020844815" sldId="10114"/>
            <ac:cxnSpMk id="149" creationId="{218622B3-3237-46BE-855A-241744D137B8}"/>
          </ac:cxnSpMkLst>
        </pc:cxnChg>
        <pc:cxnChg chg="add del mod topLvl">
          <ac:chgData name="Arcangeli, Gino" userId="c3eeb981-900c-4ae5-b418-5adab2bf0312" providerId="ADAL" clId="{C947944C-207D-4E65-AAD6-C5ADE53316DF}" dt="2021-04-15T19:17:31.511" v="2599" actId="165"/>
          <ac:cxnSpMkLst>
            <pc:docMk/>
            <pc:sldMk cId="4020844815" sldId="10114"/>
            <ac:cxnSpMk id="151" creationId="{7BC82308-BBD2-43C6-AD9C-2A6E51E458FD}"/>
          </ac:cxnSpMkLst>
        </pc:cxnChg>
        <pc:cxnChg chg="add mod topLvl">
          <ac:chgData name="Arcangeli, Gino" userId="c3eeb981-900c-4ae5-b418-5adab2bf0312" providerId="ADAL" clId="{C947944C-207D-4E65-AAD6-C5ADE53316DF}" dt="2021-04-15T19:17:31.511" v="2599" actId="165"/>
          <ac:cxnSpMkLst>
            <pc:docMk/>
            <pc:sldMk cId="4020844815" sldId="10114"/>
            <ac:cxnSpMk id="153" creationId="{6F7FC42E-0012-41F6-A57F-0AB39FE165B5}"/>
          </ac:cxnSpMkLst>
        </pc:cxnChg>
        <pc:cxnChg chg="mod topLvl">
          <ac:chgData name="Arcangeli, Gino" userId="c3eeb981-900c-4ae5-b418-5adab2bf0312" providerId="ADAL" clId="{C947944C-207D-4E65-AAD6-C5ADE53316DF}" dt="2021-04-15T19:17:31.511" v="2599" actId="165"/>
          <ac:cxnSpMkLst>
            <pc:docMk/>
            <pc:sldMk cId="4020844815" sldId="10114"/>
            <ac:cxnSpMk id="157" creationId="{DAD74BD9-B1CE-4C97-A0DD-74EE7AC55E94}"/>
          </ac:cxnSpMkLst>
        </pc:cxnChg>
        <pc:cxnChg chg="add mod topLvl">
          <ac:chgData name="Arcangeli, Gino" userId="c3eeb981-900c-4ae5-b418-5adab2bf0312" providerId="ADAL" clId="{C947944C-207D-4E65-AAD6-C5ADE53316DF}" dt="2021-04-15T19:17:31.511" v="2599" actId="165"/>
          <ac:cxnSpMkLst>
            <pc:docMk/>
            <pc:sldMk cId="4020844815" sldId="10114"/>
            <ac:cxnSpMk id="158" creationId="{9E09D07E-3CEC-4462-9475-AE852D2322F9}"/>
          </ac:cxnSpMkLst>
        </pc:cxnChg>
        <pc:cxnChg chg="add del mod">
          <ac:chgData name="Arcangeli, Gino" userId="c3eeb981-900c-4ae5-b418-5adab2bf0312" providerId="ADAL" clId="{C947944C-207D-4E65-AAD6-C5ADE53316DF}" dt="2021-04-15T13:27:09.714" v="1532" actId="478"/>
          <ac:cxnSpMkLst>
            <pc:docMk/>
            <pc:sldMk cId="4020844815" sldId="10114"/>
            <ac:cxnSpMk id="165" creationId="{6210CA16-02D9-45DF-ACDF-005446D0B27E}"/>
          </ac:cxnSpMkLst>
        </pc:cxnChg>
        <pc:cxnChg chg="add del mod">
          <ac:chgData name="Arcangeli, Gino" userId="c3eeb981-900c-4ae5-b418-5adab2bf0312" providerId="ADAL" clId="{C947944C-207D-4E65-AAD6-C5ADE53316DF}" dt="2021-04-15T13:36:36.268" v="1748" actId="478"/>
          <ac:cxnSpMkLst>
            <pc:docMk/>
            <pc:sldMk cId="4020844815" sldId="10114"/>
            <ac:cxnSpMk id="167" creationId="{69CCDE03-DB13-46DA-866F-498F1A5B6CAE}"/>
          </ac:cxnSpMkLst>
        </pc:cxnChg>
        <pc:cxnChg chg="add mod topLvl">
          <ac:chgData name="Arcangeli, Gino" userId="c3eeb981-900c-4ae5-b418-5adab2bf0312" providerId="ADAL" clId="{C947944C-207D-4E65-AAD6-C5ADE53316DF}" dt="2021-04-15T19:17:31.511" v="2599" actId="165"/>
          <ac:cxnSpMkLst>
            <pc:docMk/>
            <pc:sldMk cId="4020844815" sldId="10114"/>
            <ac:cxnSpMk id="177" creationId="{5AAE3646-D581-42D1-96AF-08E1B5C9A62F}"/>
          </ac:cxnSpMkLst>
        </pc:cxnChg>
        <pc:cxnChg chg="add del mod">
          <ac:chgData name="Arcangeli, Gino" userId="c3eeb981-900c-4ae5-b418-5adab2bf0312" providerId="ADAL" clId="{C947944C-207D-4E65-AAD6-C5ADE53316DF}" dt="2021-04-15T13:22:01.981" v="1312" actId="478"/>
          <ac:cxnSpMkLst>
            <pc:docMk/>
            <pc:sldMk cId="4020844815" sldId="10114"/>
            <ac:cxnSpMk id="188" creationId="{54438318-D810-4CED-86F2-324ED238C300}"/>
          </ac:cxnSpMkLst>
        </pc:cxnChg>
        <pc:cxnChg chg="add del mod">
          <ac:chgData name="Arcangeli, Gino" userId="c3eeb981-900c-4ae5-b418-5adab2bf0312" providerId="ADAL" clId="{C947944C-207D-4E65-AAD6-C5ADE53316DF}" dt="2021-04-15T13:36:39.694" v="1749" actId="478"/>
          <ac:cxnSpMkLst>
            <pc:docMk/>
            <pc:sldMk cId="4020844815" sldId="10114"/>
            <ac:cxnSpMk id="192" creationId="{F82235FB-936A-4E02-8660-B98D8B56AF79}"/>
          </ac:cxnSpMkLst>
        </pc:cxnChg>
        <pc:cxnChg chg="mod">
          <ac:chgData name="Arcangeli, Gino" userId="c3eeb981-900c-4ae5-b418-5adab2bf0312" providerId="ADAL" clId="{C947944C-207D-4E65-AAD6-C5ADE53316DF}" dt="2021-04-15T19:17:31.511" v="2599" actId="165"/>
          <ac:cxnSpMkLst>
            <pc:docMk/>
            <pc:sldMk cId="4020844815" sldId="10114"/>
            <ac:cxnSpMk id="193" creationId="{772F2D22-A06A-47EB-AB21-937FED4143B1}"/>
          </ac:cxnSpMkLst>
        </pc:cxnChg>
        <pc:cxnChg chg="add mod topLvl">
          <ac:chgData name="Arcangeli, Gino" userId="c3eeb981-900c-4ae5-b418-5adab2bf0312" providerId="ADAL" clId="{C947944C-207D-4E65-AAD6-C5ADE53316DF}" dt="2021-04-15T19:17:31.511" v="2599" actId="165"/>
          <ac:cxnSpMkLst>
            <pc:docMk/>
            <pc:sldMk cId="4020844815" sldId="10114"/>
            <ac:cxnSpMk id="199" creationId="{B10C9199-E12A-42B2-9A36-FF32D9763F23}"/>
          </ac:cxnSpMkLst>
        </pc:cxnChg>
        <pc:cxnChg chg="add del mod">
          <ac:chgData name="Arcangeli, Gino" userId="c3eeb981-900c-4ae5-b418-5adab2bf0312" providerId="ADAL" clId="{C947944C-207D-4E65-AAD6-C5ADE53316DF}" dt="2021-04-15T13:45:07.700" v="1954" actId="478"/>
          <ac:cxnSpMkLst>
            <pc:docMk/>
            <pc:sldMk cId="4020844815" sldId="10114"/>
            <ac:cxnSpMk id="201" creationId="{89A52762-A312-46B5-8F10-FDFA085D7FD1}"/>
          </ac:cxnSpMkLst>
        </pc:cxnChg>
        <pc:cxnChg chg="add del mod">
          <ac:chgData name="Arcangeli, Gino" userId="c3eeb981-900c-4ae5-b418-5adab2bf0312" providerId="ADAL" clId="{C947944C-207D-4E65-AAD6-C5ADE53316DF}" dt="2021-04-15T13:58:40.637" v="2343" actId="478"/>
          <ac:cxnSpMkLst>
            <pc:docMk/>
            <pc:sldMk cId="4020844815" sldId="10114"/>
            <ac:cxnSpMk id="231" creationId="{DDF3C937-6D30-4E83-99B1-2FF1B5D1D8B5}"/>
          </ac:cxnSpMkLst>
        </pc:cxnChg>
        <pc:cxnChg chg="add mod topLvl">
          <ac:chgData name="Arcangeli, Gino" userId="c3eeb981-900c-4ae5-b418-5adab2bf0312" providerId="ADAL" clId="{C947944C-207D-4E65-AAD6-C5ADE53316DF}" dt="2021-04-15T19:17:31.511" v="2599" actId="165"/>
          <ac:cxnSpMkLst>
            <pc:docMk/>
            <pc:sldMk cId="4020844815" sldId="10114"/>
            <ac:cxnSpMk id="235" creationId="{A998222E-B9AC-4376-978B-CA4CD47AA664}"/>
          </ac:cxnSpMkLst>
        </pc:cxnChg>
        <pc:cxnChg chg="add del mod">
          <ac:chgData name="Arcangeli, Gino" userId="c3eeb981-900c-4ae5-b418-5adab2bf0312" providerId="ADAL" clId="{C947944C-207D-4E65-AAD6-C5ADE53316DF}" dt="2021-04-15T13:45:15.106" v="1956" actId="478"/>
          <ac:cxnSpMkLst>
            <pc:docMk/>
            <pc:sldMk cId="4020844815" sldId="10114"/>
            <ac:cxnSpMk id="240" creationId="{20F91FBE-6F3E-43D7-9068-B0CE1ACF158D}"/>
          </ac:cxnSpMkLst>
        </pc:cxnChg>
        <pc:cxnChg chg="add mod topLvl">
          <ac:chgData name="Arcangeli, Gino" userId="c3eeb981-900c-4ae5-b418-5adab2bf0312" providerId="ADAL" clId="{C947944C-207D-4E65-AAD6-C5ADE53316DF}" dt="2021-04-15T19:17:31.511" v="2599" actId="165"/>
          <ac:cxnSpMkLst>
            <pc:docMk/>
            <pc:sldMk cId="4020844815" sldId="10114"/>
            <ac:cxnSpMk id="242" creationId="{D635BBC0-D8F6-415F-99CE-AC4F8E28AEF9}"/>
          </ac:cxnSpMkLst>
        </pc:cxnChg>
        <pc:cxnChg chg="add mod topLvl">
          <ac:chgData name="Arcangeli, Gino" userId="c3eeb981-900c-4ae5-b418-5adab2bf0312" providerId="ADAL" clId="{C947944C-207D-4E65-AAD6-C5ADE53316DF}" dt="2021-04-15T19:17:31.511" v="2599" actId="165"/>
          <ac:cxnSpMkLst>
            <pc:docMk/>
            <pc:sldMk cId="4020844815" sldId="10114"/>
            <ac:cxnSpMk id="244" creationId="{C8334CE3-1910-46E2-AB77-AC5269DB1224}"/>
          </ac:cxnSpMkLst>
        </pc:cxnChg>
        <pc:cxnChg chg="add mod topLvl">
          <ac:chgData name="Arcangeli, Gino" userId="c3eeb981-900c-4ae5-b418-5adab2bf0312" providerId="ADAL" clId="{C947944C-207D-4E65-AAD6-C5ADE53316DF}" dt="2021-04-15T19:17:31.511" v="2599" actId="165"/>
          <ac:cxnSpMkLst>
            <pc:docMk/>
            <pc:sldMk cId="4020844815" sldId="10114"/>
            <ac:cxnSpMk id="246" creationId="{B4FD0B6E-DFB0-4964-9BBB-29F95A3AE367}"/>
          </ac:cxnSpMkLst>
        </pc:cxnChg>
        <pc:cxnChg chg="add del mod">
          <ac:chgData name="Arcangeli, Gino" userId="c3eeb981-900c-4ae5-b418-5adab2bf0312" providerId="ADAL" clId="{C947944C-207D-4E65-AAD6-C5ADE53316DF}" dt="2021-04-15T13:51:53.334" v="2143" actId="478"/>
          <ac:cxnSpMkLst>
            <pc:docMk/>
            <pc:sldMk cId="4020844815" sldId="10114"/>
            <ac:cxnSpMk id="251" creationId="{9596EA2D-CBA2-4258-BEB6-6543C89CD5F4}"/>
          </ac:cxnSpMkLst>
        </pc:cxnChg>
        <pc:cxnChg chg="add mod topLvl">
          <ac:chgData name="Arcangeli, Gino" userId="c3eeb981-900c-4ae5-b418-5adab2bf0312" providerId="ADAL" clId="{C947944C-207D-4E65-AAD6-C5ADE53316DF}" dt="2021-04-15T19:17:31.511" v="2599" actId="165"/>
          <ac:cxnSpMkLst>
            <pc:docMk/>
            <pc:sldMk cId="4020844815" sldId="10114"/>
            <ac:cxnSpMk id="254" creationId="{39FFC49D-4A43-48F5-88CE-8D2F53640001}"/>
          </ac:cxnSpMkLst>
        </pc:cxnChg>
        <pc:cxnChg chg="add mod topLvl">
          <ac:chgData name="Arcangeli, Gino" userId="c3eeb981-900c-4ae5-b418-5adab2bf0312" providerId="ADAL" clId="{C947944C-207D-4E65-AAD6-C5ADE53316DF}" dt="2021-04-15T19:17:31.511" v="2599" actId="165"/>
          <ac:cxnSpMkLst>
            <pc:docMk/>
            <pc:sldMk cId="4020844815" sldId="10114"/>
            <ac:cxnSpMk id="266" creationId="{3962044E-C17A-4660-8031-4FA4172AB237}"/>
          </ac:cxnSpMkLst>
        </pc:cxnChg>
        <pc:cxnChg chg="add mod topLvl">
          <ac:chgData name="Arcangeli, Gino" userId="c3eeb981-900c-4ae5-b418-5adab2bf0312" providerId="ADAL" clId="{C947944C-207D-4E65-AAD6-C5ADE53316DF}" dt="2021-04-15T19:17:31.511" v="2599" actId="165"/>
          <ac:cxnSpMkLst>
            <pc:docMk/>
            <pc:sldMk cId="4020844815" sldId="10114"/>
            <ac:cxnSpMk id="268" creationId="{ECAD54A3-DC3D-4E62-B25B-DC7457CF0016}"/>
          </ac:cxnSpMkLst>
        </pc:cxnChg>
        <pc:cxnChg chg="add mod topLvl">
          <ac:chgData name="Arcangeli, Gino" userId="c3eeb981-900c-4ae5-b418-5adab2bf0312" providerId="ADAL" clId="{C947944C-207D-4E65-AAD6-C5ADE53316DF}" dt="2021-04-15T19:17:31.511" v="2599" actId="165"/>
          <ac:cxnSpMkLst>
            <pc:docMk/>
            <pc:sldMk cId="4020844815" sldId="10114"/>
            <ac:cxnSpMk id="270" creationId="{D8710DD2-02A2-46E1-8D96-068897D882A1}"/>
          </ac:cxnSpMkLst>
        </pc:cxnChg>
        <pc:cxnChg chg="add del mod topLvl">
          <ac:chgData name="Arcangeli, Gino" userId="c3eeb981-900c-4ae5-b418-5adab2bf0312" providerId="ADAL" clId="{C947944C-207D-4E65-AAD6-C5ADE53316DF}" dt="2021-04-15T19:17:31.511" v="2599" actId="165"/>
          <ac:cxnSpMkLst>
            <pc:docMk/>
            <pc:sldMk cId="4020844815" sldId="10114"/>
            <ac:cxnSpMk id="272" creationId="{BEA515AC-3734-4D7F-87CC-14B68A4CBE5B}"/>
          </ac:cxnSpMkLst>
        </pc:cxnChg>
        <pc:cxnChg chg="add mod topLvl">
          <ac:chgData name="Arcangeli, Gino" userId="c3eeb981-900c-4ae5-b418-5adab2bf0312" providerId="ADAL" clId="{C947944C-207D-4E65-AAD6-C5ADE53316DF}" dt="2021-04-15T19:17:31.511" v="2599" actId="165"/>
          <ac:cxnSpMkLst>
            <pc:docMk/>
            <pc:sldMk cId="4020844815" sldId="10114"/>
            <ac:cxnSpMk id="274" creationId="{048A1C74-E23A-420C-A9F7-0607F15BBE0E}"/>
          </ac:cxnSpMkLst>
        </pc:cxnChg>
      </pc:sldChg>
      <pc:sldChg chg="modSp mod">
        <pc:chgData name="Arcangeli, Gino" userId="c3eeb981-900c-4ae5-b418-5adab2bf0312" providerId="ADAL" clId="{C947944C-207D-4E65-AAD6-C5ADE53316DF}" dt="2021-04-15T14:17:01.896" v="2400" actId="207"/>
        <pc:sldMkLst>
          <pc:docMk/>
          <pc:sldMk cId="2331553382" sldId="11924"/>
        </pc:sldMkLst>
        <pc:spChg chg="mod">
          <ac:chgData name="Arcangeli, Gino" userId="c3eeb981-900c-4ae5-b418-5adab2bf0312" providerId="ADAL" clId="{C947944C-207D-4E65-AAD6-C5ADE53316DF}" dt="2021-04-15T14:17:01.896" v="2400" actId="207"/>
          <ac:spMkLst>
            <pc:docMk/>
            <pc:sldMk cId="2331553382" sldId="11924"/>
            <ac:spMk id="151" creationId="{A1607FCB-F449-43FD-8D45-E0098E6B3229}"/>
          </ac:spMkLst>
        </pc:spChg>
      </pc:sldChg>
    </pc:docChg>
  </pc:docChgLst>
  <pc:docChgLst>
    <pc:chgData name="Kotze, Theo" userId="S::tkotze@deloitte.co.za::9e2b0878-563b-46f7-9f70-f353d83cee25" providerId="AD" clId="Web-{6B90BEEC-E216-4BEF-84BA-2840C1E84E46}"/>
    <pc:docChg chg="modSld">
      <pc:chgData name="Kotze, Theo" userId="S::tkotze@deloitte.co.za::9e2b0878-563b-46f7-9f70-f353d83cee25" providerId="AD" clId="Web-{6B90BEEC-E216-4BEF-84BA-2840C1E84E46}" dt="2021-04-16T15:50:35.501" v="5" actId="20577"/>
      <pc:docMkLst>
        <pc:docMk/>
      </pc:docMkLst>
      <pc:sldChg chg="modSp">
        <pc:chgData name="Kotze, Theo" userId="S::tkotze@deloitte.co.za::9e2b0878-563b-46f7-9f70-f353d83cee25" providerId="AD" clId="Web-{6B90BEEC-E216-4BEF-84BA-2840C1E84E46}" dt="2021-04-16T15:50:35.501" v="5" actId="20577"/>
        <pc:sldMkLst>
          <pc:docMk/>
          <pc:sldMk cId="2331553382" sldId="11924"/>
        </pc:sldMkLst>
        <pc:spChg chg="mod">
          <ac:chgData name="Kotze, Theo" userId="S::tkotze@deloitte.co.za::9e2b0878-563b-46f7-9f70-f353d83cee25" providerId="AD" clId="Web-{6B90BEEC-E216-4BEF-84BA-2840C1E84E46}" dt="2021-04-16T15:50:35.501" v="5" actId="20577"/>
          <ac:spMkLst>
            <pc:docMk/>
            <pc:sldMk cId="2331553382" sldId="11924"/>
            <ac:spMk id="26" creationId="{9A793883-70C3-45DB-B2A9-789153EEB6EA}"/>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2022-04-26</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2022-04-26</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sz="1050"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9</a:t>
            </a:fld>
            <a:endParaRPr lang="en-US"/>
          </a:p>
        </p:txBody>
      </p:sp>
    </p:spTree>
    <p:extLst>
      <p:ext uri="{BB962C8B-B14F-4D97-AF65-F5344CB8AC3E}">
        <p14:creationId xmlns:p14="http://schemas.microsoft.com/office/powerpoint/2010/main" val="6996693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774000" y="822000"/>
            <a:ext cx="4644000" cy="4644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20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5" y="5864232"/>
            <a:ext cx="5594348" cy="505645"/>
          </a:xfrm>
          <a:prstGeom prst="rect">
            <a:avLst/>
          </a:prstGeom>
        </p:spPr>
        <p:txBody>
          <a:bodyPr lIns="0" tIns="0" rIns="0" bIns="0">
            <a:noAutofit/>
          </a:bodyPr>
          <a:lstStyle>
            <a:lvl1pPr marL="0" indent="0" algn="l">
              <a:lnSpc>
                <a:spcPct val="100000"/>
              </a:lnSpc>
              <a:spcAft>
                <a:spcPts val="0"/>
              </a:spcAft>
              <a:buNone/>
              <a:defRPr sz="1400">
                <a:solidFill>
                  <a:schemeClr val="bg1"/>
                </a:solidFill>
              </a:defRPr>
            </a:lvl1pPr>
            <a:lvl2pPr marL="671950" indent="0" algn="ctr">
              <a:buNone/>
              <a:defRPr sz="2940"/>
            </a:lvl2pPr>
            <a:lvl3pPr marL="1343899" indent="0" algn="ctr">
              <a:buNone/>
              <a:defRPr sz="2645"/>
            </a:lvl3pPr>
            <a:lvl4pPr marL="2015849" indent="0" algn="ctr">
              <a:buNone/>
              <a:defRPr sz="2352"/>
            </a:lvl4pPr>
            <a:lvl5pPr marL="2687799" indent="0" algn="ctr">
              <a:buNone/>
              <a:defRPr sz="2352"/>
            </a:lvl5pPr>
            <a:lvl6pPr marL="3359749" indent="0" algn="ctr">
              <a:buNone/>
              <a:defRPr sz="2352"/>
            </a:lvl6pPr>
            <a:lvl7pPr marL="4031697" indent="0" algn="ctr">
              <a:buNone/>
              <a:defRPr sz="2352"/>
            </a:lvl7pPr>
            <a:lvl8pPr marL="4703648" indent="0" algn="ctr">
              <a:buNone/>
              <a:defRPr sz="2352"/>
            </a:lvl8pPr>
            <a:lvl9pPr marL="5375597" indent="0" algn="ctr">
              <a:buNone/>
              <a:defRPr sz="2352"/>
            </a:lvl9pPr>
          </a:lstStyle>
          <a:p>
            <a:r>
              <a:rPr lang="en-US" noProof="0"/>
              <a:t>Click to edit Master subtitle style</a:t>
            </a:r>
          </a:p>
        </p:txBody>
      </p:sp>
      <p:sp>
        <p:nvSpPr>
          <p:cNvPr id="5" name="Text Placeholder 4"/>
          <p:cNvSpPr>
            <a:spLocks noGrp="1"/>
          </p:cNvSpPr>
          <p:nvPr>
            <p:ph type="body" sz="quarter" idx="10"/>
          </p:nvPr>
        </p:nvSpPr>
        <p:spPr>
          <a:xfrm>
            <a:off x="501651" y="6381753"/>
            <a:ext cx="5594349" cy="298451"/>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pic>
        <p:nvPicPr>
          <p:cNvPr id="10" name="Picture 9" descr="A picture containing drawing&#10;&#10;Description automatically generated">
            <a:extLst>
              <a:ext uri="{FF2B5EF4-FFF2-40B4-BE49-F238E27FC236}">
                <a16:creationId xmlns:a16="http://schemas.microsoft.com/office/drawing/2014/main" id="{4AF428FA-FBD2-431A-B270-34327770145C}"/>
              </a:ext>
            </a:extLst>
          </p:cNvPr>
          <p:cNvPicPr>
            <a:picLocks noChangeAspect="1"/>
          </p:cNvPicPr>
          <p:nvPr/>
        </p:nvPicPr>
        <p:blipFill>
          <a:blip r:embed="rId2"/>
          <a:stretch>
            <a:fillRect/>
          </a:stretch>
        </p:blipFill>
        <p:spPr>
          <a:xfrm>
            <a:off x="547290" y="552195"/>
            <a:ext cx="1986353" cy="378000"/>
          </a:xfrm>
          <a:prstGeom prst="rect">
            <a:avLst/>
          </a:prstGeom>
        </p:spPr>
      </p:pic>
    </p:spTree>
    <p:extLst>
      <p:ext uri="{BB962C8B-B14F-4D97-AF65-F5344CB8AC3E}">
        <p14:creationId xmlns:p14="http://schemas.microsoft.com/office/powerpoint/2010/main" val="3415126336"/>
      </p:ext>
    </p:extLst>
  </p:cSld>
  <p:clrMapOvr>
    <a:masterClrMapping/>
  </p:clrMapOvr>
  <p:transition>
    <p:fade/>
  </p:transition>
  <p:extLst>
    <p:ext uri="{DCECCB84-F9BA-43D5-87BE-67443E8EF086}">
      <p15:sldGuideLst xmlns:p15="http://schemas.microsoft.com/office/powerpoint/2012/main">
        <p15:guide id="1" orient="horz" pos="305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p:txBody>
          <a:bodyPr/>
          <a:lstStyle/>
          <a:p>
            <a:r>
              <a:rPr lang="en-US"/>
              <a:t>Click to edit Master title style</a:t>
            </a:r>
            <a:endParaRPr lang="en-ZA"/>
          </a:p>
        </p:txBody>
      </p:sp>
      <p:sp>
        <p:nvSpPr>
          <p:cNvPr id="4" name="Content Placeholder 3">
            <a:extLst>
              <a:ext uri="{FF2B5EF4-FFF2-40B4-BE49-F238E27FC236}">
                <a16:creationId xmlns:a16="http://schemas.microsoft.com/office/drawing/2014/main" id="{392BF16A-5356-4BCD-9115-437609C3A035}"/>
              </a:ext>
            </a:extLst>
          </p:cNvPr>
          <p:cNvSpPr>
            <a:spLocks noGrp="1"/>
          </p:cNvSpPr>
          <p:nvPr>
            <p:ph sz="quarter" idx="10"/>
          </p:nvPr>
        </p:nvSpPr>
        <p:spPr>
          <a:xfrm>
            <a:off x="530350" y="972000"/>
            <a:ext cx="11160001" cy="5189538"/>
          </a:xfrm>
        </p:spPr>
        <p:txBody>
          <a:bodyPr/>
          <a:lstStyle>
            <a:lvl1pPr>
              <a:lnSpc>
                <a:spcPct val="12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8">
            <a:extLst>
              <a:ext uri="{FF2B5EF4-FFF2-40B4-BE49-F238E27FC236}">
                <a16:creationId xmlns:a16="http://schemas.microsoft.com/office/drawing/2014/main" id="{24760D34-E739-4E1A-8081-304461B62742}"/>
              </a:ext>
            </a:extLst>
          </p:cNvPr>
          <p:cNvSpPr>
            <a:spLocks noGrp="1"/>
          </p:cNvSpPr>
          <p:nvPr>
            <p:ph type="body" sz="quarter" idx="11"/>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26103074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a:xfrm>
            <a:off x="530224" y="468557"/>
            <a:ext cx="11160000" cy="335028"/>
          </a:xfrm>
        </p:spPr>
        <p:txBody>
          <a:bodyPr/>
          <a:lstStyle/>
          <a:p>
            <a:r>
              <a:rPr lang="en-US"/>
              <a:t>Click to edit Master title style</a:t>
            </a:r>
            <a:endParaRPr lang="en-ZA"/>
          </a:p>
        </p:txBody>
      </p:sp>
      <p:sp>
        <p:nvSpPr>
          <p:cNvPr id="7" name="Content Placeholder 5">
            <a:extLst>
              <a:ext uri="{FF2B5EF4-FFF2-40B4-BE49-F238E27FC236}">
                <a16:creationId xmlns:a16="http://schemas.microsoft.com/office/drawing/2014/main" id="{38EF2CFF-BD28-4187-803C-E9DD6856282D}"/>
              </a:ext>
            </a:extLst>
          </p:cNvPr>
          <p:cNvSpPr>
            <a:spLocks noGrp="1"/>
          </p:cNvSpPr>
          <p:nvPr>
            <p:ph sz="quarter" idx="11" hasCustomPrompt="1"/>
          </p:nvPr>
        </p:nvSpPr>
        <p:spPr>
          <a:xfrm>
            <a:off x="530224" y="972000"/>
            <a:ext cx="11160000" cy="307777"/>
          </a:xfrm>
        </p:spPr>
        <p:txBody>
          <a:bodyPr>
            <a:spAutoFit/>
          </a:bodyPr>
          <a:lstStyle>
            <a:lvl1pPr>
              <a:defRPr sz="2000">
                <a:solidFill>
                  <a:srgbClr val="75787B"/>
                </a:solidFill>
              </a:defRPr>
            </a:lvl1pPr>
          </a:lstStyle>
          <a:p>
            <a:pPr lvl="0"/>
            <a:r>
              <a:rPr lang="en-US"/>
              <a:t>Click to edit master sub-title style</a:t>
            </a:r>
            <a:endParaRPr lang="en-ZA"/>
          </a:p>
        </p:txBody>
      </p:sp>
      <p:sp>
        <p:nvSpPr>
          <p:cNvPr id="4" name="Text Placeholder 8">
            <a:extLst>
              <a:ext uri="{FF2B5EF4-FFF2-40B4-BE49-F238E27FC236}">
                <a16:creationId xmlns:a16="http://schemas.microsoft.com/office/drawing/2014/main" id="{85B037CA-0FA7-43E5-BF42-2FA87DC1D55B}"/>
              </a:ext>
            </a:extLst>
          </p:cNvPr>
          <p:cNvSpPr>
            <a:spLocks noGrp="1"/>
          </p:cNvSpPr>
          <p:nvPr>
            <p:ph type="body" sz="quarter" idx="12"/>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58238689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a:xfrm>
            <a:off x="530225" y="468557"/>
            <a:ext cx="11160000" cy="335028"/>
          </a:xfrm>
        </p:spPr>
        <p:txBody>
          <a:bodyPr/>
          <a:lstStyle/>
          <a:p>
            <a:r>
              <a:rPr lang="en-US"/>
              <a:t>Click to edit Master title style</a:t>
            </a:r>
            <a:endParaRPr lang="en-ZA"/>
          </a:p>
        </p:txBody>
      </p:sp>
      <p:sp>
        <p:nvSpPr>
          <p:cNvPr id="4" name="Content Placeholder 3">
            <a:extLst>
              <a:ext uri="{FF2B5EF4-FFF2-40B4-BE49-F238E27FC236}">
                <a16:creationId xmlns:a16="http://schemas.microsoft.com/office/drawing/2014/main" id="{392BF16A-5356-4BCD-9115-437609C3A035}"/>
              </a:ext>
            </a:extLst>
          </p:cNvPr>
          <p:cNvSpPr>
            <a:spLocks noGrp="1"/>
          </p:cNvSpPr>
          <p:nvPr>
            <p:ph sz="quarter" idx="10"/>
          </p:nvPr>
        </p:nvSpPr>
        <p:spPr>
          <a:xfrm>
            <a:off x="530225" y="1355859"/>
            <a:ext cx="11160001" cy="4938579"/>
          </a:xfrm>
        </p:spPr>
        <p:txBody>
          <a:bodyPr/>
          <a:lstStyle>
            <a:lvl1pPr>
              <a:lnSpc>
                <a:spcPct val="120000"/>
              </a:lnSpc>
              <a:defRPr/>
            </a:lvl1pPr>
            <a:lvl2pPr>
              <a:defRPr>
                <a:solidFill>
                  <a:srgbClr val="0070C0"/>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Content Placeholder 5">
            <a:extLst>
              <a:ext uri="{FF2B5EF4-FFF2-40B4-BE49-F238E27FC236}">
                <a16:creationId xmlns:a16="http://schemas.microsoft.com/office/drawing/2014/main" id="{38EF2CFF-BD28-4187-803C-E9DD6856282D}"/>
              </a:ext>
            </a:extLst>
          </p:cNvPr>
          <p:cNvSpPr>
            <a:spLocks noGrp="1"/>
          </p:cNvSpPr>
          <p:nvPr>
            <p:ph sz="quarter" idx="11" hasCustomPrompt="1"/>
          </p:nvPr>
        </p:nvSpPr>
        <p:spPr>
          <a:xfrm>
            <a:off x="530224" y="925833"/>
            <a:ext cx="11160000" cy="307777"/>
          </a:xfrm>
        </p:spPr>
        <p:txBody>
          <a:bodyPr>
            <a:spAutoFit/>
          </a:bodyPr>
          <a:lstStyle>
            <a:lvl1pPr>
              <a:defRPr sz="2000">
                <a:solidFill>
                  <a:srgbClr val="75787B"/>
                </a:solidFill>
              </a:defRPr>
            </a:lvl1pPr>
          </a:lstStyle>
          <a:p>
            <a:pPr lvl="0"/>
            <a:r>
              <a:rPr lang="en-US"/>
              <a:t>Click to edit master sub-title style</a:t>
            </a:r>
            <a:endParaRPr lang="en-ZA"/>
          </a:p>
        </p:txBody>
      </p:sp>
      <p:sp>
        <p:nvSpPr>
          <p:cNvPr id="5" name="Text Placeholder 8">
            <a:extLst>
              <a:ext uri="{FF2B5EF4-FFF2-40B4-BE49-F238E27FC236}">
                <a16:creationId xmlns:a16="http://schemas.microsoft.com/office/drawing/2014/main" id="{FC64C56B-978D-4DB3-B255-543359304D8A}"/>
              </a:ext>
            </a:extLst>
          </p:cNvPr>
          <p:cNvSpPr>
            <a:spLocks noGrp="1"/>
          </p:cNvSpPr>
          <p:nvPr>
            <p:ph type="body" sz="quarter" idx="12"/>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213054252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Text Placeholder 8">
            <a:extLst>
              <a:ext uri="{FF2B5EF4-FFF2-40B4-BE49-F238E27FC236}">
                <a16:creationId xmlns:a16="http://schemas.microsoft.com/office/drawing/2014/main" id="{07F2FA56-2CB5-469C-9EBE-3793974985B7}"/>
              </a:ext>
            </a:extLst>
          </p:cNvPr>
          <p:cNvSpPr>
            <a:spLocks noGrp="1"/>
          </p:cNvSpPr>
          <p:nvPr>
            <p:ph type="body" sz="quarter" idx="11"/>
          </p:nvPr>
        </p:nvSpPr>
        <p:spPr>
          <a:xfrm>
            <a:off x="9324433" y="4"/>
            <a:ext cx="2867571" cy="226591"/>
          </a:xfrm>
          <a:noFill/>
        </p:spPr>
        <p:txBody>
          <a:bodyPr wrap="none" lIns="0" tIns="72000" rIns="72000" bIns="0">
            <a:spAutoFit/>
          </a:bodyPr>
          <a:lstStyle>
            <a:lvl1pPr algn="r">
              <a:defRPr lang="en-US" sz="1000" b="1" cap="small" spc="267" baseline="0" smtClean="0">
                <a:solidFill>
                  <a:schemeClr val="accent6">
                    <a:lumMod val="7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99541728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314213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Divider - Deloitte blue">
    <p:bg bwMode="gray">
      <p:bgPr>
        <a:solidFill>
          <a:srgbClr val="007DB6"/>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9E8114-9797-4D1C-A944-54E77193C792}"/>
              </a:ext>
            </a:extLst>
          </p:cNvPr>
          <p:cNvSpPr>
            <a:spLocks noGrp="1"/>
          </p:cNvSpPr>
          <p:nvPr>
            <p:ph type="title"/>
          </p:nvPr>
        </p:nvSpPr>
        <p:spPr bwMode="gray">
          <a:xfrm>
            <a:off x="7560000" y="3060000"/>
            <a:ext cx="4320000" cy="1449216"/>
          </a:xfrm>
          <a:noFill/>
        </p:spPr>
        <p:txBody>
          <a:bodyPr lIns="0" tIns="108000" rIns="108000" bIns="108000" anchor="b" anchorCtr="0"/>
          <a:lstStyle>
            <a:lvl1pPr marL="0" indent="0">
              <a:lnSpc>
                <a:spcPct val="100000"/>
              </a:lnSpc>
              <a:defRPr sz="4000" b="0">
                <a:solidFill>
                  <a:schemeClr val="bg1"/>
                </a:solidFill>
                <a:latin typeface="+mn-lt"/>
                <a:ea typeface="Open Sans Light" panose="020B0306030504020204" pitchFamily="34" charset="0"/>
                <a:cs typeface="Open Sans Light" panose="020B0306030504020204" pitchFamily="34" charset="0"/>
              </a:defRPr>
            </a:lvl1pPr>
          </a:lstStyle>
          <a:p>
            <a:r>
              <a:rPr lang="en-US"/>
              <a:t>Click to edit Master title style</a:t>
            </a:r>
          </a:p>
        </p:txBody>
      </p:sp>
      <p:pic>
        <p:nvPicPr>
          <p:cNvPr id="3" name="Picture 2" descr="A picture containing umbrella&#10;&#10;Description automatically generated">
            <a:extLst>
              <a:ext uri="{FF2B5EF4-FFF2-40B4-BE49-F238E27FC236}">
                <a16:creationId xmlns:a16="http://schemas.microsoft.com/office/drawing/2014/main" id="{DC28D054-E834-4C58-9C3F-FAEB7097444A}"/>
              </a:ext>
            </a:extLst>
          </p:cNvPr>
          <p:cNvPicPr>
            <a:picLocks noChangeAspect="1"/>
          </p:cNvPicPr>
          <p:nvPr userDrawn="1"/>
        </p:nvPicPr>
        <p:blipFill rotWithShape="1">
          <a:blip r:embed="rId2">
            <a:clrChange>
              <a:clrFrom>
                <a:srgbClr val="00A5B8"/>
              </a:clrFrom>
              <a:clrTo>
                <a:srgbClr val="00A5B8">
                  <a:alpha val="0"/>
                </a:srgbClr>
              </a:clrTo>
            </a:clrChange>
          </a:blip>
          <a:srcRect t="33858" r="1528"/>
          <a:stretch/>
        </p:blipFill>
        <p:spPr>
          <a:xfrm>
            <a:off x="0" y="0"/>
            <a:ext cx="7220197" cy="6858000"/>
          </a:xfrm>
          <a:prstGeom prst="rect">
            <a:avLst/>
          </a:prstGeom>
        </p:spPr>
      </p:pic>
    </p:spTree>
    <p:extLst>
      <p:ext uri="{BB962C8B-B14F-4D97-AF65-F5344CB8AC3E}">
        <p14:creationId xmlns:p14="http://schemas.microsoft.com/office/powerpoint/2010/main" val="2961327269"/>
      </p:ext>
    </p:extLst>
  </p:cSld>
  <p:clrMapOvr>
    <a:masterClrMapping/>
  </p:clrMapOvr>
  <p:transition>
    <p:fade/>
  </p:transition>
  <p:extLst>
    <p:ext uri="{DCECCB84-F9BA-43D5-87BE-67443E8EF086}">
      <p15:sldGuideLst xmlns:p15="http://schemas.microsoft.com/office/powerpoint/2012/main">
        <p15:guide id="1" orient="horz" pos="177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Divider - Deloitte blue">
    <p:bg bwMode="gray">
      <p:bgPr>
        <a:solidFill>
          <a:srgbClr val="C4D6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9E8114-9797-4D1C-A944-54E77193C792}"/>
              </a:ext>
            </a:extLst>
          </p:cNvPr>
          <p:cNvSpPr>
            <a:spLocks noGrp="1"/>
          </p:cNvSpPr>
          <p:nvPr>
            <p:ph type="title"/>
          </p:nvPr>
        </p:nvSpPr>
        <p:spPr bwMode="gray">
          <a:xfrm>
            <a:off x="7560000" y="3060000"/>
            <a:ext cx="4320000" cy="1449216"/>
          </a:xfrm>
          <a:noFill/>
        </p:spPr>
        <p:txBody>
          <a:bodyPr lIns="0" tIns="108000" rIns="108000" bIns="108000" anchor="b" anchorCtr="0"/>
          <a:lstStyle>
            <a:lvl1pPr marL="0" indent="0">
              <a:lnSpc>
                <a:spcPct val="100000"/>
              </a:lnSpc>
              <a:defRPr sz="4000" b="0">
                <a:solidFill>
                  <a:schemeClr val="bg1"/>
                </a:solidFill>
                <a:latin typeface="+mn-lt"/>
                <a:ea typeface="Open Sans Light" panose="020B0306030504020204" pitchFamily="34" charset="0"/>
                <a:cs typeface="Open Sans Light" panose="020B0306030504020204" pitchFamily="34" charset="0"/>
              </a:defRPr>
            </a:lvl1pPr>
          </a:lstStyle>
          <a:p>
            <a:r>
              <a:rPr lang="en-US"/>
              <a:t>Click to edit Master title style</a:t>
            </a:r>
          </a:p>
        </p:txBody>
      </p:sp>
      <p:pic>
        <p:nvPicPr>
          <p:cNvPr id="3" name="Picture 2" descr="A picture containing umbrella&#10;&#10;Description automatically generated">
            <a:extLst>
              <a:ext uri="{FF2B5EF4-FFF2-40B4-BE49-F238E27FC236}">
                <a16:creationId xmlns:a16="http://schemas.microsoft.com/office/drawing/2014/main" id="{28713C5F-5120-4DDD-9796-F30358C1C266}"/>
              </a:ext>
            </a:extLst>
          </p:cNvPr>
          <p:cNvPicPr>
            <a:picLocks noChangeAspect="1"/>
          </p:cNvPicPr>
          <p:nvPr userDrawn="1"/>
        </p:nvPicPr>
        <p:blipFill rotWithShape="1">
          <a:blip r:embed="rId2">
            <a:clrChange>
              <a:clrFrom>
                <a:srgbClr val="C3D92F"/>
              </a:clrFrom>
              <a:clrTo>
                <a:srgbClr val="C3D92F">
                  <a:alpha val="0"/>
                </a:srgbClr>
              </a:clrTo>
            </a:clrChange>
          </a:blip>
          <a:srcRect t="33074"/>
          <a:stretch/>
        </p:blipFill>
        <p:spPr>
          <a:xfrm>
            <a:off x="0" y="0"/>
            <a:ext cx="7246292" cy="6858000"/>
          </a:xfrm>
          <a:prstGeom prst="rect">
            <a:avLst/>
          </a:prstGeom>
        </p:spPr>
      </p:pic>
    </p:spTree>
    <p:extLst>
      <p:ext uri="{BB962C8B-B14F-4D97-AF65-F5344CB8AC3E}">
        <p14:creationId xmlns:p14="http://schemas.microsoft.com/office/powerpoint/2010/main" val="1189399764"/>
      </p:ext>
    </p:extLst>
  </p:cSld>
  <p:clrMapOvr>
    <a:masterClrMapping/>
  </p:clrMapOvr>
  <p:transition>
    <p:fade/>
  </p:transition>
  <p:extLst>
    <p:ext uri="{DCECCB84-F9BA-43D5-87BE-67443E8EF086}">
      <p15:sldGuideLst xmlns:p15="http://schemas.microsoft.com/office/powerpoint/2012/main">
        <p15:guide id="1" orient="horz" pos="177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blue">
    <p:bg bwMode="gray">
      <p:bgPr>
        <a:solidFill>
          <a:schemeClr val="accent6">
            <a:lumMod val="75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D9E8114-9797-4D1C-A944-54E77193C792}"/>
              </a:ext>
            </a:extLst>
          </p:cNvPr>
          <p:cNvSpPr>
            <a:spLocks noGrp="1"/>
          </p:cNvSpPr>
          <p:nvPr>
            <p:ph type="title"/>
          </p:nvPr>
        </p:nvSpPr>
        <p:spPr bwMode="gray">
          <a:xfrm>
            <a:off x="7560000" y="3060000"/>
            <a:ext cx="4320000" cy="1449216"/>
          </a:xfrm>
          <a:noFill/>
        </p:spPr>
        <p:txBody>
          <a:bodyPr lIns="0" tIns="108000" rIns="108000" bIns="108000" anchor="b" anchorCtr="0"/>
          <a:lstStyle>
            <a:lvl1pPr marL="0" indent="0">
              <a:lnSpc>
                <a:spcPct val="100000"/>
              </a:lnSpc>
              <a:defRPr sz="4000" b="0">
                <a:solidFill>
                  <a:schemeClr val="bg1"/>
                </a:solidFill>
                <a:latin typeface="+mn-lt"/>
                <a:ea typeface="Open Sans Light" panose="020B0306030504020204" pitchFamily="34" charset="0"/>
                <a:cs typeface="Open Sans Light" panose="020B0306030504020204" pitchFamily="34" charset="0"/>
              </a:defRPr>
            </a:lvl1pPr>
          </a:lstStyle>
          <a:p>
            <a:r>
              <a:rPr lang="en-US"/>
              <a:t>Click to edit Master title style</a:t>
            </a:r>
          </a:p>
        </p:txBody>
      </p:sp>
      <p:pic>
        <p:nvPicPr>
          <p:cNvPr id="10" name="Picture 9" descr="A picture containing umbrella&#10;&#10;Description automatically generated">
            <a:extLst>
              <a:ext uri="{FF2B5EF4-FFF2-40B4-BE49-F238E27FC236}">
                <a16:creationId xmlns:a16="http://schemas.microsoft.com/office/drawing/2014/main" id="{9F1B7282-1301-41AE-9B95-A91B1189F49D}"/>
              </a:ext>
            </a:extLst>
          </p:cNvPr>
          <p:cNvPicPr>
            <a:picLocks noChangeAspect="1"/>
          </p:cNvPicPr>
          <p:nvPr userDrawn="1"/>
        </p:nvPicPr>
        <p:blipFill rotWithShape="1">
          <a:blip r:embed="rId2">
            <a:clrChange>
              <a:clrFrom>
                <a:srgbClr val="00A5B8"/>
              </a:clrFrom>
              <a:clrTo>
                <a:srgbClr val="00A5B8">
                  <a:alpha val="0"/>
                </a:srgbClr>
              </a:clrTo>
            </a:clrChange>
            <a:biLevel thresh="50000"/>
          </a:blip>
          <a:srcRect t="33858" r="1528"/>
          <a:stretch/>
        </p:blipFill>
        <p:spPr>
          <a:xfrm>
            <a:off x="0" y="0"/>
            <a:ext cx="7220197" cy="6858000"/>
          </a:xfrm>
          <a:prstGeom prst="rect">
            <a:avLst/>
          </a:prstGeom>
        </p:spPr>
      </p:pic>
    </p:spTree>
    <p:extLst>
      <p:ext uri="{BB962C8B-B14F-4D97-AF65-F5344CB8AC3E}">
        <p14:creationId xmlns:p14="http://schemas.microsoft.com/office/powerpoint/2010/main" val="600377843"/>
      </p:ext>
    </p:extLst>
  </p:cSld>
  <p:clrMapOvr>
    <a:masterClrMapping/>
  </p:clrMapOvr>
  <p:transition>
    <p:fade/>
  </p:transition>
  <p:extLst>
    <p:ext uri="{DCECCB84-F9BA-43D5-87BE-67443E8EF086}">
      <p15:sldGuideLst xmlns:p15="http://schemas.microsoft.com/office/powerpoint/2012/main">
        <p15:guide id="1" orient="horz" pos="177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Copyright">
    <p:spTree>
      <p:nvGrpSpPr>
        <p:cNvPr id="1" name=""/>
        <p:cNvGrpSpPr/>
        <p:nvPr/>
      </p:nvGrpSpPr>
      <p:grpSpPr>
        <a:xfrm>
          <a:off x="0" y="0"/>
          <a:ext cx="0" cy="0"/>
          <a:chOff x="0" y="0"/>
          <a:chExt cx="0" cy="0"/>
        </a:xfrm>
      </p:grpSpPr>
      <p:sp>
        <p:nvSpPr>
          <p:cNvPr id="7" name="text" descr="{&quot;templafy&quot;:{&quot;id&quot;:&quot;a9e0bdf0-86b2-495b-abab-a15d99e403a5&quot;}}" title="UserProfile.LegalEntity.{{Form.ProposalReportDisclaimer.DocPrefix}}_{{DocumentLanguage}}">
            <a:extLst>
              <a:ext uri="{FF2B5EF4-FFF2-40B4-BE49-F238E27FC236}">
                <a16:creationId xmlns:a16="http://schemas.microsoft.com/office/drawing/2014/main" id="{D1014F0A-F0B6-48A7-B54D-E12F536318F3}"/>
              </a:ext>
            </a:extLst>
          </p:cNvPr>
          <p:cNvSpPr txBox="1"/>
          <p:nvPr/>
        </p:nvSpPr>
        <p:spPr>
          <a:xfrm>
            <a:off x="431026" y="2360342"/>
            <a:ext cx="7623175" cy="3999600"/>
          </a:xfrm>
          <a:prstGeom prst="rect">
            <a:avLst/>
          </a:prstGeom>
          <a:noFill/>
        </p:spPr>
        <p:txBody>
          <a:bodyPr wrap="square" lIns="0" tIns="0" rIns="0" bIns="0" rtlCol="0" anchor="b" anchorCtr="0">
            <a:noAutofit/>
          </a:bodyPr>
          <a:lstStyle/>
          <a:p>
            <a:r>
              <a:rPr lang="en-GB" sz="900" kern="1200">
                <a:solidFill>
                  <a:schemeClr val="tx1"/>
                </a:solidFill>
                <a:effectLst/>
                <a:latin typeface="Open Sans" panose="020B0606030504020204" pitchFamily="34" charset="0"/>
                <a:ea typeface="Open Sans" panose="020B0606030504020204" pitchFamily="34" charset="0"/>
                <a:cs typeface="Open Sans" panose="020B0606030504020204" pitchFamily="34" charset="0"/>
              </a:rPr>
              <a:t>Important notice
This document has been prepared by Deloitte LLP for the sole purpose of enabling the parties to whom it is addressed to evaluate the capabilities of Deloitte LLP to supply the proposed services.
The information contained in this document has been compiled by Deloitte LLP and may include material obtained from various sources which have not been verified or audited. This document also contains material proprietary to Deloitte LLP. Except in the general context of evaluating the capabilities of Deloitte LLP, no reliance may be placed for any purposes whatsoever on the contents of this document. No representation or warranty, express or implied, is given and no responsibility or liability is or will be accepted by or on behalf of Deloitte LLP or by any of its partners, members, employees, agents or any other person as to the accuracy, completeness or correctness of the information contained in this document.
Other than as stated below, this document and its contents are confidential and prepared solely for your information, and may not be reproduced, redistributed or passed on to any other person in whole or in part. If this document contains details of an arrangement that could result in a tax or National Insurance saving, no such conditions of confidentiality apply to the details of that arrangement (for example, for the purpose of discussion with tax authorities). No other party is entitled to rely on this document for any purpose whatsoever and we accept no liability to any other party who is shown or obtains access to this document. 
This document is not an offer and is not intended to be contractually binding. Should this proposal be acceptable to you, and following the conclusion of our internal acceptance procedures, we would be pleased to discuss terms and conditions with you prior to our appointment.
Deloitte LLP is a limited liability partnership registered in England and Wales with registered number OC303675 and its registered office at 1 New Street Square, London, EC4A 3BZ, United Kingdom.
Deloitte LLP is the United Kingdom affiliate of Deloitte NSE LLP, a member firm of Deloitte Touche Tohmatsu Limited, a UK private company limited by guarantee (“DTTL”). DTTL and each of its member firms are legally separate and independent entities. DTTL and Deloitte NSE LLP do not provide services to clients. Please see www.deloitte.com/about to learn more about our global network of member firms.
© 2020 Deloitte LLP. All rights reserved.</a:t>
            </a:r>
          </a:p>
        </p:txBody>
      </p:sp>
      <p:pic>
        <p:nvPicPr>
          <p:cNvPr id="6" name="Picture 5" descr="A picture containing dark, sitting, computer, computer&#10;&#10;Description automatically generated">
            <a:extLst>
              <a:ext uri="{FF2B5EF4-FFF2-40B4-BE49-F238E27FC236}">
                <a16:creationId xmlns:a16="http://schemas.microsoft.com/office/drawing/2014/main" id="{39350464-BE2B-40CF-955E-8D36204E9196}"/>
              </a:ext>
            </a:extLst>
          </p:cNvPr>
          <p:cNvPicPr>
            <a:picLocks noChangeAspect="1"/>
          </p:cNvPicPr>
          <p:nvPr/>
        </p:nvPicPr>
        <p:blipFill>
          <a:blip r:embed="rId2"/>
          <a:stretch>
            <a:fillRect/>
          </a:stretch>
        </p:blipFill>
        <p:spPr>
          <a:xfrm>
            <a:off x="431026" y="356545"/>
            <a:ext cx="2122563" cy="396000"/>
          </a:xfrm>
          <a:prstGeom prst="rect">
            <a:avLst/>
          </a:prstGeom>
        </p:spPr>
      </p:pic>
    </p:spTree>
    <p:extLst>
      <p:ext uri="{BB962C8B-B14F-4D97-AF65-F5344CB8AC3E}">
        <p14:creationId xmlns:p14="http://schemas.microsoft.com/office/powerpoint/2010/main" val="138487104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2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15998" y="4981969"/>
            <a:ext cx="4320000" cy="1876031"/>
          </a:xfrm>
          <a:solidFill>
            <a:schemeClr val="bg1"/>
          </a:solidFill>
        </p:spPr>
        <p:txBody>
          <a:bodyPr lIns="180000" tIns="180000" rIns="180000" bIns="288000" anchor="b"/>
          <a:lstStyle>
            <a:lvl1pPr marL="0" indent="0" algn="l">
              <a:lnSpc>
                <a:spcPct val="95000"/>
              </a:lnSpc>
              <a:tabLst>
                <a:tab pos="719138" algn="l"/>
              </a:tabLst>
              <a:defRPr sz="3200" b="1">
                <a:solidFill>
                  <a:schemeClr val="tx1"/>
                </a:solidFill>
                <a:latin typeface="+mj-lt"/>
                <a:ea typeface="Open Sans" panose="020B0606030504020204" pitchFamily="34" charset="0"/>
                <a:cs typeface="Open Sans" panose="020B0606030504020204" pitchFamily="34" charset="0"/>
              </a:defRPr>
            </a:lvl1pPr>
          </a:lstStyle>
          <a:p>
            <a:r>
              <a:rPr lang="en-US"/>
              <a:t>Click to edit Master title style</a:t>
            </a:r>
          </a:p>
        </p:txBody>
      </p:sp>
    </p:spTree>
    <p:extLst>
      <p:ext uri="{BB962C8B-B14F-4D97-AF65-F5344CB8AC3E}">
        <p14:creationId xmlns:p14="http://schemas.microsoft.com/office/powerpoint/2010/main" val="56697103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ubhead, Breadcrumb">
  <p:cSld name="Title, Subhead, Breadcrumb">
    <p:spTree>
      <p:nvGrpSpPr>
        <p:cNvPr id="1" name="Shape 36"/>
        <p:cNvGrpSpPr/>
        <p:nvPr/>
      </p:nvGrpSpPr>
      <p:grpSpPr>
        <a:xfrm>
          <a:off x="0" y="0"/>
          <a:ext cx="0" cy="0"/>
          <a:chOff x="0" y="0"/>
          <a:chExt cx="0" cy="0"/>
        </a:xfrm>
      </p:grpSpPr>
      <p:sp>
        <p:nvSpPr>
          <p:cNvPr id="37" name="Google Shape;37;g909358c274_1_445"/>
          <p:cNvSpPr txBox="1">
            <a:spLocks noGrp="1"/>
          </p:cNvSpPr>
          <p:nvPr>
            <p:ph type="title"/>
          </p:nvPr>
        </p:nvSpPr>
        <p:spPr>
          <a:xfrm>
            <a:off x="469900" y="504544"/>
            <a:ext cx="11252400" cy="692100"/>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dk1"/>
              </a:buClr>
              <a:buSzPts val="1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g909358c274_1_445"/>
          <p:cNvSpPr txBox="1">
            <a:spLocks noGrp="1"/>
          </p:cNvSpPr>
          <p:nvPr>
            <p:ph type="body" idx="1"/>
          </p:nvPr>
        </p:nvSpPr>
        <p:spPr>
          <a:xfrm>
            <a:off x="469900" y="1188720"/>
            <a:ext cx="11252400" cy="47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500"/>
              <a:buNone/>
              <a:defRPr sz="1500"/>
            </a:lvl1pPr>
            <a:lvl2pPr marL="914400" lvl="1" indent="-228600" algn="l">
              <a:lnSpc>
                <a:spcPct val="100000"/>
              </a:lnSpc>
              <a:spcBef>
                <a:spcPts val="1300"/>
              </a:spcBef>
              <a:spcAft>
                <a:spcPts val="0"/>
              </a:spcAft>
              <a:buClr>
                <a:schemeClr val="dk1"/>
              </a:buClr>
              <a:buSzPts val="1900"/>
              <a:buNone/>
              <a:defRPr/>
            </a:lvl2pPr>
            <a:lvl3pPr marL="1371600" lvl="2" indent="-349250" algn="l">
              <a:lnSpc>
                <a:spcPct val="120000"/>
              </a:lnSpc>
              <a:spcBef>
                <a:spcPts val="1300"/>
              </a:spcBef>
              <a:spcAft>
                <a:spcPts val="0"/>
              </a:spcAft>
              <a:buClr>
                <a:schemeClr val="dk1"/>
              </a:buClr>
              <a:buSzPts val="1900"/>
              <a:buChar char="•"/>
              <a:defRPr/>
            </a:lvl3pPr>
            <a:lvl4pPr marL="1828800" lvl="3" indent="-349250" algn="l">
              <a:lnSpc>
                <a:spcPct val="120000"/>
              </a:lnSpc>
              <a:spcBef>
                <a:spcPts val="1300"/>
              </a:spcBef>
              <a:spcAft>
                <a:spcPts val="0"/>
              </a:spcAft>
              <a:buClr>
                <a:schemeClr val="dk1"/>
              </a:buClr>
              <a:buSzPts val="1900"/>
              <a:buChar char="−"/>
              <a:defRPr/>
            </a:lvl4pPr>
            <a:lvl5pPr marL="2286000" lvl="4" indent="-349250" algn="l">
              <a:lnSpc>
                <a:spcPct val="120000"/>
              </a:lnSpc>
              <a:spcBef>
                <a:spcPts val="1300"/>
              </a:spcBef>
              <a:spcAft>
                <a:spcPts val="0"/>
              </a:spcAft>
              <a:buClr>
                <a:schemeClr val="dk1"/>
              </a:buClr>
              <a:buSzPts val="1900"/>
              <a:buChar char="−"/>
              <a:defRPr/>
            </a:lvl5pPr>
            <a:lvl6pPr marL="2743200" lvl="5" indent="-349250" algn="l">
              <a:lnSpc>
                <a:spcPct val="100000"/>
              </a:lnSpc>
              <a:spcBef>
                <a:spcPts val="1300"/>
              </a:spcBef>
              <a:spcAft>
                <a:spcPts val="0"/>
              </a:spcAft>
              <a:buClr>
                <a:schemeClr val="dk1"/>
              </a:buClr>
              <a:buSzPts val="1900"/>
              <a:buChar char="−"/>
              <a:defRPr/>
            </a:lvl6pPr>
            <a:lvl7pPr marL="3200400" lvl="6" indent="-349250" algn="l">
              <a:lnSpc>
                <a:spcPct val="100000"/>
              </a:lnSpc>
              <a:spcBef>
                <a:spcPts val="1300"/>
              </a:spcBef>
              <a:spcAft>
                <a:spcPts val="0"/>
              </a:spcAft>
              <a:buClr>
                <a:schemeClr val="dk1"/>
              </a:buClr>
              <a:buSzPts val="1900"/>
              <a:buChar char="−"/>
              <a:defRPr/>
            </a:lvl7pPr>
            <a:lvl8pPr marL="3657600" lvl="7" indent="-349250" algn="l">
              <a:lnSpc>
                <a:spcPct val="100000"/>
              </a:lnSpc>
              <a:spcBef>
                <a:spcPts val="1300"/>
              </a:spcBef>
              <a:spcAft>
                <a:spcPts val="0"/>
              </a:spcAft>
              <a:buClr>
                <a:schemeClr val="dk1"/>
              </a:buClr>
              <a:buSzPts val="1900"/>
              <a:buChar char="−"/>
              <a:defRPr/>
            </a:lvl8pPr>
            <a:lvl9pPr marL="4114800" lvl="8" indent="-349250" algn="l">
              <a:lnSpc>
                <a:spcPct val="100000"/>
              </a:lnSpc>
              <a:spcBef>
                <a:spcPts val="1300"/>
              </a:spcBef>
              <a:spcAft>
                <a:spcPts val="1300"/>
              </a:spcAft>
              <a:buClr>
                <a:schemeClr val="dk1"/>
              </a:buClr>
              <a:buSzPts val="1900"/>
              <a:buChar char="−"/>
              <a:defRPr/>
            </a:lvl9pPr>
          </a:lstStyle>
          <a:p>
            <a:endParaRPr/>
          </a:p>
        </p:txBody>
      </p:sp>
      <p:sp>
        <p:nvSpPr>
          <p:cNvPr id="39" name="Google Shape;39;g909358c274_1_445"/>
          <p:cNvSpPr txBox="1">
            <a:spLocks noGrp="1"/>
          </p:cNvSpPr>
          <p:nvPr>
            <p:ph type="body" idx="2"/>
          </p:nvPr>
        </p:nvSpPr>
        <p:spPr>
          <a:xfrm>
            <a:off x="469900" y="365760"/>
            <a:ext cx="11252400" cy="1731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rgbClr val="A5A5A5"/>
              </a:buClr>
              <a:buSzPts val="900"/>
              <a:buNone/>
              <a:defRPr sz="900" b="1" cap="none">
                <a:solidFill>
                  <a:srgbClr val="A5A5A5"/>
                </a:solidFill>
              </a:defRPr>
            </a:lvl1pPr>
            <a:lvl2pPr marL="914400" lvl="1" indent="-228600" algn="l">
              <a:lnSpc>
                <a:spcPct val="100000"/>
              </a:lnSpc>
              <a:spcBef>
                <a:spcPts val="1300"/>
              </a:spcBef>
              <a:spcAft>
                <a:spcPts val="0"/>
              </a:spcAft>
              <a:buClr>
                <a:schemeClr val="dk1"/>
              </a:buClr>
              <a:buSzPts val="1900"/>
              <a:buNone/>
              <a:defRPr/>
            </a:lvl2pPr>
            <a:lvl3pPr marL="1371600" lvl="2" indent="-349250" algn="l">
              <a:lnSpc>
                <a:spcPct val="120000"/>
              </a:lnSpc>
              <a:spcBef>
                <a:spcPts val="1300"/>
              </a:spcBef>
              <a:spcAft>
                <a:spcPts val="0"/>
              </a:spcAft>
              <a:buClr>
                <a:schemeClr val="dk1"/>
              </a:buClr>
              <a:buSzPts val="1900"/>
              <a:buChar char="•"/>
              <a:defRPr/>
            </a:lvl3pPr>
            <a:lvl4pPr marL="1828800" lvl="3" indent="-349250" algn="l">
              <a:lnSpc>
                <a:spcPct val="120000"/>
              </a:lnSpc>
              <a:spcBef>
                <a:spcPts val="1300"/>
              </a:spcBef>
              <a:spcAft>
                <a:spcPts val="0"/>
              </a:spcAft>
              <a:buClr>
                <a:schemeClr val="dk1"/>
              </a:buClr>
              <a:buSzPts val="1900"/>
              <a:buChar char="−"/>
              <a:defRPr/>
            </a:lvl4pPr>
            <a:lvl5pPr marL="2286000" lvl="4" indent="-349250" algn="l">
              <a:lnSpc>
                <a:spcPct val="120000"/>
              </a:lnSpc>
              <a:spcBef>
                <a:spcPts val="1300"/>
              </a:spcBef>
              <a:spcAft>
                <a:spcPts val="0"/>
              </a:spcAft>
              <a:buClr>
                <a:schemeClr val="dk1"/>
              </a:buClr>
              <a:buSzPts val="1900"/>
              <a:buChar char="−"/>
              <a:defRPr/>
            </a:lvl5pPr>
            <a:lvl6pPr marL="2743200" lvl="5" indent="-349250" algn="l">
              <a:lnSpc>
                <a:spcPct val="100000"/>
              </a:lnSpc>
              <a:spcBef>
                <a:spcPts val="1300"/>
              </a:spcBef>
              <a:spcAft>
                <a:spcPts val="0"/>
              </a:spcAft>
              <a:buClr>
                <a:schemeClr val="dk1"/>
              </a:buClr>
              <a:buSzPts val="1900"/>
              <a:buChar char="−"/>
              <a:defRPr/>
            </a:lvl6pPr>
            <a:lvl7pPr marL="3200400" lvl="6" indent="-349250" algn="l">
              <a:lnSpc>
                <a:spcPct val="100000"/>
              </a:lnSpc>
              <a:spcBef>
                <a:spcPts val="1300"/>
              </a:spcBef>
              <a:spcAft>
                <a:spcPts val="0"/>
              </a:spcAft>
              <a:buClr>
                <a:schemeClr val="dk1"/>
              </a:buClr>
              <a:buSzPts val="1900"/>
              <a:buChar char="−"/>
              <a:defRPr/>
            </a:lvl7pPr>
            <a:lvl8pPr marL="3657600" lvl="7" indent="-349250" algn="l">
              <a:lnSpc>
                <a:spcPct val="100000"/>
              </a:lnSpc>
              <a:spcBef>
                <a:spcPts val="1300"/>
              </a:spcBef>
              <a:spcAft>
                <a:spcPts val="0"/>
              </a:spcAft>
              <a:buClr>
                <a:schemeClr val="dk1"/>
              </a:buClr>
              <a:buSzPts val="1900"/>
              <a:buChar char="−"/>
              <a:defRPr/>
            </a:lvl8pPr>
            <a:lvl9pPr marL="4114800" lvl="8" indent="-349250" algn="l">
              <a:lnSpc>
                <a:spcPct val="100000"/>
              </a:lnSpc>
              <a:spcBef>
                <a:spcPts val="1300"/>
              </a:spcBef>
              <a:spcAft>
                <a:spcPts val="1300"/>
              </a:spcAft>
              <a:buClr>
                <a:schemeClr val="dk1"/>
              </a:buClr>
              <a:buSzPts val="1900"/>
              <a:buChar char="−"/>
              <a:defRPr/>
            </a:lvl9pPr>
          </a:lstStyle>
          <a:p>
            <a:endParaRPr/>
          </a:p>
        </p:txBody>
      </p:sp>
    </p:spTree>
    <p:extLst>
      <p:ext uri="{BB962C8B-B14F-4D97-AF65-F5344CB8AC3E}">
        <p14:creationId xmlns:p14="http://schemas.microsoft.com/office/powerpoint/2010/main" val="223575617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63427164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aglin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F64539B-6273-4DC3-8AC5-CEFA8BE1BD8A}"/>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390" name="think-cell Slide" r:id="rId5" imgW="378" imgH="377" progId="TCLayout.ActiveDocument.1">
                  <p:embed/>
                </p:oleObj>
              </mc:Choice>
              <mc:Fallback>
                <p:oleObj name="think-cell Slide" r:id="rId5" imgW="378" imgH="377" progId="TCLayout.ActiveDocument.1">
                  <p:embed/>
                  <p:pic>
                    <p:nvPicPr>
                      <p:cNvPr id="5" name="Object 4" hidden="1">
                        <a:extLst>
                          <a:ext uri="{FF2B5EF4-FFF2-40B4-BE49-F238E27FC236}">
                            <a16:creationId xmlns:a16="http://schemas.microsoft.com/office/drawing/2014/main" id="{CF64539B-6273-4DC3-8AC5-CEFA8BE1BD8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800" b="1" i="0" baseline="0">
              <a:latin typeface="Arial" panose="020B0604020202020204" pitchFamily="34" charset="0"/>
              <a:ea typeface="+mj-ea"/>
              <a:cs typeface="Calibri" panose="020F0502020204030204" pitchFamily="34" charset="0"/>
              <a:sym typeface="Arial" panose="020B0604020202020204" pitchFamily="34" charset="0"/>
            </a:endParaRPr>
          </a:p>
        </p:txBody>
      </p:sp>
      <p:sp>
        <p:nvSpPr>
          <p:cNvPr id="8" name="Text Placeholder 7">
            <a:extLst>
              <a:ext uri="{FF2B5EF4-FFF2-40B4-BE49-F238E27FC236}">
                <a16:creationId xmlns:a16="http://schemas.microsoft.com/office/drawing/2014/main" id="{50906DFE-E44E-48EA-8FE2-618D695B1FFA}"/>
              </a:ext>
            </a:extLst>
          </p:cNvPr>
          <p:cNvSpPr>
            <a:spLocks noGrp="1"/>
          </p:cNvSpPr>
          <p:nvPr>
            <p:ph type="body" sz="quarter" idx="10" hasCustomPrompt="1"/>
          </p:nvPr>
        </p:nvSpPr>
        <p:spPr>
          <a:xfrm>
            <a:off x="479425" y="908051"/>
            <a:ext cx="11233150" cy="433387"/>
          </a:xfrm>
          <a:prstGeom prst="rect">
            <a:avLst/>
          </a:prstGeom>
        </p:spPr>
        <p:txBody>
          <a:bodyPr lIns="0" rIns="0" anchor="ctr">
            <a:noAutofit/>
          </a:bodyPr>
          <a:lstStyle>
            <a:lvl1pPr marL="0" marR="0" indent="0" algn="l" defTabSz="914400" rtl="0" eaLnBrk="1" fontAlgn="auto" latinLnBrk="0" hangingPunct="1">
              <a:lnSpc>
                <a:spcPct val="100000"/>
              </a:lnSpc>
              <a:spcBef>
                <a:spcPts val="1000"/>
              </a:spcBef>
              <a:spcAft>
                <a:spcPts val="0"/>
              </a:spcAft>
              <a:buClrTx/>
              <a:buSzTx/>
              <a:buFontTx/>
              <a:buNone/>
              <a:tabLst/>
              <a:defRPr baseline="0">
                <a:solidFill>
                  <a:schemeClr val="tx1"/>
                </a:solidFill>
                <a:latin typeface="+mn-lt"/>
                <a:cs typeface="Calibri" panose="020F0502020204030204" pitchFamily="34" charset="0"/>
                <a:sym typeface="Century Gothic" panose="020B0502020202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Tx/>
              <a:buNone/>
              <a:tabLst/>
              <a:defRPr/>
            </a:pPr>
            <a:r>
              <a:rPr lang="en-ZA">
                <a:solidFill>
                  <a:schemeClr val="tx1"/>
                </a:solidFill>
              </a:rPr>
              <a:t>Tagline (1 or 2 lines, only capitalise first letters and nouns). Only full stops between sentences, not at end of last sentence. </a:t>
            </a:r>
            <a:r>
              <a:rPr lang="en-ZA"/>
              <a:t>There should be only one key message per slide</a:t>
            </a:r>
          </a:p>
        </p:txBody>
      </p:sp>
      <p:sp>
        <p:nvSpPr>
          <p:cNvPr id="11" name="Title 10">
            <a:extLst>
              <a:ext uri="{FF2B5EF4-FFF2-40B4-BE49-F238E27FC236}">
                <a16:creationId xmlns:a16="http://schemas.microsoft.com/office/drawing/2014/main" id="{31420DAB-B1EE-C545-9EE3-543083D3CD58}"/>
              </a:ext>
            </a:extLst>
          </p:cNvPr>
          <p:cNvSpPr>
            <a:spLocks noGrp="1"/>
          </p:cNvSpPr>
          <p:nvPr>
            <p:ph type="title"/>
          </p:nvPr>
        </p:nvSpPr>
        <p:spPr>
          <a:xfrm>
            <a:off x="479425" y="201496"/>
            <a:ext cx="10117990" cy="529200"/>
          </a:xfrm>
        </p:spPr>
        <p:txBody>
          <a:bodyPr lIns="0" rIns="0">
            <a:noAutofit/>
          </a:bodyPr>
          <a:lstStyle>
            <a:lvl1pPr>
              <a:defRPr>
                <a:solidFill>
                  <a:schemeClr val="tx1"/>
                </a:solidFill>
                <a:latin typeface="+mn-lt"/>
                <a:cs typeface="Calibri" panose="020F0502020204030204" pitchFamily="34" charset="0"/>
                <a:sym typeface="Century Gothic" panose="020B0502020202020204" pitchFamily="34" charset="0"/>
              </a:defRPr>
            </a:lvl1pPr>
          </a:lstStyle>
          <a:p>
            <a:r>
              <a:rPr lang="en-US"/>
              <a:t>Click to edit Master title style</a:t>
            </a:r>
            <a:endParaRPr lang="en-GB"/>
          </a:p>
        </p:txBody>
      </p:sp>
      <p:sp>
        <p:nvSpPr>
          <p:cNvPr id="13" name="Text Placeholder 12">
            <a:extLst>
              <a:ext uri="{FF2B5EF4-FFF2-40B4-BE49-F238E27FC236}">
                <a16:creationId xmlns:a16="http://schemas.microsoft.com/office/drawing/2014/main" id="{3D5A2D4D-C26C-CF4E-9700-AA75C0600981}"/>
              </a:ext>
            </a:extLst>
          </p:cNvPr>
          <p:cNvSpPr>
            <a:spLocks noGrp="1"/>
          </p:cNvSpPr>
          <p:nvPr>
            <p:ph type="body" sz="quarter" idx="11" hasCustomPrompt="1"/>
          </p:nvPr>
        </p:nvSpPr>
        <p:spPr>
          <a:xfrm>
            <a:off x="479425" y="6416675"/>
            <a:ext cx="11233150" cy="441325"/>
          </a:xfrm>
        </p:spPr>
        <p:txBody>
          <a:bodyPr anchor="b">
            <a:noAutofit/>
          </a:bodyPr>
          <a:lstStyle>
            <a:lvl1pPr>
              <a:spcBef>
                <a:spcPts val="0"/>
              </a:spcBef>
              <a:defRPr sz="800">
                <a:solidFill>
                  <a:schemeClr val="tx2"/>
                </a:solidFill>
                <a:latin typeface="Arial" panose="020B0604020202020204" pitchFamily="34" charset="0"/>
                <a:cs typeface="Calibri" panose="020F0502020204030204" pitchFamily="34" charset="0"/>
                <a:sym typeface="Arial" panose="020B0604020202020204" pitchFamily="34" charset="0"/>
              </a:defRPr>
            </a:lvl1pPr>
          </a:lstStyle>
          <a:p>
            <a:pPr lvl="0"/>
            <a:r>
              <a:rPr lang="en-US"/>
              <a:t>[Note(s)]:</a:t>
            </a:r>
          </a:p>
          <a:p>
            <a:pPr lvl="0"/>
            <a:r>
              <a:rPr lang="en-US"/>
              <a:t>[Source(s)]: </a:t>
            </a:r>
          </a:p>
        </p:txBody>
      </p:sp>
    </p:spTree>
    <p:extLst>
      <p:ext uri="{BB962C8B-B14F-4D97-AF65-F5344CB8AC3E}">
        <p14:creationId xmlns:p14="http://schemas.microsoft.com/office/powerpoint/2010/main" val="287323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11125200" cy="594360"/>
          </a:xfrm>
          <a:prstGeom prst="rect">
            <a:avLst/>
          </a:prstGeom>
        </p:spPr>
        <p:txBody>
          <a:bodyPr vert="horz" lIns="0" tIns="45720" rIns="0" bIns="0" rtlCol="0" anchor="b" anchorCtr="0">
            <a:noAutofit/>
          </a:bodyPr>
          <a:lstStyle>
            <a:lvl1pPr>
              <a:defRPr lang="en-US" sz="2800" spc="-75" dirty="0">
                <a:latin typeface="Open Sans" panose="020B0606030504020204" pitchFamily="34" charset="0"/>
                <a:ea typeface="Open Sans" panose="020B0606030504020204" pitchFamily="34" charset="0"/>
                <a:cs typeface="Open Sans" panose="020B0606030504020204" pitchFamily="34"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457200" y="1143000"/>
            <a:ext cx="11125200" cy="475488"/>
          </a:xfrm>
          <a:prstGeom prst="rect">
            <a:avLst/>
          </a:prstGeom>
        </p:spPr>
        <p:txBody>
          <a:bodyPr vert="horz" lIns="0" tIns="0" rIns="0" bIns="0" rtlCol="0">
            <a:noAutofit/>
          </a:bodyPr>
          <a:lstStyle>
            <a:lvl1pPr marL="0" indent="0">
              <a:buNone/>
              <a:defRPr lang="en-US" sz="1200">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lnSpc>
                <a:spcPct val="130000"/>
              </a:lnSpc>
            </a:pPr>
            <a:r>
              <a:rPr lang="en-US"/>
              <a:t>Click to edit Master text styles</a:t>
            </a:r>
          </a:p>
        </p:txBody>
      </p:sp>
    </p:spTree>
    <p:extLst>
      <p:ext uri="{BB962C8B-B14F-4D97-AF65-F5344CB8AC3E}">
        <p14:creationId xmlns:p14="http://schemas.microsoft.com/office/powerpoint/2010/main" val="280685092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8856-1A9E-4118-A2D8-1A0DF57D989B}"/>
              </a:ext>
            </a:extLst>
          </p:cNvPr>
          <p:cNvSpPr>
            <a:spLocks noGrp="1"/>
          </p:cNvSpPr>
          <p:nvPr>
            <p:ph type="title"/>
          </p:nvPr>
        </p:nvSpPr>
        <p:spPr>
          <a:xfrm>
            <a:off x="530224" y="468557"/>
            <a:ext cx="11160000" cy="335028"/>
          </a:xfrm>
        </p:spPr>
        <p:txBody>
          <a:bodyPr/>
          <a:lstStyle/>
          <a:p>
            <a:r>
              <a:rPr lang="en-US"/>
              <a:t>Click to edit Master title style</a:t>
            </a:r>
            <a:endParaRPr lang="en-ZA"/>
          </a:p>
        </p:txBody>
      </p:sp>
      <p:sp>
        <p:nvSpPr>
          <p:cNvPr id="4" name="Content Placeholder 3">
            <a:extLst>
              <a:ext uri="{FF2B5EF4-FFF2-40B4-BE49-F238E27FC236}">
                <a16:creationId xmlns:a16="http://schemas.microsoft.com/office/drawing/2014/main" id="{392BF16A-5356-4BCD-9115-437609C3A035}"/>
              </a:ext>
            </a:extLst>
          </p:cNvPr>
          <p:cNvSpPr>
            <a:spLocks noGrp="1"/>
          </p:cNvSpPr>
          <p:nvPr>
            <p:ph sz="quarter" idx="10"/>
          </p:nvPr>
        </p:nvSpPr>
        <p:spPr>
          <a:xfrm>
            <a:off x="530225" y="1355859"/>
            <a:ext cx="11160001" cy="4938579"/>
          </a:xfrm>
        </p:spPr>
        <p:txBody>
          <a:bodyPr/>
          <a:lstStyle>
            <a:lvl1pPr>
              <a:lnSpc>
                <a:spcPct val="120000"/>
              </a:lnSpc>
              <a:defRPr/>
            </a:lvl1pPr>
            <a:lvl2pPr>
              <a:defRPr>
                <a:solidFill>
                  <a:srgbClr val="C4D600"/>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Content Placeholder 5">
            <a:extLst>
              <a:ext uri="{FF2B5EF4-FFF2-40B4-BE49-F238E27FC236}">
                <a16:creationId xmlns:a16="http://schemas.microsoft.com/office/drawing/2014/main" id="{38EF2CFF-BD28-4187-803C-E9DD6856282D}"/>
              </a:ext>
            </a:extLst>
          </p:cNvPr>
          <p:cNvSpPr>
            <a:spLocks noGrp="1"/>
          </p:cNvSpPr>
          <p:nvPr>
            <p:ph sz="quarter" idx="11" hasCustomPrompt="1"/>
          </p:nvPr>
        </p:nvSpPr>
        <p:spPr>
          <a:xfrm>
            <a:off x="530224" y="972000"/>
            <a:ext cx="11160000" cy="215444"/>
          </a:xfrm>
        </p:spPr>
        <p:txBody>
          <a:bodyPr>
            <a:spAutoFit/>
          </a:bodyPr>
          <a:lstStyle>
            <a:lvl1pPr>
              <a:defRPr sz="1400">
                <a:solidFill>
                  <a:schemeClr val="bg1">
                    <a:lumMod val="95000"/>
                  </a:schemeClr>
                </a:solidFill>
              </a:defRPr>
            </a:lvl1pPr>
          </a:lstStyle>
          <a:p>
            <a:pPr lvl="0"/>
            <a:r>
              <a:rPr lang="en-US"/>
              <a:t>Click to edit master sub-title style</a:t>
            </a:r>
            <a:endParaRPr lang="en-ZA"/>
          </a:p>
        </p:txBody>
      </p:sp>
      <p:sp>
        <p:nvSpPr>
          <p:cNvPr id="5" name="Text Placeholder 8">
            <a:extLst>
              <a:ext uri="{FF2B5EF4-FFF2-40B4-BE49-F238E27FC236}">
                <a16:creationId xmlns:a16="http://schemas.microsoft.com/office/drawing/2014/main" id="{FC64C56B-978D-4DB3-B255-543359304D8A}"/>
              </a:ext>
            </a:extLst>
          </p:cNvPr>
          <p:cNvSpPr>
            <a:spLocks noGrp="1"/>
          </p:cNvSpPr>
          <p:nvPr>
            <p:ph type="body" sz="quarter" idx="12"/>
          </p:nvPr>
        </p:nvSpPr>
        <p:spPr>
          <a:xfrm>
            <a:off x="9324433" y="4"/>
            <a:ext cx="2867571" cy="226591"/>
          </a:xfrm>
          <a:noFill/>
        </p:spPr>
        <p:txBody>
          <a:bodyPr wrap="none" lIns="0" tIns="72000" rIns="72000" bIns="0">
            <a:spAutoFit/>
          </a:bodyPr>
          <a:lstStyle>
            <a:lvl1pPr algn="r">
              <a:defRPr lang="en-US" sz="1000" b="1" cap="small" spc="267" baseline="0" smtClean="0">
                <a:solidFill>
                  <a:schemeClr val="bg1">
                    <a:lumMod val="95000"/>
                  </a:schemeClr>
                </a:solidFill>
              </a:defRPr>
            </a:lvl1pPr>
            <a:lvl2pPr>
              <a:defRPr lang="en-US" smtClean="0"/>
            </a:lvl2pPr>
            <a:lvl3pPr>
              <a:defRPr lang="en-US" smtClean="0"/>
            </a:lvl3pPr>
            <a:lvl4pPr>
              <a:defRPr lang="en-US" smtClean="0"/>
            </a:lvl4pPr>
            <a:lvl5pPr>
              <a:defRPr lang="en-ZA"/>
            </a:lvl5pPr>
          </a:lstStyle>
          <a:p>
            <a:pPr lvl="0" algn="r"/>
            <a:r>
              <a:rPr lang="en-US"/>
              <a:t>Click to edit Master text styles</a:t>
            </a:r>
            <a:endParaRPr lang="en-ZA"/>
          </a:p>
        </p:txBody>
      </p:sp>
    </p:spTree>
    <p:extLst>
      <p:ext uri="{BB962C8B-B14F-4D97-AF65-F5344CB8AC3E}">
        <p14:creationId xmlns:p14="http://schemas.microsoft.com/office/powerpoint/2010/main" val="30028515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vmlDrawing" Target="../drawings/vmlDrawing3.vml"/><Relationship Id="rId7" Type="http://schemas.openxmlformats.org/officeDocument/2006/relationships/image" Target="../media/image1.emf"/><Relationship Id="rId12" Type="http://schemas.openxmlformats.org/officeDocument/2006/relationships/image" Target="../media/image10.png"/><Relationship Id="rId2"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oleObject" Target="../embeddings/oleObject3.bin"/><Relationship Id="rId11" Type="http://schemas.openxmlformats.org/officeDocument/2006/relationships/image" Target="../media/image9.png"/><Relationship Id="rId5" Type="http://schemas.openxmlformats.org/officeDocument/2006/relationships/tags" Target="../tags/tag7.xml"/><Relationship Id="rId10" Type="http://schemas.openxmlformats.org/officeDocument/2006/relationships/slide" Target="../slides/slide2.xml"/><Relationship Id="rId4" Type="http://schemas.openxmlformats.org/officeDocument/2006/relationships/tags" Target="../tags/tag6.xml"/><Relationship Id="rId9"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1407054929"/>
              </p:ext>
            </p:extLst>
          </p:nvPr>
        </p:nvGraphicFramePr>
        <p:xfrm>
          <a:off x="2122" y="1591"/>
          <a:ext cx="2116" cy="1587"/>
        </p:xfrm>
        <a:graphic>
          <a:graphicData uri="http://schemas.openxmlformats.org/presentationml/2006/ole">
            <mc:AlternateContent xmlns:mc="http://schemas.openxmlformats.org/markup-compatibility/2006">
              <mc:Choice xmlns:v="urn:schemas-microsoft-com:vml" Requires="v">
                <p:oleObj spid="_x0000_s1054" name="think-cell Slide" r:id="rId20" imgW="270" imgH="270" progId="TCLayout.ActiveDocument.1">
                  <p:embed/>
                </p:oleObj>
              </mc:Choice>
              <mc:Fallback>
                <p:oleObj name="think-cell Slide" r:id="rId20" imgW="270" imgH="270" progId="TCLayout.ActiveDocument.1">
                  <p:embed/>
                  <p:pic>
                    <p:nvPicPr>
                      <p:cNvPr id="4" name="Object 3" hidden="1"/>
                      <p:cNvPicPr/>
                      <p:nvPr/>
                    </p:nvPicPr>
                    <p:blipFill>
                      <a:blip r:embed="rId21"/>
                      <a:stretch>
                        <a:fillRect/>
                      </a:stretch>
                    </p:blipFill>
                    <p:spPr>
                      <a:xfrm>
                        <a:off x="2122" y="1591"/>
                        <a:ext cx="2116" cy="1587"/>
                      </a:xfrm>
                      <a:prstGeom prst="rect">
                        <a:avLst/>
                      </a:prstGeom>
                    </p:spPr>
                  </p:pic>
                </p:oleObj>
              </mc:Fallback>
            </mc:AlternateContent>
          </a:graphicData>
        </a:graphic>
      </p:graphicFrame>
      <p:sp>
        <p:nvSpPr>
          <p:cNvPr id="5" name="Rectangle 4" hidden="1"/>
          <p:cNvSpPr/>
          <p:nvPr>
            <p:custDataLst>
              <p:tags r:id="rId19"/>
            </p:custDataLst>
          </p:nvPr>
        </p:nvSpPr>
        <p:spPr bwMode="gray">
          <a:xfrm>
            <a:off x="3" y="2"/>
            <a:ext cx="158749" cy="158749"/>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94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16000" y="468557"/>
            <a:ext cx="11160000" cy="430887"/>
          </a:xfrm>
          <a:prstGeom prst="rect">
            <a:avLst/>
          </a:prstGeom>
        </p:spPr>
        <p:txBody>
          <a:bodyPr vert="horz" lIns="0" tIns="0" rIns="0" bIns="0" rtlCol="0" anchor="t" anchorCtr="0">
            <a:spAutoFit/>
          </a:bodyPr>
          <a:lstStyle/>
          <a:p>
            <a:pPr lvl="0"/>
            <a:r>
              <a:rPr lang="en-US" noProof="0"/>
              <a:t>Click to edit Master title style</a:t>
            </a:r>
          </a:p>
        </p:txBody>
      </p:sp>
      <p:sp>
        <p:nvSpPr>
          <p:cNvPr id="19" name="Text Placeholder 18"/>
          <p:cNvSpPr>
            <a:spLocks noGrp="1"/>
          </p:cNvSpPr>
          <p:nvPr>
            <p:ph type="body" idx="1"/>
          </p:nvPr>
        </p:nvSpPr>
        <p:spPr>
          <a:xfrm>
            <a:off x="516000" y="972457"/>
            <a:ext cx="11160000" cy="5530453"/>
          </a:xfrm>
          <a:prstGeom prst="rect">
            <a:avLst/>
          </a:prstGeom>
        </p:spPr>
        <p:txBody>
          <a:bodyPr vert="horz" lIns="0" tIns="0" rIns="0" bIns="0" rtlCol="0">
            <a:noAutofit/>
          </a:bodyPr>
          <a:lstStyle/>
          <a:p>
            <a:pPr marL="0" lvl="0" indent="0" algn="l" defTabSz="1343899" rtl="0" eaLnBrk="1" latinLnBrk="0" hangingPunct="1">
              <a:lnSpc>
                <a:spcPct val="120000"/>
              </a:lnSpc>
              <a:spcBef>
                <a:spcPts val="0"/>
              </a:spcBef>
              <a:spcAft>
                <a:spcPts val="881"/>
              </a:spcAft>
              <a:buSzPct val="100000"/>
              <a:buFont typeface="Arial" panose="020B0604020202020204" pitchFamily="34" charset="0"/>
              <a:buNone/>
            </a:pPr>
            <a:r>
              <a:rPr lang="en-US" noProof="0"/>
              <a:t>Edit Master text styles</a:t>
            </a:r>
          </a:p>
          <a:p>
            <a:pPr marL="0" marR="0" lvl="1" indent="0" algn="l" defTabSz="1343899" rtl="0" eaLnBrk="1" fontAlgn="auto" latinLnBrk="0" hangingPunct="1">
              <a:lnSpc>
                <a:spcPct val="120000"/>
              </a:lnSpc>
              <a:spcBef>
                <a:spcPts val="1200"/>
              </a:spcBef>
              <a:spcAft>
                <a:spcPts val="300"/>
              </a:spcAft>
              <a:buClrTx/>
              <a:buSzPct val="100000"/>
              <a:buFont typeface="Arial"/>
              <a:buNone/>
              <a:tabLst/>
              <a:defRPr/>
            </a:pPr>
            <a:r>
              <a:rPr lang="en-US" noProof="0"/>
              <a:t>Second level</a:t>
            </a:r>
          </a:p>
          <a:p>
            <a:pPr marL="259257" marR="0" lvl="2" indent="-259257"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pPr>
            <a:r>
              <a:rPr lang="en-US" noProof="0"/>
              <a:t>Third level</a:t>
            </a:r>
          </a:p>
          <a:p>
            <a:pPr marL="523804" lvl="3" indent="-259257" algn="l" defTabSz="1343899" rtl="0" eaLnBrk="1" latinLnBrk="0" hangingPunct="1">
              <a:lnSpc>
                <a:spcPct val="120000"/>
              </a:lnSpc>
              <a:spcBef>
                <a:spcPts val="0"/>
              </a:spcBef>
              <a:spcAft>
                <a:spcPts val="881"/>
              </a:spcAft>
              <a:buClrTx/>
              <a:buSzPct val="100000"/>
              <a:buFont typeface="Verdana" panose="020B0604030504040204" pitchFamily="34" charset="0"/>
              <a:buChar char="−"/>
            </a:pPr>
            <a:r>
              <a:rPr lang="en-US" noProof="0"/>
              <a:t>Fourth level</a:t>
            </a:r>
          </a:p>
          <a:p>
            <a:pPr lvl="4"/>
            <a:r>
              <a:rPr lang="en-US" noProof="0"/>
              <a:t>Fifth level</a:t>
            </a:r>
          </a:p>
        </p:txBody>
      </p:sp>
      <p:sp>
        <p:nvSpPr>
          <p:cNvPr id="3" name="TextBox 2"/>
          <p:cNvSpPr txBox="1"/>
          <p:nvPr userDrawn="1"/>
        </p:nvSpPr>
        <p:spPr>
          <a:xfrm>
            <a:off x="11530054" y="6606579"/>
            <a:ext cx="160300" cy="153888"/>
          </a:xfrm>
          <a:prstGeom prst="rect">
            <a:avLst/>
          </a:prstGeom>
          <a:noFill/>
        </p:spPr>
        <p:txBody>
          <a:bodyPr wrap="none" lIns="0" tIns="0" rIns="0" bIns="0" rtlCol="0" anchor="b">
            <a:spAutoFit/>
          </a:bodyPr>
          <a:lstStyle/>
          <a:p>
            <a:pPr marL="0" indent="0" algn="r">
              <a:spcBef>
                <a:spcPts val="881"/>
              </a:spcBef>
              <a:buSzPct val="100000"/>
              <a:buFont typeface="Arial"/>
              <a:buNone/>
            </a:pPr>
            <a:fld id="{C58DF478-B544-4ED8-9ED4-6A2648E2D233}" type="slidenum">
              <a:rPr lang="en-US" sz="1000" noProof="0" smtClean="0">
                <a:solidFill>
                  <a:schemeClr val="tx1"/>
                </a:solidFill>
                <a:latin typeface="+mn-lt"/>
              </a:rPr>
              <a:pPr marL="0" indent="0" algn="r">
                <a:spcBef>
                  <a:spcPts val="881"/>
                </a:spcBef>
                <a:buSzPct val="100000"/>
                <a:buFont typeface="Arial"/>
                <a:buNone/>
              </a:pPr>
              <a:t>‹#›</a:t>
            </a:fld>
            <a:endParaRPr lang="en-US" sz="1000" noProof="0">
              <a:solidFill>
                <a:schemeClr val="tx1"/>
              </a:solidFill>
              <a:latin typeface="+mn-lt"/>
            </a:endParaRPr>
          </a:p>
        </p:txBody>
      </p:sp>
      <p:sp>
        <p:nvSpPr>
          <p:cNvPr id="10" name="TextBox 9"/>
          <p:cNvSpPr txBox="1"/>
          <p:nvPr userDrawn="1"/>
        </p:nvSpPr>
        <p:spPr>
          <a:xfrm>
            <a:off x="501652" y="6637356"/>
            <a:ext cx="3379130" cy="123111"/>
          </a:xfrm>
          <a:prstGeom prst="rect">
            <a:avLst/>
          </a:prstGeom>
          <a:noFill/>
        </p:spPr>
        <p:txBody>
          <a:bodyPr wrap="none" lIns="0" tIns="0" rIns="0" bIns="0" rtlCol="0" anchor="b">
            <a:spAutoFit/>
          </a:bodyPr>
          <a:lstStyle/>
          <a:p>
            <a:pPr marL="0" marR="0" lvl="0" indent="0" algn="l" defTabSz="1219170" rtl="0" eaLnBrk="1" fontAlgn="auto" latinLnBrk="0" hangingPunct="1">
              <a:lnSpc>
                <a:spcPct val="100000"/>
              </a:lnSpc>
              <a:spcBef>
                <a:spcPts val="0"/>
              </a:spcBef>
              <a:spcAft>
                <a:spcPts val="0"/>
              </a:spcAft>
              <a:buClrTx/>
              <a:buSzPct val="100000"/>
              <a:buFont typeface="Arial"/>
              <a:buNone/>
              <a:tabLst/>
              <a:defRPr/>
            </a:pPr>
            <a:r>
              <a:rPr lang="en-ZA" sz="800" b="0" noProof="0">
                <a:solidFill>
                  <a:schemeClr val="tx1"/>
                </a:solidFill>
                <a:latin typeface="+mn-lt"/>
              </a:rPr>
              <a:t>Copyright © 2021 Deloitte Touché Tohmatsu India LLP. All rights reserved.</a:t>
            </a:r>
          </a:p>
        </p:txBody>
      </p:sp>
    </p:spTree>
    <p:extLst>
      <p:ext uri="{BB962C8B-B14F-4D97-AF65-F5344CB8AC3E}">
        <p14:creationId xmlns:p14="http://schemas.microsoft.com/office/powerpoint/2010/main" val="3450021558"/>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70" r:id="rId4"/>
    <p:sldLayoutId id="2147483772" r:id="rId5"/>
    <p:sldLayoutId id="2147483776" r:id="rId6"/>
    <p:sldLayoutId id="2147483773" r:id="rId7"/>
    <p:sldLayoutId id="2147483780" r:id="rId8"/>
    <p:sldLayoutId id="2147483778" r:id="rId9"/>
    <p:sldLayoutId id="2147483787" r:id="rId10"/>
    <p:sldLayoutId id="2147483792" r:id="rId11"/>
    <p:sldLayoutId id="2147483793" r:id="rId12"/>
    <p:sldLayoutId id="2147483794" r:id="rId13"/>
    <p:sldLayoutId id="2147483795" r:id="rId14"/>
    <p:sldLayoutId id="2147483796" r:id="rId15"/>
  </p:sldLayoutIdLst>
  <p:transition>
    <p:fade/>
  </p:transition>
  <p:hf hdr="0" dt="0"/>
  <p:txStyles>
    <p:titleStyle>
      <a:lvl1pPr algn="l" defTabSz="1343899" rtl="0" eaLnBrk="1" latinLnBrk="0" hangingPunct="1">
        <a:spcBef>
          <a:spcPct val="0"/>
        </a:spcBef>
        <a:buNone/>
        <a:defRPr lang="en-US" sz="2800" kern="1200" noProof="0" dirty="0">
          <a:solidFill>
            <a:schemeClr val="tx1"/>
          </a:solidFill>
          <a:latin typeface="+mn-lt"/>
          <a:ea typeface="Open Sans Light" panose="020B0306030504020204" pitchFamily="34" charset="0"/>
          <a:cs typeface="Open Sans Light" panose="020B0306030504020204" pitchFamily="34" charset="0"/>
        </a:defRPr>
      </a:lvl1pPr>
    </p:titleStyle>
    <p:bodyStyle>
      <a:lvl1pPr marL="0" indent="0" algn="l" defTabSz="1343899" rtl="0" eaLnBrk="1" latinLnBrk="0" hangingPunct="1">
        <a:spcBef>
          <a:spcPts val="0"/>
        </a:spcBef>
        <a:spcAft>
          <a:spcPts val="600"/>
        </a:spcAft>
        <a:buSzPct val="100000"/>
        <a:buFont typeface="Arial" panose="020B0604020202020204" pitchFamily="34" charset="0"/>
        <a:buNone/>
        <a:defRPr lang="en-US" sz="1400" b="0" kern="1200" noProof="0" dirty="0">
          <a:solidFill>
            <a:schemeClr val="tx1"/>
          </a:solidFill>
          <a:latin typeface="+mn-lt"/>
          <a:ea typeface="+mn-ea"/>
          <a:cs typeface="+mn-cs"/>
        </a:defRPr>
      </a:lvl1pPr>
      <a:lvl2pPr marL="0" indent="0" algn="l" defTabSz="1343899" rtl="0" eaLnBrk="1" latinLnBrk="0" hangingPunct="1">
        <a:spcBef>
          <a:spcPts val="1200"/>
        </a:spcBef>
        <a:spcAft>
          <a:spcPts val="300"/>
        </a:spcAft>
        <a:buClrTx/>
        <a:buSzPct val="100000"/>
        <a:buFont typeface="Arial"/>
        <a:buNone/>
        <a:defRPr lang="en-US" sz="1400" b="0" kern="1200" noProof="0" dirty="0" smtClean="0">
          <a:solidFill>
            <a:srgbClr val="0070C0"/>
          </a:solidFill>
          <a:latin typeface="+mn-lt"/>
          <a:ea typeface="+mn-ea"/>
          <a:cs typeface="+mn-cs"/>
        </a:defRPr>
      </a:lvl2pPr>
      <a:lvl3pPr marL="180001" marR="0" indent="-180001"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defRPr lang="en-US" sz="1400" b="0" kern="1200" noProof="0" dirty="0">
          <a:solidFill>
            <a:schemeClr val="tx1"/>
          </a:solidFill>
          <a:latin typeface="+mn-lt"/>
          <a:ea typeface="+mn-ea"/>
          <a:cs typeface="+mn-cs"/>
        </a:defRPr>
      </a:lvl3pPr>
      <a:lvl4pPr marL="360002" indent="-180001" algn="l" defTabSz="1343899" rtl="0" eaLnBrk="1" latinLnBrk="0" hangingPunct="1">
        <a:lnSpc>
          <a:spcPct val="120000"/>
        </a:lnSpc>
        <a:spcBef>
          <a:spcPts val="0"/>
        </a:spcBef>
        <a:spcAft>
          <a:spcPts val="300"/>
        </a:spcAft>
        <a:buClrTx/>
        <a:buSzPct val="100000"/>
        <a:buFont typeface="Verdana" panose="020B0604030504040204" pitchFamily="34" charset="0"/>
        <a:buChar char="−"/>
        <a:defRPr lang="en-US" sz="1400" kern="1200" baseline="0" noProof="0" dirty="0">
          <a:solidFill>
            <a:schemeClr val="tx1"/>
          </a:solidFill>
          <a:latin typeface="+mn-lt"/>
          <a:ea typeface="+mn-ea"/>
          <a:cs typeface="+mn-cs"/>
        </a:defRPr>
      </a:lvl4pPr>
      <a:lvl5pPr marL="540004" indent="-180001" algn="l" defTabSz="1173579" rtl="0" eaLnBrk="1" latinLnBrk="0" hangingPunct="1">
        <a:lnSpc>
          <a:spcPct val="120000"/>
        </a:lnSpc>
        <a:spcBef>
          <a:spcPts val="0"/>
        </a:spcBef>
        <a:spcAft>
          <a:spcPts val="600"/>
        </a:spcAft>
        <a:buClrTx/>
        <a:buSzPct val="100000"/>
        <a:buFont typeface="Verdana" panose="020B0604030504040204" pitchFamily="34" charset="0"/>
        <a:buChar char="−"/>
        <a:tabLst/>
        <a:defRPr lang="en-US" sz="1400" kern="1200" baseline="0" noProof="0" dirty="0">
          <a:solidFill>
            <a:schemeClr val="tx1"/>
          </a:solidFill>
          <a:latin typeface="+mn-lt"/>
          <a:ea typeface="+mn-ea"/>
          <a:cs typeface="+mn-cs"/>
        </a:defRPr>
      </a:lvl5pPr>
      <a:lvl6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6pPr>
      <a:lvl7pPr marL="783059" indent="-259257" algn="l" defTabSz="1343899" rtl="0" eaLnBrk="1" latinLnBrk="0" hangingPunct="1">
        <a:spcBef>
          <a:spcPts val="0"/>
        </a:spcBef>
        <a:spcAft>
          <a:spcPts val="1469"/>
        </a:spcAft>
        <a:buFont typeface="Verdana" panose="020B0604030504040204" pitchFamily="34" charset="0"/>
        <a:buChar char="−"/>
        <a:defRPr sz="1764" kern="1200">
          <a:solidFill>
            <a:schemeClr val="tx1"/>
          </a:solidFill>
          <a:latin typeface="+mn-lt"/>
          <a:ea typeface="+mn-ea"/>
          <a:cs typeface="+mn-cs"/>
        </a:defRPr>
      </a:lvl7pPr>
      <a:lvl8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8pPr>
      <a:lvl9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9pPr>
    </p:bodyStyle>
    <p:otherStyle>
      <a:defPPr>
        <a:defRPr lang="en-US"/>
      </a:defPPr>
      <a:lvl1pPr marL="0" algn="l" defTabSz="1343899" rtl="0" eaLnBrk="1" latinLnBrk="0" hangingPunct="1">
        <a:defRPr sz="2645" kern="1200">
          <a:solidFill>
            <a:schemeClr val="tx1"/>
          </a:solidFill>
          <a:latin typeface="+mn-lt"/>
          <a:ea typeface="+mn-ea"/>
          <a:cs typeface="+mn-cs"/>
        </a:defRPr>
      </a:lvl1pPr>
      <a:lvl2pPr marL="671950" algn="l" defTabSz="1343899" rtl="0" eaLnBrk="1" latinLnBrk="0" hangingPunct="1">
        <a:defRPr sz="2645" kern="1200">
          <a:solidFill>
            <a:schemeClr val="tx1"/>
          </a:solidFill>
          <a:latin typeface="+mn-lt"/>
          <a:ea typeface="+mn-ea"/>
          <a:cs typeface="+mn-cs"/>
        </a:defRPr>
      </a:lvl2pPr>
      <a:lvl3pPr marL="1343899" algn="l" defTabSz="1343899" rtl="0" eaLnBrk="1" latinLnBrk="0" hangingPunct="1">
        <a:defRPr sz="2645" kern="1200">
          <a:solidFill>
            <a:schemeClr val="tx1"/>
          </a:solidFill>
          <a:latin typeface="+mn-lt"/>
          <a:ea typeface="+mn-ea"/>
          <a:cs typeface="+mn-cs"/>
        </a:defRPr>
      </a:lvl3pPr>
      <a:lvl4pPr marL="2015849" algn="l" defTabSz="1343899" rtl="0" eaLnBrk="1" latinLnBrk="0" hangingPunct="1">
        <a:defRPr sz="2645" kern="1200">
          <a:solidFill>
            <a:schemeClr val="tx1"/>
          </a:solidFill>
          <a:latin typeface="+mn-lt"/>
          <a:ea typeface="+mn-ea"/>
          <a:cs typeface="+mn-cs"/>
        </a:defRPr>
      </a:lvl4pPr>
      <a:lvl5pPr marL="2687799" algn="l" defTabSz="1343899" rtl="0" eaLnBrk="1" latinLnBrk="0" hangingPunct="1">
        <a:defRPr sz="2645" kern="1200">
          <a:solidFill>
            <a:schemeClr val="tx1"/>
          </a:solidFill>
          <a:latin typeface="+mn-lt"/>
          <a:ea typeface="+mn-ea"/>
          <a:cs typeface="+mn-cs"/>
        </a:defRPr>
      </a:lvl5pPr>
      <a:lvl6pPr marL="3359749" algn="l" defTabSz="1343899" rtl="0" eaLnBrk="1" latinLnBrk="0" hangingPunct="1">
        <a:defRPr sz="2645" kern="1200">
          <a:solidFill>
            <a:schemeClr val="tx1"/>
          </a:solidFill>
          <a:latin typeface="+mn-lt"/>
          <a:ea typeface="+mn-ea"/>
          <a:cs typeface="+mn-cs"/>
        </a:defRPr>
      </a:lvl6pPr>
      <a:lvl7pPr marL="4031697" algn="l" defTabSz="1343899" rtl="0" eaLnBrk="1" latinLnBrk="0" hangingPunct="1">
        <a:defRPr sz="2645" kern="1200">
          <a:solidFill>
            <a:schemeClr val="tx1"/>
          </a:solidFill>
          <a:latin typeface="+mn-lt"/>
          <a:ea typeface="+mn-ea"/>
          <a:cs typeface="+mn-cs"/>
        </a:defRPr>
      </a:lvl7pPr>
      <a:lvl8pPr marL="4703648" algn="l" defTabSz="1343899" rtl="0" eaLnBrk="1" latinLnBrk="0" hangingPunct="1">
        <a:defRPr sz="2645" kern="1200">
          <a:solidFill>
            <a:schemeClr val="tx1"/>
          </a:solidFill>
          <a:latin typeface="+mn-lt"/>
          <a:ea typeface="+mn-ea"/>
          <a:cs typeface="+mn-cs"/>
        </a:defRPr>
      </a:lvl8pPr>
      <a:lvl9pPr marL="5375597" algn="l" defTabSz="1343899" rtl="0" eaLnBrk="1" latinLnBrk="0" hangingPunct="1">
        <a:defRPr sz="264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56">
          <p15:clr>
            <a:srgbClr val="F26B43"/>
          </p15:clr>
        </p15:guide>
        <p15:guide id="4" pos="195">
          <p15:clr>
            <a:srgbClr val="F26B43"/>
          </p15:clr>
        </p15:guide>
        <p15:guide id="5" pos="4546">
          <p15:clr>
            <a:srgbClr val="F26B43"/>
          </p15:clr>
        </p15:guide>
        <p15:guide id="7" orient="horz" pos="164">
          <p15:clr>
            <a:srgbClr val="F26B43"/>
          </p15:clr>
        </p15:guide>
        <p15:guide id="8" orient="horz" pos="3357">
          <p15:clr>
            <a:srgbClr val="F26B43"/>
          </p15:clr>
        </p15:guide>
        <p15:guide id="10" pos="3063">
          <p15:clr>
            <a:srgbClr val="F26B43"/>
          </p15:clr>
        </p15:guide>
        <p15:guide id="11" orient="horz" pos="195">
          <p15:clr>
            <a:srgbClr val="F26B43"/>
          </p15:clr>
        </p15:guide>
        <p15:guide id="12" pos="841">
          <p15:clr>
            <a:srgbClr val="F26B43"/>
          </p15:clr>
        </p15:guide>
        <p15:guide id="13" pos="936">
          <p15:clr>
            <a:srgbClr val="F26B43"/>
          </p15:clr>
        </p15:guide>
        <p15:guide id="14" pos="1579">
          <p15:clr>
            <a:srgbClr val="F26B43"/>
          </p15:clr>
        </p15:guide>
        <p15:guide id="15" pos="1673">
          <p15:clr>
            <a:srgbClr val="F26B43"/>
          </p15:clr>
        </p15:guide>
        <p15:guide id="16" pos="3802">
          <p15:clr>
            <a:srgbClr val="F26B43"/>
          </p15:clr>
        </p15:guide>
        <p15:guide id="17" pos="2323">
          <p15:clr>
            <a:srgbClr val="F26B43"/>
          </p15:clr>
        </p15:guide>
        <p15:guide id="18" pos="2417">
          <p15:clr>
            <a:srgbClr val="F26B43"/>
          </p15:clr>
        </p15:guide>
        <p15:guide id="19" pos="2369">
          <p15:clr>
            <a:srgbClr val="F26B43"/>
          </p15:clr>
        </p15:guide>
        <p15:guide id="20" pos="3896">
          <p15:clr>
            <a:srgbClr val="F26B43"/>
          </p15:clr>
        </p15:guide>
        <p15:guide id="21" orient="horz" pos="864">
          <p15:clr>
            <a:srgbClr val="F26B43"/>
          </p15:clr>
        </p15:guide>
        <p15:guide id="22" orient="horz" pos="526">
          <p15:clr>
            <a:srgbClr val="F26B43"/>
          </p15:clr>
        </p15:guide>
        <p15:guide id="23" pos="3161">
          <p15:clr>
            <a:srgbClr val="F26B43"/>
          </p15:clr>
        </p15:guide>
        <p15:guide id="24" orient="horz" pos="1778">
          <p15:clr>
            <a:srgbClr val="F26B43"/>
          </p15:clr>
        </p15:guide>
        <p15:guide id="25" orient="horz" pos="3308">
          <p15:clr>
            <a:srgbClr val="F26B43"/>
          </p15:clr>
        </p15:guide>
        <p15:guide id="26" pos="272">
          <p15:clr>
            <a:srgbClr val="F26B43"/>
          </p15:clr>
        </p15:guide>
        <p15:guide id="27" pos="6048">
          <p15:clr>
            <a:srgbClr val="F26B43"/>
          </p15:clr>
        </p15:guide>
        <p15:guide id="28" orient="horz" pos="882">
          <p15:clr>
            <a:srgbClr val="F26B43"/>
          </p15:clr>
        </p15:guide>
        <p15:guide id="29" orient="horz" pos="146">
          <p15:clr>
            <a:srgbClr val="F26B43"/>
          </p15:clr>
        </p15:guide>
        <p15:guide id="30" orient="horz" pos="3364">
          <p15:clr>
            <a:srgbClr val="F26B43"/>
          </p15:clr>
        </p15:guide>
        <p15:guide id="31" pos="3037">
          <p15:clr>
            <a:srgbClr val="F26B43"/>
          </p15:clr>
        </p15:guide>
        <p15:guide id="32" pos="328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
            </p:custDataLst>
            <p:extLst>
              <p:ext uri="{D42A27DB-BD31-4B8C-83A1-F6EECF244321}">
                <p14:modId xmlns:p14="http://schemas.microsoft.com/office/powerpoint/2010/main" val="1499712548"/>
              </p:ext>
            </p:extLst>
          </p:nvPr>
        </p:nvGraphicFramePr>
        <p:xfrm>
          <a:off x="2122" y="1591"/>
          <a:ext cx="2116" cy="1587"/>
        </p:xfrm>
        <a:graphic>
          <a:graphicData uri="http://schemas.openxmlformats.org/presentationml/2006/ole">
            <mc:AlternateContent xmlns:mc="http://schemas.openxmlformats.org/markup-compatibility/2006">
              <mc:Choice xmlns:v="urn:schemas-microsoft-com:vml" Requires="v">
                <p:oleObj spid="_x0000_s17438" name="think-cell Slide" r:id="rId6" imgW="270" imgH="270" progId="TCLayout.ActiveDocument.1">
                  <p:embed/>
                </p:oleObj>
              </mc:Choice>
              <mc:Fallback>
                <p:oleObj name="think-cell Slide" r:id="rId6" imgW="270" imgH="270" progId="TCLayout.ActiveDocument.1">
                  <p:embed/>
                  <p:pic>
                    <p:nvPicPr>
                      <p:cNvPr id="4" name="Object 3" hidden="1"/>
                      <p:cNvPicPr/>
                      <p:nvPr/>
                    </p:nvPicPr>
                    <p:blipFill>
                      <a:blip r:embed="rId7"/>
                      <a:stretch>
                        <a:fillRect/>
                      </a:stretch>
                    </p:blipFill>
                    <p:spPr>
                      <a:xfrm>
                        <a:off x="2122" y="1591"/>
                        <a:ext cx="2116" cy="1587"/>
                      </a:xfrm>
                      <a:prstGeom prst="rect">
                        <a:avLst/>
                      </a:prstGeom>
                    </p:spPr>
                  </p:pic>
                </p:oleObj>
              </mc:Fallback>
            </mc:AlternateContent>
          </a:graphicData>
        </a:graphic>
      </p:graphicFrame>
      <p:sp>
        <p:nvSpPr>
          <p:cNvPr id="5" name="Rectangle 4" hidden="1"/>
          <p:cNvSpPr/>
          <p:nvPr>
            <p:custDataLst>
              <p:tags r:id="rId5"/>
            </p:custDataLst>
          </p:nvPr>
        </p:nvSpPr>
        <p:spPr bwMode="gray">
          <a:xfrm>
            <a:off x="3" y="2"/>
            <a:ext cx="158749" cy="158749"/>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94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16000" y="468557"/>
            <a:ext cx="11160000" cy="369332"/>
          </a:xfrm>
          <a:prstGeom prst="rect">
            <a:avLst/>
          </a:prstGeom>
        </p:spPr>
        <p:txBody>
          <a:bodyPr vert="horz" lIns="0" tIns="0" rIns="0" bIns="0" rtlCol="0" anchor="t" anchorCtr="0">
            <a:spAutoFit/>
          </a:bodyPr>
          <a:lstStyle/>
          <a:p>
            <a:pPr lvl="0"/>
            <a:r>
              <a:rPr lang="en-US" noProof="0"/>
              <a:t>Click to edit Master title style</a:t>
            </a:r>
          </a:p>
        </p:txBody>
      </p:sp>
      <p:sp>
        <p:nvSpPr>
          <p:cNvPr id="19" name="Text Placeholder 18"/>
          <p:cNvSpPr>
            <a:spLocks noGrp="1"/>
          </p:cNvSpPr>
          <p:nvPr>
            <p:ph type="body" idx="1"/>
          </p:nvPr>
        </p:nvSpPr>
        <p:spPr>
          <a:xfrm>
            <a:off x="516000" y="972457"/>
            <a:ext cx="11160000" cy="5530453"/>
          </a:xfrm>
          <a:prstGeom prst="rect">
            <a:avLst/>
          </a:prstGeom>
        </p:spPr>
        <p:txBody>
          <a:bodyPr vert="horz" lIns="0" tIns="0" rIns="0" bIns="0" rtlCol="0">
            <a:noAutofit/>
          </a:bodyPr>
          <a:lstStyle/>
          <a:p>
            <a:pPr marL="0" lvl="0" indent="0" algn="l" defTabSz="1343899" rtl="0" eaLnBrk="1" latinLnBrk="0" hangingPunct="1">
              <a:lnSpc>
                <a:spcPct val="120000"/>
              </a:lnSpc>
              <a:spcBef>
                <a:spcPts val="0"/>
              </a:spcBef>
              <a:spcAft>
                <a:spcPts val="881"/>
              </a:spcAft>
              <a:buSzPct val="100000"/>
              <a:buFont typeface="Arial" panose="020B0604020202020204" pitchFamily="34" charset="0"/>
              <a:buNone/>
            </a:pPr>
            <a:r>
              <a:rPr lang="en-US" noProof="0"/>
              <a:t>Edit Master text styles</a:t>
            </a:r>
          </a:p>
          <a:p>
            <a:pPr marL="0" marR="0" lvl="1" indent="0" algn="l" defTabSz="1343899" rtl="0" eaLnBrk="1" fontAlgn="auto" latinLnBrk="0" hangingPunct="1">
              <a:lnSpc>
                <a:spcPct val="120000"/>
              </a:lnSpc>
              <a:spcBef>
                <a:spcPts val="1200"/>
              </a:spcBef>
              <a:spcAft>
                <a:spcPts val="300"/>
              </a:spcAft>
              <a:buClrTx/>
              <a:buSzPct val="100000"/>
              <a:buFont typeface="Arial"/>
              <a:buNone/>
              <a:tabLst/>
              <a:defRPr/>
            </a:pPr>
            <a:r>
              <a:rPr lang="en-US" noProof="0"/>
              <a:t>Second level</a:t>
            </a:r>
          </a:p>
          <a:p>
            <a:pPr marL="259257" marR="0" lvl="2" indent="-259257"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pPr>
            <a:r>
              <a:rPr lang="en-US" noProof="0"/>
              <a:t>Third level</a:t>
            </a:r>
          </a:p>
          <a:p>
            <a:pPr marL="523804" lvl="3" indent="-259257" algn="l" defTabSz="1343899" rtl="0" eaLnBrk="1" latinLnBrk="0" hangingPunct="1">
              <a:lnSpc>
                <a:spcPct val="120000"/>
              </a:lnSpc>
              <a:spcBef>
                <a:spcPts val="0"/>
              </a:spcBef>
              <a:spcAft>
                <a:spcPts val="881"/>
              </a:spcAft>
              <a:buClrTx/>
              <a:buSzPct val="100000"/>
              <a:buFont typeface="Verdana" panose="020B0604030504040204" pitchFamily="34" charset="0"/>
              <a:buChar char="−"/>
            </a:pPr>
            <a:r>
              <a:rPr lang="en-US" noProof="0"/>
              <a:t>Fourth level</a:t>
            </a:r>
          </a:p>
          <a:p>
            <a:pPr lvl="4"/>
            <a:r>
              <a:rPr lang="en-US" noProof="0"/>
              <a:t>Fifth level</a:t>
            </a:r>
          </a:p>
        </p:txBody>
      </p:sp>
      <p:sp>
        <p:nvSpPr>
          <p:cNvPr id="3" name="TextBox 2"/>
          <p:cNvSpPr txBox="1"/>
          <p:nvPr userDrawn="1"/>
        </p:nvSpPr>
        <p:spPr>
          <a:xfrm>
            <a:off x="11530054" y="6606579"/>
            <a:ext cx="160300" cy="153888"/>
          </a:xfrm>
          <a:prstGeom prst="rect">
            <a:avLst/>
          </a:prstGeom>
          <a:noFill/>
        </p:spPr>
        <p:txBody>
          <a:bodyPr wrap="none" lIns="0" tIns="0" rIns="0" bIns="0" rtlCol="0" anchor="b">
            <a:spAutoFit/>
          </a:bodyPr>
          <a:lstStyle/>
          <a:p>
            <a:pPr marL="0" indent="0" algn="r">
              <a:spcBef>
                <a:spcPts val="881"/>
              </a:spcBef>
              <a:buSzPct val="100000"/>
              <a:buFont typeface="Arial"/>
              <a:buNone/>
            </a:pPr>
            <a:fld id="{C58DF478-B544-4ED8-9ED4-6A2648E2D233}" type="slidenum">
              <a:rPr lang="en-US" sz="1000" noProof="0" smtClean="0">
                <a:solidFill>
                  <a:schemeClr val="bg1"/>
                </a:solidFill>
                <a:latin typeface="+mn-lt"/>
              </a:rPr>
              <a:pPr marL="0" indent="0" algn="r">
                <a:spcBef>
                  <a:spcPts val="881"/>
                </a:spcBef>
                <a:buSzPct val="100000"/>
                <a:buFont typeface="Arial"/>
                <a:buNone/>
              </a:pPr>
              <a:t>‹#›</a:t>
            </a:fld>
            <a:endParaRPr lang="en-US" sz="1000" noProof="0">
              <a:solidFill>
                <a:schemeClr val="bg1"/>
              </a:solidFill>
              <a:latin typeface="+mn-lt"/>
            </a:endParaRPr>
          </a:p>
        </p:txBody>
      </p:sp>
      <p:sp>
        <p:nvSpPr>
          <p:cNvPr id="10" name="TextBox 9"/>
          <p:cNvSpPr txBox="1"/>
          <p:nvPr userDrawn="1"/>
        </p:nvSpPr>
        <p:spPr>
          <a:xfrm>
            <a:off x="501652" y="6606579"/>
            <a:ext cx="5195333" cy="153888"/>
          </a:xfrm>
          <a:prstGeom prst="rect">
            <a:avLst/>
          </a:prstGeom>
          <a:noFill/>
        </p:spPr>
        <p:txBody>
          <a:bodyPr wrap="none" lIns="0" tIns="0" rIns="0" bIns="0" rtlCol="0" anchor="b">
            <a:spAutoFit/>
          </a:bodyPr>
          <a:lstStyle/>
          <a:p>
            <a:pPr marL="0" marR="0" lvl="0" indent="0" algn="l" defTabSz="1219170" rtl="0" eaLnBrk="1" fontAlgn="auto" latinLnBrk="0" hangingPunct="1">
              <a:lnSpc>
                <a:spcPct val="100000"/>
              </a:lnSpc>
              <a:spcBef>
                <a:spcPts val="0"/>
              </a:spcBef>
              <a:spcAft>
                <a:spcPts val="0"/>
              </a:spcAft>
              <a:buClrTx/>
              <a:buSzPct val="100000"/>
              <a:buFont typeface="Arial"/>
              <a:buNone/>
              <a:tabLst/>
              <a:defRPr/>
            </a:pPr>
            <a:r>
              <a:rPr lang="en-ZA" sz="1000" b="1" noProof="0">
                <a:solidFill>
                  <a:schemeClr val="bg1"/>
                </a:solidFill>
                <a:latin typeface="+mn-lt"/>
              </a:rPr>
              <a:t>MTN Group</a:t>
            </a:r>
            <a:r>
              <a:rPr lang="en-ZA" sz="1000" b="1" baseline="0" noProof="0">
                <a:solidFill>
                  <a:schemeClr val="bg1"/>
                </a:solidFill>
                <a:latin typeface="+mn-lt"/>
              </a:rPr>
              <a:t> </a:t>
            </a:r>
            <a:r>
              <a:rPr kumimoji="0" lang="en-ZA" sz="1000" b="1" i="0" u="none" strike="noStrike" kern="1200" cap="none" spc="0" normalizeH="0" baseline="0" noProof="0">
                <a:ln>
                  <a:noFill/>
                </a:ln>
                <a:solidFill>
                  <a:schemeClr val="bg1"/>
                </a:solidFill>
                <a:effectLst/>
                <a:uLnTx/>
                <a:uFillTx/>
                <a:latin typeface="+mn-lt"/>
                <a:ea typeface="+mn-ea"/>
                <a:cs typeface="+mn-cs"/>
              </a:rPr>
              <a:t>| </a:t>
            </a:r>
            <a:r>
              <a:rPr lang="en-ZA" sz="1000" b="0" kern="1200" noProof="0">
                <a:solidFill>
                  <a:schemeClr val="bg1"/>
                </a:solidFill>
                <a:latin typeface="+mn-lt"/>
                <a:ea typeface="+mn-ea"/>
                <a:cs typeface="+mn-cs"/>
              </a:rPr>
              <a:t>ADvanced Analytics Management Platform (ADAM) powered by Deloitte</a:t>
            </a:r>
            <a:r>
              <a:rPr kumimoji="0" lang="en-ZA" sz="1000" b="1" i="0" u="none" strike="noStrike" kern="1200" cap="none" spc="0" normalizeH="0" baseline="0" noProof="0">
                <a:ln>
                  <a:noFill/>
                </a:ln>
                <a:solidFill>
                  <a:schemeClr val="bg1"/>
                </a:solidFill>
                <a:effectLst/>
                <a:uLnTx/>
                <a:uFillTx/>
                <a:latin typeface="+mn-lt"/>
                <a:ea typeface="+mn-ea"/>
                <a:cs typeface="+mn-cs"/>
              </a:rPr>
              <a:t>.</a:t>
            </a:r>
            <a:endParaRPr kumimoji="0" lang="en-ZA" sz="1000" b="0" i="0" u="none" strike="noStrike" kern="1200" cap="none" spc="0" normalizeH="0" baseline="0" noProof="0">
              <a:ln>
                <a:noFill/>
              </a:ln>
              <a:solidFill>
                <a:schemeClr val="bg1"/>
              </a:solidFill>
              <a:effectLst/>
              <a:uLnTx/>
              <a:uFillTx/>
              <a:latin typeface="Open Sans Light"/>
              <a:ea typeface="+mn-ea"/>
              <a:cs typeface="+mn-cs"/>
            </a:endParaRPr>
          </a:p>
        </p:txBody>
      </p:sp>
      <p:grpSp>
        <p:nvGrpSpPr>
          <p:cNvPr id="8" name="Group 7">
            <a:extLst>
              <a:ext uri="{FF2B5EF4-FFF2-40B4-BE49-F238E27FC236}">
                <a16:creationId xmlns:a16="http://schemas.microsoft.com/office/drawing/2014/main" id="{00B71BC7-6C6B-4DBE-834D-7633B7353351}"/>
              </a:ext>
            </a:extLst>
          </p:cNvPr>
          <p:cNvGrpSpPr>
            <a:grpSpLocks noChangeAspect="1"/>
          </p:cNvGrpSpPr>
          <p:nvPr/>
        </p:nvGrpSpPr>
        <p:grpSpPr>
          <a:xfrm>
            <a:off x="9716096" y="6565987"/>
            <a:ext cx="1456176" cy="252000"/>
            <a:chOff x="5324569" y="4949157"/>
            <a:chExt cx="2078489" cy="359695"/>
          </a:xfrm>
        </p:grpSpPr>
        <p:pic>
          <p:nvPicPr>
            <p:cNvPr id="9" name="Picture 8">
              <a:hlinkClick r:id="" action="ppaction://hlinkshowjump?jump=nextslide"/>
              <a:extLst>
                <a:ext uri="{FF2B5EF4-FFF2-40B4-BE49-F238E27FC236}">
                  <a16:creationId xmlns:a16="http://schemas.microsoft.com/office/drawing/2014/main" id="{656791D9-E7A3-406D-B10A-F8D622FB1165}"/>
                </a:ext>
              </a:extLst>
            </p:cNvPr>
            <p:cNvPicPr>
              <a:picLocks noChangeAspect="1"/>
            </p:cNvPicPr>
            <p:nvPr userDrawn="1"/>
          </p:nvPicPr>
          <p:blipFill>
            <a:blip r:embed="rId8">
              <a:biLevel thresh="75000"/>
            </a:blip>
            <a:stretch>
              <a:fillRect/>
            </a:stretch>
          </p:blipFill>
          <p:spPr>
            <a:xfrm>
              <a:off x="6470431" y="4949157"/>
              <a:ext cx="359695" cy="359695"/>
            </a:xfrm>
            <a:prstGeom prst="rect">
              <a:avLst/>
            </a:prstGeom>
          </p:spPr>
        </p:pic>
        <p:pic>
          <p:nvPicPr>
            <p:cNvPr id="11" name="Picture 10">
              <a:hlinkClick r:id="" action="ppaction://hlinkshowjump?jump=firstslide"/>
              <a:extLst>
                <a:ext uri="{FF2B5EF4-FFF2-40B4-BE49-F238E27FC236}">
                  <a16:creationId xmlns:a16="http://schemas.microsoft.com/office/drawing/2014/main" id="{B4BCC5D4-74B3-4141-A93D-FEEAB3A46E89}"/>
                </a:ext>
              </a:extLst>
            </p:cNvPr>
            <p:cNvPicPr>
              <a:picLocks noChangeAspect="1"/>
            </p:cNvPicPr>
            <p:nvPr userDrawn="1"/>
          </p:nvPicPr>
          <p:blipFill>
            <a:blip r:embed="rId9">
              <a:biLevel thresh="75000"/>
            </a:blip>
            <a:stretch>
              <a:fillRect/>
            </a:stretch>
          </p:blipFill>
          <p:spPr>
            <a:xfrm>
              <a:off x="7043363" y="4949157"/>
              <a:ext cx="359695" cy="359695"/>
            </a:xfrm>
            <a:prstGeom prst="rect">
              <a:avLst/>
            </a:prstGeom>
          </p:spPr>
        </p:pic>
        <p:pic>
          <p:nvPicPr>
            <p:cNvPr id="12" name="Picture 11">
              <a:hlinkClick r:id="rId10" action="ppaction://hlinksldjump"/>
              <a:extLst>
                <a:ext uri="{FF2B5EF4-FFF2-40B4-BE49-F238E27FC236}">
                  <a16:creationId xmlns:a16="http://schemas.microsoft.com/office/drawing/2014/main" id="{D27F5E38-38FF-470D-91D9-ED7FFF147F9F}"/>
                </a:ext>
              </a:extLst>
            </p:cNvPr>
            <p:cNvPicPr>
              <a:picLocks noChangeAspect="1"/>
            </p:cNvPicPr>
            <p:nvPr userDrawn="1"/>
          </p:nvPicPr>
          <p:blipFill>
            <a:blip r:embed="rId11">
              <a:biLevel thresh="75000"/>
            </a:blip>
            <a:stretch>
              <a:fillRect/>
            </a:stretch>
          </p:blipFill>
          <p:spPr>
            <a:xfrm>
              <a:off x="5324569" y="4949157"/>
              <a:ext cx="359695" cy="359695"/>
            </a:xfrm>
            <a:prstGeom prst="rect">
              <a:avLst/>
            </a:prstGeom>
          </p:spPr>
        </p:pic>
        <p:pic>
          <p:nvPicPr>
            <p:cNvPr id="13" name="Picture 12">
              <a:hlinkClick r:id="" action="ppaction://hlinkshowjump?jump=previousslide"/>
              <a:extLst>
                <a:ext uri="{FF2B5EF4-FFF2-40B4-BE49-F238E27FC236}">
                  <a16:creationId xmlns:a16="http://schemas.microsoft.com/office/drawing/2014/main" id="{94C70728-3898-4E1F-9E4C-0AEC9390145C}"/>
                </a:ext>
              </a:extLst>
            </p:cNvPr>
            <p:cNvPicPr>
              <a:picLocks noChangeAspect="1"/>
            </p:cNvPicPr>
            <p:nvPr userDrawn="1"/>
          </p:nvPicPr>
          <p:blipFill>
            <a:blip r:embed="rId12">
              <a:biLevel thresh="75000"/>
            </a:blip>
            <a:stretch>
              <a:fillRect/>
            </a:stretch>
          </p:blipFill>
          <p:spPr>
            <a:xfrm>
              <a:off x="5897500" y="4949157"/>
              <a:ext cx="359695" cy="359695"/>
            </a:xfrm>
            <a:prstGeom prst="rect">
              <a:avLst/>
            </a:prstGeom>
          </p:spPr>
        </p:pic>
      </p:grpSp>
    </p:spTree>
    <p:extLst>
      <p:ext uri="{BB962C8B-B14F-4D97-AF65-F5344CB8AC3E}">
        <p14:creationId xmlns:p14="http://schemas.microsoft.com/office/powerpoint/2010/main" val="450466640"/>
      </p:ext>
    </p:extLst>
  </p:cSld>
  <p:clrMap bg1="lt1" tx1="dk1" bg2="lt2" tx2="dk2" accent1="accent1" accent2="accent2" accent3="accent3" accent4="accent4" accent5="accent5" accent6="accent6" hlink="hlink" folHlink="folHlink"/>
  <p:sldLayoutIdLst>
    <p:sldLayoutId id="2147483786" r:id="rId1"/>
  </p:sldLayoutIdLst>
  <p:transition>
    <p:fade/>
  </p:transition>
  <p:hf hdr="0" dt="0"/>
  <p:txStyles>
    <p:titleStyle>
      <a:lvl1pPr algn="l" defTabSz="1343899" rtl="0" eaLnBrk="1" latinLnBrk="0" hangingPunct="1">
        <a:spcBef>
          <a:spcPct val="0"/>
        </a:spcBef>
        <a:buNone/>
        <a:defRPr lang="en-US" sz="2400" kern="1200" noProof="0" dirty="0">
          <a:solidFill>
            <a:schemeClr val="bg1"/>
          </a:solidFill>
          <a:latin typeface="+mn-lt"/>
          <a:ea typeface="Open Sans Light" panose="020B0306030504020204" pitchFamily="34" charset="0"/>
          <a:cs typeface="Open Sans Light" panose="020B0306030504020204" pitchFamily="34" charset="0"/>
        </a:defRPr>
      </a:lvl1pPr>
    </p:titleStyle>
    <p:bodyStyle>
      <a:lvl1pPr marL="0" indent="0" algn="l" defTabSz="1343899" rtl="0" eaLnBrk="1" latinLnBrk="0" hangingPunct="1">
        <a:spcBef>
          <a:spcPts val="0"/>
        </a:spcBef>
        <a:spcAft>
          <a:spcPts val="600"/>
        </a:spcAft>
        <a:buSzPct val="100000"/>
        <a:buFont typeface="Arial" panose="020B0604020202020204" pitchFamily="34" charset="0"/>
        <a:buNone/>
        <a:defRPr lang="en-US" sz="1000" b="0" kern="1200" noProof="0" dirty="0">
          <a:solidFill>
            <a:schemeClr val="bg1"/>
          </a:solidFill>
          <a:latin typeface="+mn-lt"/>
          <a:ea typeface="+mn-ea"/>
          <a:cs typeface="+mn-cs"/>
        </a:defRPr>
      </a:lvl1pPr>
      <a:lvl2pPr marL="0" indent="0" algn="l" defTabSz="1343899" rtl="0" eaLnBrk="1" latinLnBrk="0" hangingPunct="1">
        <a:spcBef>
          <a:spcPts val="1200"/>
        </a:spcBef>
        <a:spcAft>
          <a:spcPts val="300"/>
        </a:spcAft>
        <a:buClrTx/>
        <a:buSzPct val="100000"/>
        <a:buFont typeface="Arial"/>
        <a:buNone/>
        <a:defRPr lang="en-US" sz="1200" b="0" kern="1200" noProof="0" dirty="0" smtClean="0">
          <a:solidFill>
            <a:schemeClr val="bg1"/>
          </a:solidFill>
          <a:latin typeface="+mn-lt"/>
          <a:ea typeface="+mn-ea"/>
          <a:cs typeface="+mn-cs"/>
        </a:defRPr>
      </a:lvl2pPr>
      <a:lvl3pPr marL="180001" marR="0" indent="-180001" algn="l" defTabSz="1343899" rtl="0" eaLnBrk="1" fontAlgn="auto" latinLnBrk="0" hangingPunct="1">
        <a:lnSpc>
          <a:spcPct val="120000"/>
        </a:lnSpc>
        <a:spcBef>
          <a:spcPts val="0"/>
        </a:spcBef>
        <a:spcAft>
          <a:spcPts val="300"/>
        </a:spcAft>
        <a:buClrTx/>
        <a:buSzPct val="100000"/>
        <a:buFont typeface="Arial" panose="020B0604020202020204" pitchFamily="34" charset="0"/>
        <a:buChar char="•"/>
        <a:tabLst/>
        <a:defRPr lang="en-US" sz="1000" b="0" kern="1200" noProof="0" dirty="0">
          <a:solidFill>
            <a:schemeClr val="bg1"/>
          </a:solidFill>
          <a:latin typeface="+mn-lt"/>
          <a:ea typeface="+mn-ea"/>
          <a:cs typeface="+mn-cs"/>
        </a:defRPr>
      </a:lvl3pPr>
      <a:lvl4pPr marL="360002" indent="-180001" algn="l" defTabSz="1343899" rtl="0" eaLnBrk="1" latinLnBrk="0" hangingPunct="1">
        <a:lnSpc>
          <a:spcPct val="120000"/>
        </a:lnSpc>
        <a:spcBef>
          <a:spcPts val="0"/>
        </a:spcBef>
        <a:spcAft>
          <a:spcPts val="300"/>
        </a:spcAft>
        <a:buClrTx/>
        <a:buSzPct val="100000"/>
        <a:buFont typeface="Verdana" panose="020B0604030504040204" pitchFamily="34" charset="0"/>
        <a:buChar char="−"/>
        <a:defRPr lang="en-US" sz="1000" kern="1200" baseline="0" noProof="0" dirty="0">
          <a:solidFill>
            <a:schemeClr val="bg1"/>
          </a:solidFill>
          <a:latin typeface="+mn-lt"/>
          <a:ea typeface="+mn-ea"/>
          <a:cs typeface="+mn-cs"/>
        </a:defRPr>
      </a:lvl4pPr>
      <a:lvl5pPr marL="540004" indent="-180001" algn="l" defTabSz="1173579" rtl="0" eaLnBrk="1" latinLnBrk="0" hangingPunct="1">
        <a:lnSpc>
          <a:spcPct val="120000"/>
        </a:lnSpc>
        <a:spcBef>
          <a:spcPts val="0"/>
        </a:spcBef>
        <a:spcAft>
          <a:spcPts val="600"/>
        </a:spcAft>
        <a:buClrTx/>
        <a:buSzPct val="100000"/>
        <a:buFont typeface="Verdana" panose="020B0604030504040204" pitchFamily="34" charset="0"/>
        <a:buChar char="−"/>
        <a:tabLst/>
        <a:defRPr lang="en-US" sz="1000" kern="1200" baseline="0" noProof="0" dirty="0">
          <a:solidFill>
            <a:schemeClr val="bg1"/>
          </a:solidFill>
          <a:latin typeface="+mn-lt"/>
          <a:ea typeface="+mn-ea"/>
          <a:cs typeface="+mn-cs"/>
        </a:defRPr>
      </a:lvl5pPr>
      <a:lvl6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6pPr>
      <a:lvl7pPr marL="783059" indent="-259257" algn="l" defTabSz="1343899" rtl="0" eaLnBrk="1" latinLnBrk="0" hangingPunct="1">
        <a:spcBef>
          <a:spcPts val="0"/>
        </a:spcBef>
        <a:spcAft>
          <a:spcPts val="1469"/>
        </a:spcAft>
        <a:buFont typeface="Verdana" panose="020B0604030504040204" pitchFamily="34" charset="0"/>
        <a:buChar char="−"/>
        <a:defRPr sz="1764" kern="1200">
          <a:solidFill>
            <a:schemeClr val="tx1"/>
          </a:solidFill>
          <a:latin typeface="+mn-lt"/>
          <a:ea typeface="+mn-ea"/>
          <a:cs typeface="+mn-cs"/>
        </a:defRPr>
      </a:lvl7pPr>
      <a:lvl8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8pPr>
      <a:lvl9pPr marL="783059" indent="-259257" algn="l" defTabSz="1343899" rtl="0" eaLnBrk="1" latinLnBrk="0" hangingPunct="1">
        <a:spcBef>
          <a:spcPts val="0"/>
        </a:spcBef>
        <a:spcAft>
          <a:spcPts val="1469"/>
        </a:spcAft>
        <a:buFont typeface="Verdana" panose="020B0604030504040204" pitchFamily="34" charset="0"/>
        <a:buChar char="−"/>
        <a:defRPr sz="1764" kern="1200" baseline="0">
          <a:solidFill>
            <a:schemeClr val="tx1"/>
          </a:solidFill>
          <a:latin typeface="+mn-lt"/>
          <a:ea typeface="+mn-ea"/>
          <a:cs typeface="+mn-cs"/>
        </a:defRPr>
      </a:lvl9pPr>
    </p:bodyStyle>
    <p:otherStyle>
      <a:defPPr>
        <a:defRPr lang="en-US"/>
      </a:defPPr>
      <a:lvl1pPr marL="0" algn="l" defTabSz="1343899" rtl="0" eaLnBrk="1" latinLnBrk="0" hangingPunct="1">
        <a:defRPr sz="2645" kern="1200">
          <a:solidFill>
            <a:schemeClr val="tx1"/>
          </a:solidFill>
          <a:latin typeface="+mn-lt"/>
          <a:ea typeface="+mn-ea"/>
          <a:cs typeface="+mn-cs"/>
        </a:defRPr>
      </a:lvl1pPr>
      <a:lvl2pPr marL="671950" algn="l" defTabSz="1343899" rtl="0" eaLnBrk="1" latinLnBrk="0" hangingPunct="1">
        <a:defRPr sz="2645" kern="1200">
          <a:solidFill>
            <a:schemeClr val="tx1"/>
          </a:solidFill>
          <a:latin typeface="+mn-lt"/>
          <a:ea typeface="+mn-ea"/>
          <a:cs typeface="+mn-cs"/>
        </a:defRPr>
      </a:lvl2pPr>
      <a:lvl3pPr marL="1343899" algn="l" defTabSz="1343899" rtl="0" eaLnBrk="1" latinLnBrk="0" hangingPunct="1">
        <a:defRPr sz="2645" kern="1200">
          <a:solidFill>
            <a:schemeClr val="tx1"/>
          </a:solidFill>
          <a:latin typeface="+mn-lt"/>
          <a:ea typeface="+mn-ea"/>
          <a:cs typeface="+mn-cs"/>
        </a:defRPr>
      </a:lvl3pPr>
      <a:lvl4pPr marL="2015849" algn="l" defTabSz="1343899" rtl="0" eaLnBrk="1" latinLnBrk="0" hangingPunct="1">
        <a:defRPr sz="2645" kern="1200">
          <a:solidFill>
            <a:schemeClr val="tx1"/>
          </a:solidFill>
          <a:latin typeface="+mn-lt"/>
          <a:ea typeface="+mn-ea"/>
          <a:cs typeface="+mn-cs"/>
        </a:defRPr>
      </a:lvl4pPr>
      <a:lvl5pPr marL="2687799" algn="l" defTabSz="1343899" rtl="0" eaLnBrk="1" latinLnBrk="0" hangingPunct="1">
        <a:defRPr sz="2645" kern="1200">
          <a:solidFill>
            <a:schemeClr val="tx1"/>
          </a:solidFill>
          <a:latin typeface="+mn-lt"/>
          <a:ea typeface="+mn-ea"/>
          <a:cs typeface="+mn-cs"/>
        </a:defRPr>
      </a:lvl5pPr>
      <a:lvl6pPr marL="3359749" algn="l" defTabSz="1343899" rtl="0" eaLnBrk="1" latinLnBrk="0" hangingPunct="1">
        <a:defRPr sz="2645" kern="1200">
          <a:solidFill>
            <a:schemeClr val="tx1"/>
          </a:solidFill>
          <a:latin typeface="+mn-lt"/>
          <a:ea typeface="+mn-ea"/>
          <a:cs typeface="+mn-cs"/>
        </a:defRPr>
      </a:lvl6pPr>
      <a:lvl7pPr marL="4031697" algn="l" defTabSz="1343899" rtl="0" eaLnBrk="1" latinLnBrk="0" hangingPunct="1">
        <a:defRPr sz="2645" kern="1200">
          <a:solidFill>
            <a:schemeClr val="tx1"/>
          </a:solidFill>
          <a:latin typeface="+mn-lt"/>
          <a:ea typeface="+mn-ea"/>
          <a:cs typeface="+mn-cs"/>
        </a:defRPr>
      </a:lvl7pPr>
      <a:lvl8pPr marL="4703648" algn="l" defTabSz="1343899" rtl="0" eaLnBrk="1" latinLnBrk="0" hangingPunct="1">
        <a:defRPr sz="2645" kern="1200">
          <a:solidFill>
            <a:schemeClr val="tx1"/>
          </a:solidFill>
          <a:latin typeface="+mn-lt"/>
          <a:ea typeface="+mn-ea"/>
          <a:cs typeface="+mn-cs"/>
        </a:defRPr>
      </a:lvl8pPr>
      <a:lvl9pPr marL="5375597" algn="l" defTabSz="1343899" rtl="0" eaLnBrk="1" latinLnBrk="0" hangingPunct="1">
        <a:defRPr sz="264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56">
          <p15:clr>
            <a:srgbClr val="F26B43"/>
          </p15:clr>
        </p15:guide>
        <p15:guide id="4" pos="195">
          <p15:clr>
            <a:srgbClr val="F26B43"/>
          </p15:clr>
        </p15:guide>
        <p15:guide id="5" pos="4546">
          <p15:clr>
            <a:srgbClr val="F26B43"/>
          </p15:clr>
        </p15:guide>
        <p15:guide id="7" orient="horz" pos="164">
          <p15:clr>
            <a:srgbClr val="F26B43"/>
          </p15:clr>
        </p15:guide>
        <p15:guide id="8" orient="horz" pos="3357">
          <p15:clr>
            <a:srgbClr val="F26B43"/>
          </p15:clr>
        </p15:guide>
        <p15:guide id="10" pos="3063">
          <p15:clr>
            <a:srgbClr val="F26B43"/>
          </p15:clr>
        </p15:guide>
        <p15:guide id="11" orient="horz" pos="195">
          <p15:clr>
            <a:srgbClr val="F26B43"/>
          </p15:clr>
        </p15:guide>
        <p15:guide id="12" pos="841">
          <p15:clr>
            <a:srgbClr val="F26B43"/>
          </p15:clr>
        </p15:guide>
        <p15:guide id="13" pos="936">
          <p15:clr>
            <a:srgbClr val="F26B43"/>
          </p15:clr>
        </p15:guide>
        <p15:guide id="14" pos="1579">
          <p15:clr>
            <a:srgbClr val="F26B43"/>
          </p15:clr>
        </p15:guide>
        <p15:guide id="15" pos="1673">
          <p15:clr>
            <a:srgbClr val="F26B43"/>
          </p15:clr>
        </p15:guide>
        <p15:guide id="16" pos="3802">
          <p15:clr>
            <a:srgbClr val="F26B43"/>
          </p15:clr>
        </p15:guide>
        <p15:guide id="17" pos="2323">
          <p15:clr>
            <a:srgbClr val="F26B43"/>
          </p15:clr>
        </p15:guide>
        <p15:guide id="18" pos="2417">
          <p15:clr>
            <a:srgbClr val="F26B43"/>
          </p15:clr>
        </p15:guide>
        <p15:guide id="19" pos="2369">
          <p15:clr>
            <a:srgbClr val="F26B43"/>
          </p15:clr>
        </p15:guide>
        <p15:guide id="20" pos="3896">
          <p15:clr>
            <a:srgbClr val="F26B43"/>
          </p15:clr>
        </p15:guide>
        <p15:guide id="21" orient="horz" pos="864">
          <p15:clr>
            <a:srgbClr val="F26B43"/>
          </p15:clr>
        </p15:guide>
        <p15:guide id="22" orient="horz" pos="526">
          <p15:clr>
            <a:srgbClr val="F26B43"/>
          </p15:clr>
        </p15:guide>
        <p15:guide id="23" pos="3161">
          <p15:clr>
            <a:srgbClr val="F26B43"/>
          </p15:clr>
        </p15:guide>
        <p15:guide id="24" orient="horz" pos="1778">
          <p15:clr>
            <a:srgbClr val="F26B43"/>
          </p15:clr>
        </p15:guide>
        <p15:guide id="25" orient="horz" pos="3308">
          <p15:clr>
            <a:srgbClr val="F26B43"/>
          </p15:clr>
        </p15:guide>
        <p15:guide id="26" pos="272">
          <p15:clr>
            <a:srgbClr val="F26B43"/>
          </p15:clr>
        </p15:guide>
        <p15:guide id="27" pos="6048">
          <p15:clr>
            <a:srgbClr val="F26B43"/>
          </p15:clr>
        </p15:guide>
        <p15:guide id="28" orient="horz" pos="882">
          <p15:clr>
            <a:srgbClr val="F26B43"/>
          </p15:clr>
        </p15:guide>
        <p15:guide id="29" orient="horz" pos="146">
          <p15:clr>
            <a:srgbClr val="F26B43"/>
          </p15:clr>
        </p15:guide>
        <p15:guide id="30" orient="horz" pos="3364">
          <p15:clr>
            <a:srgbClr val="F26B43"/>
          </p15:clr>
        </p15:guide>
        <p15:guide id="31" pos="3037">
          <p15:clr>
            <a:srgbClr val="F26B43"/>
          </p15:clr>
        </p15:guide>
        <p15:guide id="32" pos="32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7">
            <a:extLst>
              <a:ext uri="{FF2B5EF4-FFF2-40B4-BE49-F238E27FC236}">
                <a16:creationId xmlns:a16="http://schemas.microsoft.com/office/drawing/2014/main" id="{6FD4498B-D88B-46A7-9695-74D4D7467D93}"/>
              </a:ext>
            </a:extLst>
          </p:cNvPr>
          <p:cNvPicPr>
            <a:picLocks noGrp="1" noChangeAspect="1"/>
          </p:cNvPicPr>
          <p:nvPr>
            <p:ph type="pic" sz="quarter" idx="11"/>
            <p:custDataLst>
              <p:tags r:id="rId1"/>
            </p:custDataLst>
          </p:nvPr>
        </p:nvPicPr>
        <p:blipFill rotWithShape="1">
          <a:blip r:embed="rId3"/>
          <a:srcRect l="16664" r="16664"/>
          <a:stretch/>
        </p:blipFill>
        <p:spPr>
          <a:xfrm>
            <a:off x="3774000" y="822000"/>
            <a:ext cx="4645025" cy="4643438"/>
          </a:xfrm>
        </p:spPr>
      </p:pic>
      <p:sp>
        <p:nvSpPr>
          <p:cNvPr id="3" name="Title 2">
            <a:extLst>
              <a:ext uri="{FF2B5EF4-FFF2-40B4-BE49-F238E27FC236}">
                <a16:creationId xmlns:a16="http://schemas.microsoft.com/office/drawing/2014/main" id="{76F95765-03B2-46E7-A100-6C1B515868C9}"/>
              </a:ext>
            </a:extLst>
          </p:cNvPr>
          <p:cNvSpPr>
            <a:spLocks noGrp="1"/>
          </p:cNvSpPr>
          <p:nvPr>
            <p:ph type="ctrTitle"/>
          </p:nvPr>
        </p:nvSpPr>
        <p:spPr/>
        <p:txBody>
          <a:bodyPr/>
          <a:lstStyle/>
          <a:p>
            <a:r>
              <a:rPr lang="en-ZA" dirty="0"/>
              <a:t>MTN </a:t>
            </a:r>
            <a:r>
              <a:rPr lang="en-ZA"/>
              <a:t>ADAM ML Ops </a:t>
            </a:r>
            <a:endParaRPr lang="en-ZA" dirty="0"/>
          </a:p>
        </p:txBody>
      </p:sp>
      <p:sp>
        <p:nvSpPr>
          <p:cNvPr id="4" name="Subtitle 3">
            <a:extLst>
              <a:ext uri="{FF2B5EF4-FFF2-40B4-BE49-F238E27FC236}">
                <a16:creationId xmlns:a16="http://schemas.microsoft.com/office/drawing/2014/main" id="{DD8D5D6A-7F08-4E88-B89E-5AB77078C364}"/>
              </a:ext>
            </a:extLst>
          </p:cNvPr>
          <p:cNvSpPr>
            <a:spLocks noGrp="1"/>
          </p:cNvSpPr>
          <p:nvPr>
            <p:ph type="subTitle" idx="1"/>
          </p:nvPr>
        </p:nvSpPr>
        <p:spPr/>
        <p:txBody>
          <a:bodyPr/>
          <a:lstStyle/>
          <a:p>
            <a:r>
              <a:rPr lang="en-ZA"/>
              <a:t>The MLOps process overview</a:t>
            </a:r>
          </a:p>
        </p:txBody>
      </p:sp>
      <p:sp>
        <p:nvSpPr>
          <p:cNvPr id="5" name="Text Placeholder 4">
            <a:extLst>
              <a:ext uri="{FF2B5EF4-FFF2-40B4-BE49-F238E27FC236}">
                <a16:creationId xmlns:a16="http://schemas.microsoft.com/office/drawing/2014/main" id="{F2D18751-214D-4E7C-85F2-90E451DB38C5}"/>
              </a:ext>
            </a:extLst>
          </p:cNvPr>
          <p:cNvSpPr>
            <a:spLocks noGrp="1"/>
          </p:cNvSpPr>
          <p:nvPr>
            <p:ph type="body" sz="quarter" idx="10"/>
          </p:nvPr>
        </p:nvSpPr>
        <p:spPr/>
        <p:txBody>
          <a:bodyPr/>
          <a:lstStyle/>
          <a:p>
            <a:r>
              <a:rPr lang="en-ZA" dirty="0"/>
              <a:t>10 Jan 2022</a:t>
            </a:r>
          </a:p>
        </p:txBody>
      </p:sp>
    </p:spTree>
    <p:extLst>
      <p:ext uri="{BB962C8B-B14F-4D97-AF65-F5344CB8AC3E}">
        <p14:creationId xmlns:p14="http://schemas.microsoft.com/office/powerpoint/2010/main" val="249656665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p:txBody>
          <a:bodyPr/>
          <a:lstStyle/>
          <a:p>
            <a:r>
              <a:rPr lang="en-US" dirty="0"/>
              <a:t>Objectives of the project:</a:t>
            </a:r>
          </a:p>
        </p:txBody>
      </p:sp>
      <p:sp>
        <p:nvSpPr>
          <p:cNvPr id="3" name="Content Placeholder 2">
            <a:extLst>
              <a:ext uri="{FF2B5EF4-FFF2-40B4-BE49-F238E27FC236}">
                <a16:creationId xmlns:a16="http://schemas.microsoft.com/office/drawing/2014/main" id="{6C393862-3D0C-4547-9C51-2E5D86DE6532}"/>
              </a:ext>
            </a:extLst>
          </p:cNvPr>
          <p:cNvSpPr>
            <a:spLocks noGrp="1"/>
          </p:cNvSpPr>
          <p:nvPr>
            <p:ph sz="quarter" idx="10"/>
          </p:nvPr>
        </p:nvSpPr>
        <p:spPr/>
        <p:txBody>
          <a:bodyPr/>
          <a:lstStyle/>
          <a:p>
            <a:pPr marL="285750" indent="-285750">
              <a:buFont typeface="Arial" panose="020B0604020202020204" pitchFamily="34" charset="0"/>
              <a:buChar char="•"/>
            </a:pPr>
            <a:r>
              <a:rPr lang="en-US" sz="2000" dirty="0"/>
              <a:t>Develop Inactivity churn model.</a:t>
            </a:r>
          </a:p>
          <a:p>
            <a:pPr marL="285750" indent="-285750">
              <a:buFont typeface="Arial" panose="020B0604020202020204" pitchFamily="34" charset="0"/>
              <a:buChar char="•"/>
            </a:pPr>
            <a:r>
              <a:rPr lang="en-US" sz="2000" dirty="0"/>
              <a:t>Using ML-Ops practices, build, deploy and maintain the machine learning model in production reliably and efficiently.</a:t>
            </a:r>
          </a:p>
          <a:p>
            <a:pPr marL="285750" indent="-285750">
              <a:buFont typeface="Arial" panose="020B0604020202020204" pitchFamily="34" charset="0"/>
              <a:buChar char="•"/>
            </a:pPr>
            <a:r>
              <a:rPr lang="en-US" sz="2000" dirty="0"/>
              <a:t>Visualize the key performance metrices/results using data studio dashboard.</a:t>
            </a:r>
          </a:p>
          <a:p>
            <a:pPr marL="285750" indent="-285750">
              <a:buFont typeface="Arial" panose="020B0604020202020204" pitchFamily="34" charset="0"/>
              <a:buChar char="•"/>
            </a:pPr>
            <a:r>
              <a:rPr lang="en-US" sz="2000" dirty="0"/>
              <a:t>Monitor the model performance after deployment and enable the retrain capabilities.</a:t>
            </a:r>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8372123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E531-E63C-4085-ABE8-C5779285C4D9}"/>
              </a:ext>
            </a:extLst>
          </p:cNvPr>
          <p:cNvSpPr>
            <a:spLocks noGrp="1"/>
          </p:cNvSpPr>
          <p:nvPr>
            <p:ph type="title"/>
          </p:nvPr>
        </p:nvSpPr>
        <p:spPr>
          <a:xfrm>
            <a:off x="516000" y="468557"/>
            <a:ext cx="11160000" cy="430887"/>
          </a:xfrm>
        </p:spPr>
        <p:txBody>
          <a:bodyPr/>
          <a:lstStyle/>
          <a:p>
            <a:r>
              <a:rPr lang="en-US" dirty="0"/>
              <a:t>Iterative-Incremental Process in ML Ops</a:t>
            </a:r>
          </a:p>
        </p:txBody>
      </p:sp>
      <p:pic>
        <p:nvPicPr>
          <p:cNvPr id="6" name="Content Placeholder 5">
            <a:extLst>
              <a:ext uri="{FF2B5EF4-FFF2-40B4-BE49-F238E27FC236}">
                <a16:creationId xmlns:a16="http://schemas.microsoft.com/office/drawing/2014/main" id="{36087B78-5939-415F-A3B6-CB1C95DF6794}"/>
              </a:ext>
            </a:extLst>
          </p:cNvPr>
          <p:cNvPicPr>
            <a:picLocks noGrp="1" noChangeAspect="1"/>
          </p:cNvPicPr>
          <p:nvPr>
            <p:ph sz="quarter" idx="10"/>
          </p:nvPr>
        </p:nvPicPr>
        <p:blipFill>
          <a:blip r:embed="rId2"/>
          <a:stretch>
            <a:fillRect/>
          </a:stretch>
        </p:blipFill>
        <p:spPr>
          <a:xfrm>
            <a:off x="1622953" y="1196490"/>
            <a:ext cx="8946093" cy="3683982"/>
          </a:xfrm>
        </p:spPr>
      </p:pic>
      <p:sp>
        <p:nvSpPr>
          <p:cNvPr id="4" name="Text Placeholder 3">
            <a:extLst>
              <a:ext uri="{FF2B5EF4-FFF2-40B4-BE49-F238E27FC236}">
                <a16:creationId xmlns:a16="http://schemas.microsoft.com/office/drawing/2014/main" id="{FF19FAEB-9264-46FC-BE32-DEDC71A4085A}"/>
              </a:ext>
            </a:extLst>
          </p:cNvPr>
          <p:cNvSpPr>
            <a:spLocks noGrp="1"/>
          </p:cNvSpPr>
          <p:nvPr>
            <p:ph type="body" sz="quarter" idx="11"/>
          </p:nvPr>
        </p:nvSpPr>
        <p:spPr/>
        <p:txBody>
          <a:bodyPr/>
          <a:lstStyle/>
          <a:p>
            <a:endParaRPr lang="en-US"/>
          </a:p>
        </p:txBody>
      </p:sp>
      <p:sp>
        <p:nvSpPr>
          <p:cNvPr id="8" name="TextBox 7">
            <a:extLst>
              <a:ext uri="{FF2B5EF4-FFF2-40B4-BE49-F238E27FC236}">
                <a16:creationId xmlns:a16="http://schemas.microsoft.com/office/drawing/2014/main" id="{53B117E6-8C5D-490D-9864-D19590C2A0C9}"/>
              </a:ext>
            </a:extLst>
          </p:cNvPr>
          <p:cNvSpPr txBox="1"/>
          <p:nvPr/>
        </p:nvSpPr>
        <p:spPr>
          <a:xfrm>
            <a:off x="835488" y="5078776"/>
            <a:ext cx="11159999" cy="1200329"/>
          </a:xfrm>
          <a:prstGeom prst="rect">
            <a:avLst/>
          </a:prstGeom>
          <a:noFill/>
        </p:spPr>
        <p:txBody>
          <a:bodyPr wrap="square">
            <a:spAutoFit/>
          </a:bodyPr>
          <a:lstStyle/>
          <a:p>
            <a:pPr marL="342900" indent="-342900">
              <a:buFont typeface="Arial" panose="020B0604020202020204" pitchFamily="34" charset="0"/>
              <a:buChar char="•"/>
            </a:pPr>
            <a:r>
              <a:rPr lang="en-US" b="0" i="0" dirty="0">
                <a:solidFill>
                  <a:srgbClr val="24244C"/>
                </a:solidFill>
                <a:effectLst/>
                <a:latin typeface="FFMarkWebProBook"/>
              </a:rPr>
              <a:t>All three phases are interconnected and influence each other. For example, the design decision during the design stage will propagate into the experimentation phase and finally influence the deployment options during the final operations phase.</a:t>
            </a:r>
            <a:endParaRPr lang="en-US" dirty="0"/>
          </a:p>
        </p:txBody>
      </p:sp>
    </p:spTree>
    <p:extLst>
      <p:ext uri="{BB962C8B-B14F-4D97-AF65-F5344CB8AC3E}">
        <p14:creationId xmlns:p14="http://schemas.microsoft.com/office/powerpoint/2010/main" val="148102245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13473"/>
            <a:ext cx="11160000" cy="430887"/>
          </a:xfrm>
        </p:spPr>
        <p:txBody>
          <a:bodyPr/>
          <a:lstStyle/>
          <a:p>
            <a:r>
              <a:rPr lang="en-US" dirty="0"/>
              <a:t>ML Ops principles and practices:</a:t>
            </a:r>
          </a:p>
        </p:txBody>
      </p:sp>
      <p:graphicFrame>
        <p:nvGraphicFramePr>
          <p:cNvPr id="5" name="Table 5">
            <a:extLst>
              <a:ext uri="{FF2B5EF4-FFF2-40B4-BE49-F238E27FC236}">
                <a16:creationId xmlns:a16="http://schemas.microsoft.com/office/drawing/2014/main" id="{38B54427-7D40-4120-9ACC-7877A7C8310B}"/>
              </a:ext>
            </a:extLst>
          </p:cNvPr>
          <p:cNvGraphicFramePr>
            <a:graphicFrameLocks noGrp="1"/>
          </p:cNvGraphicFramePr>
          <p:nvPr>
            <p:ph sz="quarter" idx="10"/>
            <p:extLst>
              <p:ext uri="{D42A27DB-BD31-4B8C-83A1-F6EECF244321}">
                <p14:modId xmlns:p14="http://schemas.microsoft.com/office/powerpoint/2010/main" val="765632421"/>
              </p:ext>
            </p:extLst>
          </p:nvPr>
        </p:nvGraphicFramePr>
        <p:xfrm>
          <a:off x="516000" y="1029342"/>
          <a:ext cx="11160124" cy="4463796"/>
        </p:xfrm>
        <a:graphic>
          <a:graphicData uri="http://schemas.openxmlformats.org/drawingml/2006/table">
            <a:tbl>
              <a:tblPr firstRow="1" bandRow="1">
                <a:tableStyleId>{BC89EF96-8CEA-46FF-86C4-4CE0E7609802}</a:tableStyleId>
              </a:tblPr>
              <a:tblGrid>
                <a:gridCol w="3934814">
                  <a:extLst>
                    <a:ext uri="{9D8B030D-6E8A-4147-A177-3AD203B41FA5}">
                      <a16:colId xmlns:a16="http://schemas.microsoft.com/office/drawing/2014/main" val="1627652677"/>
                    </a:ext>
                  </a:extLst>
                </a:gridCol>
                <a:gridCol w="7225310">
                  <a:extLst>
                    <a:ext uri="{9D8B030D-6E8A-4147-A177-3AD203B41FA5}">
                      <a16:colId xmlns:a16="http://schemas.microsoft.com/office/drawing/2014/main" val="3806722951"/>
                    </a:ext>
                  </a:extLst>
                </a:gridCol>
              </a:tblGrid>
              <a:tr h="370840">
                <a:tc>
                  <a:txBody>
                    <a:bodyPr/>
                    <a:lstStyle/>
                    <a:p>
                      <a:r>
                        <a:rPr lang="en-US" sz="2400" b="1" i="0" kern="1200" dirty="0">
                          <a:solidFill>
                            <a:schemeClr val="tx1"/>
                          </a:solidFill>
                          <a:effectLst/>
                          <a:latin typeface="+mn-lt"/>
                          <a:ea typeface="+mn-ea"/>
                          <a:cs typeface="+mn-cs"/>
                        </a:rPr>
                        <a:t>ML Ops Principles</a:t>
                      </a:r>
                      <a:endParaRPr lang="en-US" sz="2400" b="1" kern="1200" dirty="0">
                        <a:solidFill>
                          <a:schemeClr val="tx1"/>
                        </a:solidFill>
                        <a:effectLst/>
                        <a:latin typeface="+mn-lt"/>
                        <a:ea typeface="+mn-ea"/>
                        <a:cs typeface="+mn-cs"/>
                      </a:endParaRPr>
                    </a:p>
                  </a:txBody>
                  <a:tcPr/>
                </a:tc>
                <a:tc>
                  <a:txBody>
                    <a:bodyPr/>
                    <a:lstStyle/>
                    <a:p>
                      <a:r>
                        <a:rPr lang="en-US" sz="2645" b="1" i="0" kern="1200" dirty="0">
                          <a:solidFill>
                            <a:schemeClr val="tx1"/>
                          </a:solidFill>
                          <a:effectLst/>
                          <a:latin typeface="+mn-lt"/>
                          <a:ea typeface="+mn-ea"/>
                          <a:cs typeface="+mn-cs"/>
                        </a:rPr>
                        <a:t>Practices followed</a:t>
                      </a:r>
                      <a:endParaRPr lang="en-US" b="1" i="0" dirty="0">
                        <a:solidFill>
                          <a:schemeClr val="tx1"/>
                        </a:solidFill>
                      </a:endParaRPr>
                    </a:p>
                  </a:txBody>
                  <a:tcPr/>
                </a:tc>
                <a:extLst>
                  <a:ext uri="{0D108BD9-81ED-4DB2-BD59-A6C34878D82A}">
                    <a16:rowId xmlns:a16="http://schemas.microsoft.com/office/drawing/2014/main" val="2480698914"/>
                  </a:ext>
                </a:extLst>
              </a:tr>
              <a:tr h="370840">
                <a:tc>
                  <a:txBody>
                    <a:bodyPr/>
                    <a:lstStyle/>
                    <a:p>
                      <a:r>
                        <a:rPr lang="en-US" sz="2000" kern="1200" dirty="0">
                          <a:effectLst/>
                        </a:rPr>
                        <a:t>Automation</a:t>
                      </a:r>
                      <a:endParaRPr lang="en-US" sz="2000" i="0" dirty="0">
                        <a:solidFill>
                          <a:schemeClr val="tx1"/>
                        </a:solidFill>
                      </a:endParaRP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Data extraction/ pipeline</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ML training pipeline automation</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ML inference pipeline automation</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CI/CD pipeline automation</a:t>
                      </a:r>
                    </a:p>
                  </a:txBody>
                  <a:tcPr/>
                </a:tc>
                <a:extLst>
                  <a:ext uri="{0D108BD9-81ED-4DB2-BD59-A6C34878D82A}">
                    <a16:rowId xmlns:a16="http://schemas.microsoft.com/office/drawing/2014/main" val="2453153636"/>
                  </a:ext>
                </a:extLst>
              </a:tr>
              <a:tr h="370840">
                <a:tc>
                  <a:txBody>
                    <a:bodyPr/>
                    <a:lstStyle/>
                    <a:p>
                      <a:r>
                        <a:rPr lang="en-US" sz="2000" kern="1200" dirty="0">
                          <a:effectLst/>
                        </a:rPr>
                        <a:t>CI/CD</a:t>
                      </a:r>
                      <a:endParaRPr lang="en-US" sz="2000" i="0" dirty="0">
                        <a:solidFill>
                          <a:schemeClr val="tx1"/>
                        </a:solidFill>
                      </a:endParaRPr>
                    </a:p>
                  </a:txBody>
                  <a:tcPr/>
                </a:tc>
                <a:tc>
                  <a:txBody>
                    <a:bodyPr/>
                    <a:lstStyle/>
                    <a:p>
                      <a:pPr marL="285750" marR="0" lvl="0" indent="-285750" algn="l" defTabSz="13438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tx1"/>
                          </a:solidFill>
                          <a:effectLst/>
                          <a:latin typeface="+mn-lt"/>
                          <a:ea typeface="+mn-ea"/>
                          <a:cs typeface="+mn-cs"/>
                        </a:rPr>
                        <a:t>Containerization of Pipeline components to be deployed</a:t>
                      </a:r>
                      <a:r>
                        <a:rPr lang="en-US" sz="2645" b="0" i="0" kern="1200" dirty="0">
                          <a:solidFill>
                            <a:schemeClr val="tx1"/>
                          </a:solidFill>
                          <a:effectLst/>
                          <a:latin typeface="+mn-lt"/>
                          <a:ea typeface="+mn-ea"/>
                          <a:cs typeface="+mn-cs"/>
                        </a:rPr>
                        <a:t>.</a:t>
                      </a:r>
                      <a:endParaRPr lang="en-US" sz="1800" b="0" i="0" kern="1200" dirty="0">
                        <a:solidFill>
                          <a:schemeClr val="tx1"/>
                        </a:solidFill>
                        <a:effectLst/>
                        <a:latin typeface="+mn-lt"/>
                        <a:ea typeface="+mn-ea"/>
                        <a:cs typeface="+mn-cs"/>
                      </a:endParaRPr>
                    </a:p>
                    <a:p>
                      <a:pPr marL="285750" marR="0" lvl="0" indent="-285750" algn="l" defTabSz="13438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tx1"/>
                          </a:solidFill>
                          <a:effectLst/>
                          <a:latin typeface="+mn-lt"/>
                          <a:ea typeface="+mn-ea"/>
                          <a:cs typeface="+mn-cs"/>
                        </a:rPr>
                        <a:t>Build and </a:t>
                      </a:r>
                      <a:r>
                        <a:rPr lang="en-US" sz="1800" b="0" kern="1200" dirty="0">
                          <a:solidFill>
                            <a:schemeClr val="tx1"/>
                          </a:solidFill>
                          <a:effectLst/>
                          <a:latin typeface="+mn-lt"/>
                          <a:ea typeface="+mn-ea"/>
                          <a:cs typeface="+mn-cs"/>
                        </a:rPr>
                        <a:t>Deployed pipeline with new implementation of the model.</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Model Continuous Delivery (Model serving for prediction)</a:t>
                      </a:r>
                    </a:p>
                  </a:txBody>
                  <a:tcPr/>
                </a:tc>
                <a:extLst>
                  <a:ext uri="{0D108BD9-81ED-4DB2-BD59-A6C34878D82A}">
                    <a16:rowId xmlns:a16="http://schemas.microsoft.com/office/drawing/2014/main" val="167418204"/>
                  </a:ext>
                </a:extLst>
              </a:tr>
              <a:tr h="370840">
                <a:tc>
                  <a:txBody>
                    <a:bodyPr/>
                    <a:lstStyle/>
                    <a:p>
                      <a:r>
                        <a:rPr lang="en-US" sz="2000" kern="1200" dirty="0">
                          <a:effectLst/>
                        </a:rPr>
                        <a:t>Versioning</a:t>
                      </a:r>
                      <a:endParaRPr lang="en-US" sz="2000" i="0" dirty="0">
                        <a:solidFill>
                          <a:schemeClr val="tx1"/>
                        </a:solidFill>
                      </a:endParaRPr>
                    </a:p>
                  </a:txBody>
                  <a:tcPr/>
                </a:tc>
                <a:tc>
                  <a:txBody>
                    <a:bodyPr/>
                    <a:lstStyle/>
                    <a:p>
                      <a:pPr marL="457200" indent="-457200">
                        <a:buFont typeface="Arial" panose="020B0604020202020204" pitchFamily="34" charset="0"/>
                        <a:buChar char="•"/>
                      </a:pPr>
                      <a:r>
                        <a:rPr lang="en-US" sz="1800" b="0" kern="1200" dirty="0">
                          <a:solidFill>
                            <a:schemeClr val="tx1"/>
                          </a:solidFill>
                          <a:effectLst/>
                          <a:latin typeface="+mn-lt"/>
                          <a:ea typeface="+mn-ea"/>
                          <a:cs typeface="+mn-cs"/>
                        </a:rPr>
                        <a:t>Code versioning and configuration</a:t>
                      </a:r>
                    </a:p>
                    <a:p>
                      <a:pPr marL="457200" indent="-457200">
                        <a:buFont typeface="Arial" panose="020B0604020202020204" pitchFamily="34" charset="0"/>
                        <a:buChar char="•"/>
                      </a:pPr>
                      <a:r>
                        <a:rPr lang="en-US" sz="1800" b="0" kern="1200" dirty="0">
                          <a:solidFill>
                            <a:schemeClr val="tx1"/>
                          </a:solidFill>
                          <a:effectLst/>
                          <a:latin typeface="+mn-lt"/>
                          <a:ea typeface="+mn-ea"/>
                          <a:cs typeface="+mn-cs"/>
                        </a:rPr>
                        <a:t>Data, features and metadata versioning.</a:t>
                      </a:r>
                    </a:p>
                    <a:p>
                      <a:pPr marL="457200" indent="-457200">
                        <a:buFont typeface="Arial" panose="020B0604020202020204" pitchFamily="34" charset="0"/>
                        <a:buChar char="•"/>
                      </a:pPr>
                      <a:r>
                        <a:rPr lang="en-US" sz="1800" b="0" kern="1200" dirty="0">
                          <a:solidFill>
                            <a:schemeClr val="tx1"/>
                          </a:solidFill>
                          <a:effectLst/>
                          <a:latin typeface="+mn-lt"/>
                          <a:ea typeface="+mn-ea"/>
                          <a:cs typeface="+mn-cs"/>
                        </a:rPr>
                        <a:t>Model training pipeline, scoring pipeline</a:t>
                      </a:r>
                    </a:p>
                    <a:p>
                      <a:pPr marL="457200" indent="-457200">
                        <a:buFont typeface="Arial" panose="020B0604020202020204" pitchFamily="34" charset="0"/>
                        <a:buChar char="•"/>
                      </a:pPr>
                      <a:r>
                        <a:rPr lang="en-US" sz="1800" b="0" kern="1200" dirty="0">
                          <a:solidFill>
                            <a:schemeClr val="tx1"/>
                          </a:solidFill>
                          <a:effectLst/>
                          <a:latin typeface="+mn-lt"/>
                          <a:ea typeface="+mn-ea"/>
                          <a:cs typeface="+mn-cs"/>
                        </a:rPr>
                        <a:t>Models and artifacts versioning.</a:t>
                      </a:r>
                    </a:p>
                    <a:p>
                      <a:pPr marL="457200" indent="-457200">
                        <a:buFont typeface="Arial" panose="020B0604020202020204" pitchFamily="34" charset="0"/>
                        <a:buChar char="•"/>
                      </a:pPr>
                      <a:r>
                        <a:rPr lang="en-US" sz="1800" b="0" kern="1200" dirty="0">
                          <a:solidFill>
                            <a:schemeClr val="tx1"/>
                          </a:solidFill>
                          <a:effectLst/>
                          <a:latin typeface="+mn-lt"/>
                          <a:ea typeface="+mn-ea"/>
                          <a:cs typeface="+mn-cs"/>
                        </a:rPr>
                        <a:t>Experiment tracking</a:t>
                      </a:r>
                    </a:p>
                  </a:txBody>
                  <a:tcPr/>
                </a:tc>
                <a:extLst>
                  <a:ext uri="{0D108BD9-81ED-4DB2-BD59-A6C34878D82A}">
                    <a16:rowId xmlns:a16="http://schemas.microsoft.com/office/drawing/2014/main" val="163186472"/>
                  </a:ext>
                </a:extLst>
              </a:tr>
            </a:tbl>
          </a:graphicData>
        </a:graphic>
      </p:graphicFrame>
    </p:spTree>
    <p:extLst>
      <p:ext uri="{BB962C8B-B14F-4D97-AF65-F5344CB8AC3E}">
        <p14:creationId xmlns:p14="http://schemas.microsoft.com/office/powerpoint/2010/main" val="85680709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13473"/>
            <a:ext cx="11160000" cy="430887"/>
          </a:xfrm>
        </p:spPr>
        <p:txBody>
          <a:bodyPr/>
          <a:lstStyle/>
          <a:p>
            <a:pPr algn="l"/>
            <a:r>
              <a:rPr lang="en-US" dirty="0"/>
              <a:t>ML Ops principles and practices:</a:t>
            </a:r>
            <a:endParaRPr lang="en-US" b="1" i="0" dirty="0">
              <a:solidFill>
                <a:srgbClr val="24244C"/>
              </a:solidFill>
              <a:effectLst/>
              <a:latin typeface="FFMarkWebProBold"/>
            </a:endParaRPr>
          </a:p>
        </p:txBody>
      </p:sp>
      <p:graphicFrame>
        <p:nvGraphicFramePr>
          <p:cNvPr id="4" name="Table 5">
            <a:extLst>
              <a:ext uri="{FF2B5EF4-FFF2-40B4-BE49-F238E27FC236}">
                <a16:creationId xmlns:a16="http://schemas.microsoft.com/office/drawing/2014/main" id="{7B7B86EF-11B0-4C76-B065-C8295D26AECA}"/>
              </a:ext>
            </a:extLst>
          </p:cNvPr>
          <p:cNvGraphicFramePr>
            <a:graphicFrameLocks/>
          </p:cNvGraphicFramePr>
          <p:nvPr>
            <p:extLst>
              <p:ext uri="{D42A27DB-BD31-4B8C-83A1-F6EECF244321}">
                <p14:modId xmlns:p14="http://schemas.microsoft.com/office/powerpoint/2010/main" val="358053734"/>
              </p:ext>
            </p:extLst>
          </p:nvPr>
        </p:nvGraphicFramePr>
        <p:xfrm>
          <a:off x="516000" y="1401655"/>
          <a:ext cx="11160124" cy="3786378"/>
        </p:xfrm>
        <a:graphic>
          <a:graphicData uri="http://schemas.openxmlformats.org/drawingml/2006/table">
            <a:tbl>
              <a:tblPr firstRow="1" bandRow="1">
                <a:tableStyleId>{BC89EF96-8CEA-46FF-86C4-4CE0E7609802}</a:tableStyleId>
              </a:tblPr>
              <a:tblGrid>
                <a:gridCol w="4364472">
                  <a:extLst>
                    <a:ext uri="{9D8B030D-6E8A-4147-A177-3AD203B41FA5}">
                      <a16:colId xmlns:a16="http://schemas.microsoft.com/office/drawing/2014/main" val="1627652677"/>
                    </a:ext>
                  </a:extLst>
                </a:gridCol>
                <a:gridCol w="6795652">
                  <a:extLst>
                    <a:ext uri="{9D8B030D-6E8A-4147-A177-3AD203B41FA5}">
                      <a16:colId xmlns:a16="http://schemas.microsoft.com/office/drawing/2014/main" val="3806722951"/>
                    </a:ext>
                  </a:extLst>
                </a:gridCol>
              </a:tblGrid>
              <a:tr h="366240">
                <a:tc>
                  <a:txBody>
                    <a:bodyPr/>
                    <a:lstStyle/>
                    <a:p>
                      <a:r>
                        <a:rPr lang="en-US" sz="2400" b="1" i="0" kern="1200" dirty="0">
                          <a:solidFill>
                            <a:schemeClr val="tx1"/>
                          </a:solidFill>
                          <a:effectLst/>
                          <a:latin typeface="+mn-lt"/>
                          <a:ea typeface="+mn-ea"/>
                          <a:cs typeface="+mn-cs"/>
                        </a:rPr>
                        <a:t>ML Ops Principles</a:t>
                      </a:r>
                      <a:endParaRPr lang="en-US" sz="2400" b="1" kern="1200" dirty="0">
                        <a:solidFill>
                          <a:schemeClr val="tx1"/>
                        </a:solidFill>
                        <a:effectLst/>
                        <a:latin typeface="+mn-lt"/>
                        <a:ea typeface="+mn-ea"/>
                        <a:cs typeface="+mn-cs"/>
                      </a:endParaRPr>
                    </a:p>
                  </a:txBody>
                  <a:tcPr/>
                </a:tc>
                <a:tc>
                  <a:txBody>
                    <a:bodyPr/>
                    <a:lstStyle/>
                    <a:p>
                      <a:pPr marL="0" marR="0" lvl="0" indent="0" algn="l" defTabSz="1343899" rtl="0" eaLnBrk="1" fontAlgn="auto" latinLnBrk="0" hangingPunct="1">
                        <a:lnSpc>
                          <a:spcPct val="100000"/>
                        </a:lnSpc>
                        <a:spcBef>
                          <a:spcPts val="0"/>
                        </a:spcBef>
                        <a:spcAft>
                          <a:spcPts val="0"/>
                        </a:spcAft>
                        <a:buClrTx/>
                        <a:buSzTx/>
                        <a:buFontTx/>
                        <a:buNone/>
                        <a:tabLst/>
                        <a:defRPr/>
                      </a:pPr>
                      <a:r>
                        <a:rPr lang="en-US" sz="2645" b="1" i="0" kern="1200" dirty="0">
                          <a:solidFill>
                            <a:schemeClr val="tx1"/>
                          </a:solidFill>
                          <a:effectLst/>
                          <a:latin typeface="+mn-lt"/>
                          <a:ea typeface="+mn-ea"/>
                          <a:cs typeface="+mn-cs"/>
                        </a:rPr>
                        <a:t>Practices followed</a:t>
                      </a:r>
                      <a:endParaRPr lang="en-US" b="1" i="0" dirty="0">
                        <a:solidFill>
                          <a:schemeClr val="tx1"/>
                        </a:solidFill>
                      </a:endParaRPr>
                    </a:p>
                  </a:txBody>
                  <a:tcPr/>
                </a:tc>
                <a:extLst>
                  <a:ext uri="{0D108BD9-81ED-4DB2-BD59-A6C34878D82A}">
                    <a16:rowId xmlns:a16="http://schemas.microsoft.com/office/drawing/2014/main" val="2480698914"/>
                  </a:ext>
                </a:extLst>
              </a:tr>
              <a:tr h="370840">
                <a:tc>
                  <a:txBody>
                    <a:bodyPr/>
                    <a:lstStyle/>
                    <a:p>
                      <a:r>
                        <a:rPr lang="en-US" sz="2000" kern="1200" dirty="0">
                          <a:effectLst/>
                        </a:rPr>
                        <a:t>Testing</a:t>
                      </a:r>
                      <a:endParaRPr lang="en-US" sz="2000" i="0" dirty="0">
                        <a:solidFill>
                          <a:schemeClr val="tx1"/>
                        </a:solidFill>
                      </a:endParaRPr>
                    </a:p>
                  </a:txBody>
                  <a:tcPr/>
                </a:tc>
                <a:tc>
                  <a:txBody>
                    <a:bodyPr/>
                    <a:lstStyle/>
                    <a:p>
                      <a:pPr marL="457200" indent="-457200">
                        <a:buFont typeface="Arial" panose="020B0604020202020204" pitchFamily="34" charset="0"/>
                        <a:buChar char="•"/>
                      </a:pPr>
                      <a:r>
                        <a:rPr lang="en-US" sz="1800" b="0" kern="1200" dirty="0">
                          <a:solidFill>
                            <a:schemeClr val="tx1"/>
                          </a:solidFill>
                          <a:effectLst/>
                          <a:latin typeface="+mn-lt"/>
                          <a:ea typeface="+mn-ea"/>
                          <a:cs typeface="+mn-cs"/>
                        </a:rPr>
                        <a:t>Conventional unit testing for any feature creation, ML model specification code (training) and testing. (Manual)</a:t>
                      </a:r>
                    </a:p>
                    <a:p>
                      <a:pPr marL="457200" marR="0" lvl="0" indent="-457200" algn="l" defTabSz="13438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tx1"/>
                          </a:solidFill>
                          <a:effectLst/>
                          <a:latin typeface="+mn-lt"/>
                          <a:ea typeface="+mn-ea"/>
                          <a:cs typeface="+mn-cs"/>
                        </a:rPr>
                        <a:t>ML infrastructure test. (Manual)</a:t>
                      </a:r>
                    </a:p>
                    <a:p>
                      <a:pPr marL="457200" indent="-457200">
                        <a:buFont typeface="Arial" panose="020B0604020202020204" pitchFamily="34" charset="0"/>
                        <a:buChar char="•"/>
                      </a:pPr>
                      <a:r>
                        <a:rPr lang="en-US" sz="1800" b="0" kern="1200" dirty="0">
                          <a:solidFill>
                            <a:schemeClr val="tx1"/>
                          </a:solidFill>
                          <a:effectLst/>
                          <a:latin typeface="+mn-lt"/>
                          <a:ea typeface="+mn-ea"/>
                          <a:cs typeface="+mn-cs"/>
                        </a:rPr>
                        <a:t>Data validation </a:t>
                      </a:r>
                    </a:p>
                    <a:p>
                      <a:pPr marL="457200" indent="-457200">
                        <a:buFont typeface="Arial" panose="020B0604020202020204" pitchFamily="34" charset="0"/>
                        <a:buChar char="•"/>
                      </a:pPr>
                      <a:r>
                        <a:rPr lang="en-US" sz="1800" b="0" kern="1200" dirty="0">
                          <a:solidFill>
                            <a:schemeClr val="tx1"/>
                          </a:solidFill>
                          <a:effectLst/>
                          <a:latin typeface="+mn-lt"/>
                          <a:ea typeface="+mn-ea"/>
                          <a:cs typeface="+mn-cs"/>
                        </a:rPr>
                        <a:t>Validating performance of a model</a:t>
                      </a:r>
                    </a:p>
                  </a:txBody>
                  <a:tcPr/>
                </a:tc>
                <a:extLst>
                  <a:ext uri="{0D108BD9-81ED-4DB2-BD59-A6C34878D82A}">
                    <a16:rowId xmlns:a16="http://schemas.microsoft.com/office/drawing/2014/main" val="3671932043"/>
                  </a:ext>
                </a:extLst>
              </a:tr>
              <a:tr h="370840">
                <a:tc>
                  <a:txBody>
                    <a:bodyPr/>
                    <a:lstStyle/>
                    <a:p>
                      <a:r>
                        <a:rPr lang="en-US" sz="2000" kern="1200" dirty="0">
                          <a:effectLst/>
                        </a:rPr>
                        <a:t>Reproducibility</a:t>
                      </a:r>
                      <a:endParaRPr lang="en-US" sz="2000" i="0" dirty="0">
                        <a:solidFill>
                          <a:schemeClr val="tx1"/>
                        </a:solidFill>
                      </a:endParaRP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Every phase of either data processing, ML model training, and ML model deployment should produce identical results given the same input by versioning code, data, features and containerizing the ML stack.</a:t>
                      </a:r>
                    </a:p>
                  </a:txBody>
                  <a:tcPr/>
                </a:tc>
                <a:extLst>
                  <a:ext uri="{0D108BD9-81ED-4DB2-BD59-A6C34878D82A}">
                    <a16:rowId xmlns:a16="http://schemas.microsoft.com/office/drawing/2014/main" val="3167289593"/>
                  </a:ext>
                </a:extLst>
              </a:tr>
              <a:tr h="370840">
                <a:tc>
                  <a:txBody>
                    <a:bodyPr/>
                    <a:lstStyle/>
                    <a:p>
                      <a:r>
                        <a:rPr lang="en-US" sz="2000" kern="1200" dirty="0">
                          <a:effectLst/>
                        </a:rPr>
                        <a:t>Monitoring</a:t>
                      </a:r>
                      <a:endParaRPr lang="en-US" sz="2000" i="0" dirty="0">
                        <a:solidFill>
                          <a:schemeClr val="tx1"/>
                        </a:solidFill>
                      </a:endParaRP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Collecting data about the model performance on live data.</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Trigger to retrain the model.</a:t>
                      </a:r>
                    </a:p>
                  </a:txBody>
                  <a:tcPr/>
                </a:tc>
                <a:extLst>
                  <a:ext uri="{0D108BD9-81ED-4DB2-BD59-A6C34878D82A}">
                    <a16:rowId xmlns:a16="http://schemas.microsoft.com/office/drawing/2014/main" val="1995370391"/>
                  </a:ext>
                </a:extLst>
              </a:tr>
            </a:tbl>
          </a:graphicData>
        </a:graphic>
      </p:graphicFrame>
    </p:spTree>
    <p:extLst>
      <p:ext uri="{BB962C8B-B14F-4D97-AF65-F5344CB8AC3E}">
        <p14:creationId xmlns:p14="http://schemas.microsoft.com/office/powerpoint/2010/main" val="7865923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358388"/>
            <a:ext cx="11160000" cy="430887"/>
          </a:xfrm>
        </p:spPr>
        <p:txBody>
          <a:bodyPr/>
          <a:lstStyle/>
          <a:p>
            <a:r>
              <a:rPr lang="en-US" dirty="0"/>
              <a:t>Tools used:</a:t>
            </a:r>
          </a:p>
        </p:txBody>
      </p:sp>
      <p:graphicFrame>
        <p:nvGraphicFramePr>
          <p:cNvPr id="7" name="Table 5">
            <a:extLst>
              <a:ext uri="{FF2B5EF4-FFF2-40B4-BE49-F238E27FC236}">
                <a16:creationId xmlns:a16="http://schemas.microsoft.com/office/drawing/2014/main" id="{01B73725-98BA-4BA2-B412-8849CC183035}"/>
              </a:ext>
            </a:extLst>
          </p:cNvPr>
          <p:cNvGraphicFramePr>
            <a:graphicFrameLocks/>
          </p:cNvGraphicFramePr>
          <p:nvPr>
            <p:extLst>
              <p:ext uri="{D42A27DB-BD31-4B8C-83A1-F6EECF244321}">
                <p14:modId xmlns:p14="http://schemas.microsoft.com/office/powerpoint/2010/main" val="2536141017"/>
              </p:ext>
            </p:extLst>
          </p:nvPr>
        </p:nvGraphicFramePr>
        <p:xfrm>
          <a:off x="515876" y="1031238"/>
          <a:ext cx="11160124" cy="5523738"/>
        </p:xfrm>
        <a:graphic>
          <a:graphicData uri="http://schemas.openxmlformats.org/drawingml/2006/table">
            <a:tbl>
              <a:tblPr firstRow="1" bandRow="1">
                <a:tableStyleId>{BC89EF96-8CEA-46FF-86C4-4CE0E7609802}</a:tableStyleId>
              </a:tblPr>
              <a:tblGrid>
                <a:gridCol w="3229735">
                  <a:extLst>
                    <a:ext uri="{9D8B030D-6E8A-4147-A177-3AD203B41FA5}">
                      <a16:colId xmlns:a16="http://schemas.microsoft.com/office/drawing/2014/main" val="1627652677"/>
                    </a:ext>
                  </a:extLst>
                </a:gridCol>
                <a:gridCol w="7930389">
                  <a:extLst>
                    <a:ext uri="{9D8B030D-6E8A-4147-A177-3AD203B41FA5}">
                      <a16:colId xmlns:a16="http://schemas.microsoft.com/office/drawing/2014/main" val="3806722951"/>
                    </a:ext>
                  </a:extLst>
                </a:gridCol>
              </a:tblGrid>
              <a:tr h="267749">
                <a:tc>
                  <a:txBody>
                    <a:bodyPr/>
                    <a:lstStyle/>
                    <a:p>
                      <a:r>
                        <a:rPr lang="en-US" sz="2400" b="1" i="0" kern="1200" dirty="0">
                          <a:solidFill>
                            <a:schemeClr val="tx1"/>
                          </a:solidFill>
                          <a:effectLst/>
                          <a:latin typeface="+mn-lt"/>
                          <a:ea typeface="+mn-ea"/>
                          <a:cs typeface="+mn-cs"/>
                        </a:rPr>
                        <a:t>ML Ops Principles</a:t>
                      </a:r>
                      <a:endParaRPr lang="en-US" sz="2400" b="1" kern="1200" dirty="0">
                        <a:solidFill>
                          <a:schemeClr val="tx1"/>
                        </a:solidFill>
                        <a:effectLst/>
                        <a:latin typeface="+mn-lt"/>
                        <a:ea typeface="+mn-ea"/>
                        <a:cs typeface="+mn-cs"/>
                      </a:endParaRPr>
                    </a:p>
                  </a:txBody>
                  <a:tcPr/>
                </a:tc>
                <a:tc>
                  <a:txBody>
                    <a:bodyPr/>
                    <a:lstStyle/>
                    <a:p>
                      <a:r>
                        <a:rPr lang="en-US" sz="2645" b="1" i="0" kern="1200" dirty="0">
                          <a:solidFill>
                            <a:schemeClr val="tx1"/>
                          </a:solidFill>
                          <a:effectLst/>
                          <a:latin typeface="+mn-lt"/>
                          <a:ea typeface="+mn-ea"/>
                          <a:cs typeface="+mn-cs"/>
                        </a:rPr>
                        <a:t>Tools used</a:t>
                      </a:r>
                      <a:endParaRPr lang="en-US" b="1" i="0" dirty="0">
                        <a:solidFill>
                          <a:schemeClr val="tx1"/>
                        </a:solidFill>
                      </a:endParaRPr>
                    </a:p>
                  </a:txBody>
                  <a:tcPr/>
                </a:tc>
                <a:extLst>
                  <a:ext uri="{0D108BD9-81ED-4DB2-BD59-A6C34878D82A}">
                    <a16:rowId xmlns:a16="http://schemas.microsoft.com/office/drawing/2014/main" val="2480698914"/>
                  </a:ext>
                </a:extLst>
              </a:tr>
              <a:tr h="370840">
                <a:tc>
                  <a:txBody>
                    <a:bodyPr/>
                    <a:lstStyle/>
                    <a:p>
                      <a:r>
                        <a:rPr lang="en-US" sz="2000" kern="1200" dirty="0">
                          <a:effectLst/>
                        </a:rPr>
                        <a:t>Automation</a:t>
                      </a:r>
                      <a:endParaRPr lang="en-US" sz="2000" i="0" dirty="0">
                        <a:solidFill>
                          <a:schemeClr val="tx1"/>
                        </a:solidFill>
                      </a:endParaRPr>
                    </a:p>
                  </a:txBody>
                  <a:tcPr/>
                </a:tc>
                <a:tc>
                  <a:txBody>
                    <a:bodyPr/>
                    <a:lstStyle/>
                    <a:p>
                      <a:pPr marL="285750" marR="0" lvl="0" indent="-285750" algn="l" defTabSz="13438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tx1"/>
                          </a:solidFill>
                          <a:effectLst/>
                          <a:latin typeface="+mn-lt"/>
                          <a:ea typeface="+mn-ea"/>
                          <a:cs typeface="+mn-cs"/>
                        </a:rPr>
                        <a:t>Gitlab CI/CD pipeline</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Kubeflow for training pipeline(GCP AI platform pipeline)</a:t>
                      </a:r>
                    </a:p>
                    <a:p>
                      <a:pPr marL="285750" marR="0" lvl="0" indent="-285750" algn="l" defTabSz="13438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tx1"/>
                          </a:solidFill>
                          <a:effectLst/>
                          <a:latin typeface="+mn-lt"/>
                          <a:ea typeface="+mn-ea"/>
                          <a:cs typeface="+mn-cs"/>
                        </a:rPr>
                        <a:t>Kubeflow for batch inference pipeline( Kubeflow Pipelines standalone on a local Kubernetes cluster using K3s)</a:t>
                      </a:r>
                    </a:p>
                  </a:txBody>
                  <a:tcPr/>
                </a:tc>
                <a:extLst>
                  <a:ext uri="{0D108BD9-81ED-4DB2-BD59-A6C34878D82A}">
                    <a16:rowId xmlns:a16="http://schemas.microsoft.com/office/drawing/2014/main" val="2453153636"/>
                  </a:ext>
                </a:extLst>
              </a:tr>
              <a:tr h="370840">
                <a:tc>
                  <a:txBody>
                    <a:bodyPr/>
                    <a:lstStyle/>
                    <a:p>
                      <a:r>
                        <a:rPr lang="en-US" sz="2000" kern="1200" dirty="0">
                          <a:effectLst/>
                        </a:rPr>
                        <a:t>CI/CD</a:t>
                      </a:r>
                      <a:endParaRPr lang="en-US" sz="2000" i="0" dirty="0">
                        <a:solidFill>
                          <a:schemeClr val="tx1"/>
                        </a:solidFill>
                      </a:endParaRPr>
                    </a:p>
                  </a:txBody>
                  <a:tcPr/>
                </a:tc>
                <a:tc>
                  <a:txBody>
                    <a:bodyPr/>
                    <a:lstStyle/>
                    <a:p>
                      <a:pPr marL="285750" marR="0" lvl="0" indent="-285750" algn="l" defTabSz="13438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tx1"/>
                          </a:solidFill>
                          <a:effectLst/>
                          <a:latin typeface="+mn-lt"/>
                          <a:ea typeface="+mn-ea"/>
                          <a:cs typeface="+mn-cs"/>
                        </a:rPr>
                        <a:t>Gitlab CI/CD pipeline</a:t>
                      </a:r>
                    </a:p>
                  </a:txBody>
                  <a:tcPr/>
                </a:tc>
                <a:extLst>
                  <a:ext uri="{0D108BD9-81ED-4DB2-BD59-A6C34878D82A}">
                    <a16:rowId xmlns:a16="http://schemas.microsoft.com/office/drawing/2014/main" val="167418204"/>
                  </a:ext>
                </a:extLst>
              </a:tr>
              <a:tr h="370840">
                <a:tc>
                  <a:txBody>
                    <a:bodyPr/>
                    <a:lstStyle/>
                    <a:p>
                      <a:r>
                        <a:rPr lang="en-US" sz="2000" kern="1200" dirty="0">
                          <a:effectLst/>
                        </a:rPr>
                        <a:t>Versioning</a:t>
                      </a:r>
                      <a:endParaRPr lang="en-US" sz="2000" i="0" dirty="0">
                        <a:solidFill>
                          <a:schemeClr val="tx1"/>
                        </a:solidFill>
                      </a:endParaRP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Git for code versioning.</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GCS for data, features, models and corresponding artifacts versioning.</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Kubeflow for pipeline versioning and experimentation tracking.</a:t>
                      </a:r>
                    </a:p>
                  </a:txBody>
                  <a:tcPr/>
                </a:tc>
                <a:extLst>
                  <a:ext uri="{0D108BD9-81ED-4DB2-BD59-A6C34878D82A}">
                    <a16:rowId xmlns:a16="http://schemas.microsoft.com/office/drawing/2014/main" val="163186472"/>
                  </a:ext>
                </a:extLst>
              </a:tr>
              <a:tr h="370840">
                <a:tc>
                  <a:txBody>
                    <a:bodyPr/>
                    <a:lstStyle/>
                    <a:p>
                      <a:r>
                        <a:rPr lang="en-US" sz="2000" i="0" dirty="0">
                          <a:solidFill>
                            <a:schemeClr val="tx1"/>
                          </a:solidFill>
                        </a:rPr>
                        <a:t>Containerization</a:t>
                      </a: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Docker</a:t>
                      </a:r>
                    </a:p>
                  </a:txBody>
                  <a:tcPr/>
                </a:tc>
                <a:extLst>
                  <a:ext uri="{0D108BD9-81ED-4DB2-BD59-A6C34878D82A}">
                    <a16:rowId xmlns:a16="http://schemas.microsoft.com/office/drawing/2014/main" val="4257897746"/>
                  </a:ext>
                </a:extLst>
              </a:tr>
              <a:tr h="370840">
                <a:tc>
                  <a:txBody>
                    <a:bodyPr/>
                    <a:lstStyle/>
                    <a:p>
                      <a:r>
                        <a:rPr lang="en-US" sz="2000" i="0" dirty="0">
                          <a:solidFill>
                            <a:schemeClr val="tx1"/>
                          </a:solidFill>
                        </a:rPr>
                        <a:t>Container and pipeline orchestration</a:t>
                      </a: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Kubernetes and Kubeflow pipeline</a:t>
                      </a:r>
                    </a:p>
                  </a:txBody>
                  <a:tcPr/>
                </a:tc>
                <a:extLst>
                  <a:ext uri="{0D108BD9-81ED-4DB2-BD59-A6C34878D82A}">
                    <a16:rowId xmlns:a16="http://schemas.microsoft.com/office/drawing/2014/main" val="273856763"/>
                  </a:ext>
                </a:extLst>
              </a:tr>
              <a:tr h="370840">
                <a:tc>
                  <a:txBody>
                    <a:bodyPr/>
                    <a:lstStyle/>
                    <a:p>
                      <a:r>
                        <a:rPr lang="en-US" sz="2000" i="0" dirty="0">
                          <a:solidFill>
                            <a:schemeClr val="tx1"/>
                          </a:solidFill>
                        </a:rPr>
                        <a:t>Container registry</a:t>
                      </a: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Google container registry</a:t>
                      </a:r>
                    </a:p>
                  </a:txBody>
                  <a:tcPr/>
                </a:tc>
                <a:extLst>
                  <a:ext uri="{0D108BD9-81ED-4DB2-BD59-A6C34878D82A}">
                    <a16:rowId xmlns:a16="http://schemas.microsoft.com/office/drawing/2014/main" val="2015999723"/>
                  </a:ext>
                </a:extLst>
              </a:tr>
              <a:tr h="370840">
                <a:tc>
                  <a:txBody>
                    <a:bodyPr/>
                    <a:lstStyle/>
                    <a:p>
                      <a:r>
                        <a:rPr lang="en-US" sz="2000" i="0" dirty="0">
                          <a:solidFill>
                            <a:schemeClr val="tx1"/>
                          </a:solidFill>
                        </a:rPr>
                        <a:t>Model training</a:t>
                      </a: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Google AI Platform training job</a:t>
                      </a:r>
                    </a:p>
                  </a:txBody>
                  <a:tcPr/>
                </a:tc>
                <a:extLst>
                  <a:ext uri="{0D108BD9-81ED-4DB2-BD59-A6C34878D82A}">
                    <a16:rowId xmlns:a16="http://schemas.microsoft.com/office/drawing/2014/main" val="115852290"/>
                  </a:ext>
                </a:extLst>
              </a:tr>
              <a:tr h="370840">
                <a:tc>
                  <a:txBody>
                    <a:bodyPr/>
                    <a:lstStyle/>
                    <a:p>
                      <a:r>
                        <a:rPr lang="en-US" sz="2000" i="0" dirty="0">
                          <a:solidFill>
                            <a:schemeClr val="tx1"/>
                          </a:solidFill>
                        </a:rPr>
                        <a:t>Visualization/monitoring </a:t>
                      </a:r>
                    </a:p>
                  </a:txBody>
                  <a:tcPr/>
                </a:tc>
                <a:tc>
                  <a:txBody>
                    <a:bodyPr/>
                    <a:lstStyle/>
                    <a:p>
                      <a:pPr marL="285750" indent="-285750">
                        <a:buFont typeface="Arial" panose="020B0604020202020204" pitchFamily="34" charset="0"/>
                        <a:buChar char="•"/>
                      </a:pPr>
                      <a:r>
                        <a:rPr lang="en-US" sz="1800" b="0" kern="1200" dirty="0">
                          <a:solidFill>
                            <a:schemeClr val="tx1"/>
                          </a:solidFill>
                          <a:effectLst/>
                          <a:latin typeface="+mn-lt"/>
                          <a:ea typeface="+mn-ea"/>
                          <a:cs typeface="+mn-cs"/>
                        </a:rPr>
                        <a:t>Data studio </a:t>
                      </a:r>
                    </a:p>
                    <a:p>
                      <a:pPr marL="285750" indent="-285750">
                        <a:buFont typeface="Arial" panose="020B0604020202020204" pitchFamily="34" charset="0"/>
                        <a:buChar char="•"/>
                      </a:pPr>
                      <a:r>
                        <a:rPr lang="en-US" sz="1800" b="0" kern="1200" dirty="0">
                          <a:solidFill>
                            <a:schemeClr val="tx1"/>
                          </a:solidFill>
                          <a:effectLst/>
                          <a:latin typeface="+mn-lt"/>
                          <a:ea typeface="+mn-ea"/>
                          <a:cs typeface="+mn-cs"/>
                        </a:rPr>
                        <a:t>Big query table for backend table</a:t>
                      </a:r>
                    </a:p>
                  </a:txBody>
                  <a:tcPr/>
                </a:tc>
                <a:extLst>
                  <a:ext uri="{0D108BD9-81ED-4DB2-BD59-A6C34878D82A}">
                    <a16:rowId xmlns:a16="http://schemas.microsoft.com/office/drawing/2014/main" val="3078192424"/>
                  </a:ext>
                </a:extLst>
              </a:tr>
            </a:tbl>
          </a:graphicData>
        </a:graphic>
      </p:graphicFrame>
    </p:spTree>
    <p:extLst>
      <p:ext uri="{BB962C8B-B14F-4D97-AF65-F5344CB8AC3E}">
        <p14:creationId xmlns:p14="http://schemas.microsoft.com/office/powerpoint/2010/main" val="83589276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2500-C6D6-465C-A46E-B98555F9EA3E}"/>
              </a:ext>
            </a:extLst>
          </p:cNvPr>
          <p:cNvSpPr>
            <a:spLocks noGrp="1"/>
          </p:cNvSpPr>
          <p:nvPr>
            <p:ph type="title"/>
          </p:nvPr>
        </p:nvSpPr>
        <p:spPr>
          <a:xfrm>
            <a:off x="530224" y="468557"/>
            <a:ext cx="11160000" cy="861774"/>
          </a:xfrm>
        </p:spPr>
        <p:txBody>
          <a:bodyPr/>
          <a:lstStyle/>
          <a:p>
            <a:r>
              <a:rPr lang="en-IN" dirty="0"/>
              <a:t>ML OPS PROCESS FLOW FOR MTN SOUTH AFRICA (TRAINING)</a:t>
            </a:r>
            <a:br>
              <a:rPr kumimoji="0" lang="en-IN" sz="2400" b="0" i="0" u="none" strike="noStrike" kern="1200" cap="none" spc="0" normalizeH="0" baseline="0" noProof="0" dirty="0">
                <a:ln>
                  <a:noFill/>
                </a:ln>
                <a:effectLst/>
                <a:uLnTx/>
                <a:uFillTx/>
                <a:latin typeface="Verdana"/>
              </a:rPr>
            </a:br>
            <a:endParaRPr lang="en-US" dirty="0"/>
          </a:p>
        </p:txBody>
      </p:sp>
      <p:sp>
        <p:nvSpPr>
          <p:cNvPr id="3" name="Content Placeholder 2">
            <a:extLst>
              <a:ext uri="{FF2B5EF4-FFF2-40B4-BE49-F238E27FC236}">
                <a16:creationId xmlns:a16="http://schemas.microsoft.com/office/drawing/2014/main" id="{0A5809F2-4198-476A-825C-8D8FBA407C8A}"/>
              </a:ext>
            </a:extLst>
          </p:cNvPr>
          <p:cNvSpPr>
            <a:spLocks noGrp="1"/>
          </p:cNvSpPr>
          <p:nvPr>
            <p:ph sz="quarter" idx="11"/>
          </p:nvPr>
        </p:nvSpPr>
        <p:spPr/>
        <p:txBody>
          <a:bodyPr/>
          <a:lstStyle/>
          <a:p>
            <a:endParaRPr lang="en-US"/>
          </a:p>
        </p:txBody>
      </p:sp>
      <p:pic>
        <p:nvPicPr>
          <p:cNvPr id="5" name="Picture 4">
            <a:extLst>
              <a:ext uri="{FF2B5EF4-FFF2-40B4-BE49-F238E27FC236}">
                <a16:creationId xmlns:a16="http://schemas.microsoft.com/office/drawing/2014/main" id="{B36D92FE-34CC-4BDA-A4EB-FFD3D48D947B}"/>
              </a:ext>
            </a:extLst>
          </p:cNvPr>
          <p:cNvPicPr>
            <a:picLocks noChangeAspect="1"/>
          </p:cNvPicPr>
          <p:nvPr/>
        </p:nvPicPr>
        <p:blipFill>
          <a:blip r:embed="rId2"/>
          <a:stretch>
            <a:fillRect/>
          </a:stretch>
        </p:blipFill>
        <p:spPr>
          <a:xfrm>
            <a:off x="530224" y="972000"/>
            <a:ext cx="11160000" cy="5413422"/>
          </a:xfrm>
          <a:prstGeom prst="rect">
            <a:avLst/>
          </a:prstGeom>
        </p:spPr>
      </p:pic>
    </p:spTree>
    <p:extLst>
      <p:ext uri="{BB962C8B-B14F-4D97-AF65-F5344CB8AC3E}">
        <p14:creationId xmlns:p14="http://schemas.microsoft.com/office/powerpoint/2010/main" val="119352789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6547-A299-4160-8969-895E6931CC62}"/>
              </a:ext>
            </a:extLst>
          </p:cNvPr>
          <p:cNvSpPr>
            <a:spLocks noGrp="1"/>
          </p:cNvSpPr>
          <p:nvPr>
            <p:ph type="title"/>
          </p:nvPr>
        </p:nvSpPr>
        <p:spPr>
          <a:xfrm>
            <a:off x="530224" y="468557"/>
            <a:ext cx="11160000" cy="861774"/>
          </a:xfrm>
        </p:spPr>
        <p:txBody>
          <a:bodyPr/>
          <a:lstStyle/>
          <a:p>
            <a:r>
              <a:rPr lang="en-IN" dirty="0"/>
              <a:t>ML OPS PROCESS FLOW FOR MTN SOUTH AFRICA (SCORING)</a:t>
            </a:r>
            <a:br>
              <a:rPr lang="en-IN" dirty="0"/>
            </a:br>
            <a:endParaRPr lang="en-US" dirty="0"/>
          </a:p>
        </p:txBody>
      </p:sp>
      <p:pic>
        <p:nvPicPr>
          <p:cNvPr id="5" name="Picture 4">
            <a:extLst>
              <a:ext uri="{FF2B5EF4-FFF2-40B4-BE49-F238E27FC236}">
                <a16:creationId xmlns:a16="http://schemas.microsoft.com/office/drawing/2014/main" id="{750E8271-235D-4A59-B239-B2D424020A7A}"/>
              </a:ext>
            </a:extLst>
          </p:cNvPr>
          <p:cNvPicPr>
            <a:picLocks noChangeAspect="1"/>
          </p:cNvPicPr>
          <p:nvPr/>
        </p:nvPicPr>
        <p:blipFill>
          <a:blip r:embed="rId2"/>
          <a:stretch>
            <a:fillRect/>
          </a:stretch>
        </p:blipFill>
        <p:spPr>
          <a:xfrm>
            <a:off x="437179" y="1476269"/>
            <a:ext cx="11593559" cy="4593978"/>
          </a:xfrm>
          <a:prstGeom prst="rect">
            <a:avLst/>
          </a:prstGeom>
        </p:spPr>
      </p:pic>
    </p:spTree>
    <p:extLst>
      <p:ext uri="{BB962C8B-B14F-4D97-AF65-F5344CB8AC3E}">
        <p14:creationId xmlns:p14="http://schemas.microsoft.com/office/powerpoint/2010/main" val="376946799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8B0C36-C80C-476E-A7CE-1991E0CF08B4}"/>
              </a:ext>
            </a:extLst>
          </p:cNvPr>
          <p:cNvSpPr/>
          <p:nvPr/>
        </p:nvSpPr>
        <p:spPr>
          <a:xfrm>
            <a:off x="8620917" y="1576607"/>
            <a:ext cx="3195279" cy="1781051"/>
          </a:xfrm>
          <a:prstGeom prst="rect">
            <a:avLst/>
          </a:prstGeom>
          <a:solidFill>
            <a:schemeClr val="bg2"/>
          </a:solidFill>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bg2"/>
              </a:solidFill>
              <a:highlight>
                <a:srgbClr val="C0C0C0"/>
              </a:highlight>
            </a:endParaRPr>
          </a:p>
        </p:txBody>
      </p:sp>
      <p:sp>
        <p:nvSpPr>
          <p:cNvPr id="2" name="Title 1">
            <a:extLst>
              <a:ext uri="{FF2B5EF4-FFF2-40B4-BE49-F238E27FC236}">
                <a16:creationId xmlns:a16="http://schemas.microsoft.com/office/drawing/2014/main" id="{AF007A51-9A87-4C75-B2D1-1CB332A377A0}"/>
              </a:ext>
            </a:extLst>
          </p:cNvPr>
          <p:cNvSpPr>
            <a:spLocks noGrp="1"/>
          </p:cNvSpPr>
          <p:nvPr>
            <p:ph type="title"/>
          </p:nvPr>
        </p:nvSpPr>
        <p:spPr>
          <a:xfrm>
            <a:off x="530224" y="468557"/>
            <a:ext cx="11160000" cy="430887"/>
          </a:xfrm>
        </p:spPr>
        <p:txBody>
          <a:bodyPr/>
          <a:lstStyle/>
          <a:p>
            <a:r>
              <a:rPr lang="en-ZA" dirty="0" err="1"/>
              <a:t>MLOps</a:t>
            </a:r>
            <a:r>
              <a:rPr lang="en-ZA" dirty="0"/>
              <a:t> Architecture: Detailed</a:t>
            </a:r>
          </a:p>
        </p:txBody>
      </p:sp>
      <p:sp>
        <p:nvSpPr>
          <p:cNvPr id="3" name="Content Placeholder 2">
            <a:extLst>
              <a:ext uri="{FF2B5EF4-FFF2-40B4-BE49-F238E27FC236}">
                <a16:creationId xmlns:a16="http://schemas.microsoft.com/office/drawing/2014/main" id="{290C3F76-1BBA-4C21-8FC3-3F5EB991C882}"/>
              </a:ext>
            </a:extLst>
          </p:cNvPr>
          <p:cNvSpPr>
            <a:spLocks noGrp="1"/>
          </p:cNvSpPr>
          <p:nvPr>
            <p:ph sz="quarter" idx="11"/>
          </p:nvPr>
        </p:nvSpPr>
        <p:spPr>
          <a:xfrm>
            <a:off x="530224" y="972000"/>
            <a:ext cx="11160000" cy="276999"/>
          </a:xfrm>
        </p:spPr>
        <p:txBody>
          <a:bodyPr/>
          <a:lstStyle/>
          <a:p>
            <a:r>
              <a:rPr lang="en-ZA" sz="1800" dirty="0"/>
              <a:t>Detailed architecture with repositories, training and scoring pipeline.</a:t>
            </a:r>
            <a:endParaRPr lang="en-ZA" dirty="0"/>
          </a:p>
        </p:txBody>
      </p:sp>
      <p:sp>
        <p:nvSpPr>
          <p:cNvPr id="5" name="Rectangle 4">
            <a:extLst>
              <a:ext uri="{FF2B5EF4-FFF2-40B4-BE49-F238E27FC236}">
                <a16:creationId xmlns:a16="http://schemas.microsoft.com/office/drawing/2014/main" id="{777F0BDC-9AC9-41F4-B026-4357517F4E02}"/>
              </a:ext>
            </a:extLst>
          </p:cNvPr>
          <p:cNvSpPr/>
          <p:nvPr/>
        </p:nvSpPr>
        <p:spPr>
          <a:xfrm>
            <a:off x="319876" y="3338743"/>
            <a:ext cx="11496320" cy="2555678"/>
          </a:xfrm>
          <a:prstGeom prst="rect">
            <a:avLst/>
          </a:prstGeom>
          <a:solidFill>
            <a:schemeClr val="accent6">
              <a:lumMod val="20000"/>
              <a:lumOff val="80000"/>
            </a:schemeClr>
          </a:solidFill>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endParaRPr lang="en-ZA" sz="900"/>
          </a:p>
        </p:txBody>
      </p:sp>
      <p:sp>
        <p:nvSpPr>
          <p:cNvPr id="13" name="Rectangle 12">
            <a:extLst>
              <a:ext uri="{FF2B5EF4-FFF2-40B4-BE49-F238E27FC236}">
                <a16:creationId xmlns:a16="http://schemas.microsoft.com/office/drawing/2014/main" id="{4BDF7615-A838-4421-93D3-25751DB01FCE}"/>
              </a:ext>
            </a:extLst>
          </p:cNvPr>
          <p:cNvSpPr/>
          <p:nvPr/>
        </p:nvSpPr>
        <p:spPr>
          <a:xfrm>
            <a:off x="9058152" y="1956933"/>
            <a:ext cx="2146177" cy="618327"/>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a:t>Container Registry</a:t>
            </a:r>
          </a:p>
        </p:txBody>
      </p:sp>
      <p:sp>
        <p:nvSpPr>
          <p:cNvPr id="15" name="Rectangle 14">
            <a:extLst>
              <a:ext uri="{FF2B5EF4-FFF2-40B4-BE49-F238E27FC236}">
                <a16:creationId xmlns:a16="http://schemas.microsoft.com/office/drawing/2014/main" id="{48259A90-3699-46DD-ADFF-0F72E0936F7A}"/>
              </a:ext>
            </a:extLst>
          </p:cNvPr>
          <p:cNvSpPr/>
          <p:nvPr/>
        </p:nvSpPr>
        <p:spPr>
          <a:xfrm>
            <a:off x="2794599" y="3750067"/>
            <a:ext cx="8251769" cy="895151"/>
          </a:xfrm>
          <a:prstGeom prst="rect">
            <a:avLst/>
          </a:prstGeom>
          <a:solidFill>
            <a:srgbClr val="FFEB97"/>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a:t>  Google Kubernetes Engine environments (develop, test, staging, pre-production)</a:t>
            </a:r>
          </a:p>
        </p:txBody>
      </p:sp>
      <p:cxnSp>
        <p:nvCxnSpPr>
          <p:cNvPr id="31" name="Straight Arrow Connector 30">
            <a:extLst>
              <a:ext uri="{FF2B5EF4-FFF2-40B4-BE49-F238E27FC236}">
                <a16:creationId xmlns:a16="http://schemas.microsoft.com/office/drawing/2014/main" id="{B9994196-5BDB-4A0B-A2F5-B68346673D58}"/>
              </a:ext>
            </a:extLst>
          </p:cNvPr>
          <p:cNvCxnSpPr>
            <a:cxnSpLocks/>
            <a:stCxn id="15" idx="1"/>
          </p:cNvCxnSpPr>
          <p:nvPr/>
        </p:nvCxnSpPr>
        <p:spPr>
          <a:xfrm flipH="1">
            <a:off x="1705512" y="4197643"/>
            <a:ext cx="1089087" cy="255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9F61CA9-BBBD-44B1-86A8-B9E43EE7914C}"/>
              </a:ext>
            </a:extLst>
          </p:cNvPr>
          <p:cNvCxnSpPr>
            <a:cxnSpLocks/>
          </p:cNvCxnSpPr>
          <p:nvPr/>
        </p:nvCxnSpPr>
        <p:spPr>
          <a:xfrm flipV="1">
            <a:off x="780236" y="4365689"/>
            <a:ext cx="11486" cy="1683575"/>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85" name="Group 184">
            <a:extLst>
              <a:ext uri="{FF2B5EF4-FFF2-40B4-BE49-F238E27FC236}">
                <a16:creationId xmlns:a16="http://schemas.microsoft.com/office/drawing/2014/main" id="{CAF1DB53-4C45-44E0-86FE-2D659798B14D}"/>
              </a:ext>
            </a:extLst>
          </p:cNvPr>
          <p:cNvGrpSpPr/>
          <p:nvPr/>
        </p:nvGrpSpPr>
        <p:grpSpPr>
          <a:xfrm>
            <a:off x="570901" y="1568146"/>
            <a:ext cx="3013318" cy="1584000"/>
            <a:chOff x="499618" y="510651"/>
            <a:chExt cx="2820971" cy="2383992"/>
          </a:xfrm>
        </p:grpSpPr>
        <p:sp>
          <p:nvSpPr>
            <p:cNvPr id="11" name="Rectangle 10">
              <a:extLst>
                <a:ext uri="{FF2B5EF4-FFF2-40B4-BE49-F238E27FC236}">
                  <a16:creationId xmlns:a16="http://schemas.microsoft.com/office/drawing/2014/main" id="{6C215F41-C218-4CFB-8220-9A1196BA1371}"/>
                </a:ext>
              </a:extLst>
            </p:cNvPr>
            <p:cNvSpPr/>
            <p:nvPr/>
          </p:nvSpPr>
          <p:spPr>
            <a:xfrm>
              <a:off x="499618" y="510651"/>
              <a:ext cx="2820971" cy="2383992"/>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dirty="0"/>
                <a:t>Gitlab Source Repository</a:t>
              </a:r>
            </a:p>
          </p:txBody>
        </p:sp>
        <p:grpSp>
          <p:nvGrpSpPr>
            <p:cNvPr id="145" name="Group 144">
              <a:extLst>
                <a:ext uri="{FF2B5EF4-FFF2-40B4-BE49-F238E27FC236}">
                  <a16:creationId xmlns:a16="http://schemas.microsoft.com/office/drawing/2014/main" id="{BCBDEB0B-714A-4C97-A7B0-2EC64978C820}"/>
                </a:ext>
              </a:extLst>
            </p:cNvPr>
            <p:cNvGrpSpPr/>
            <p:nvPr/>
          </p:nvGrpSpPr>
          <p:grpSpPr>
            <a:xfrm>
              <a:off x="659273" y="804534"/>
              <a:ext cx="2501660" cy="1975814"/>
              <a:chOff x="713888" y="804534"/>
              <a:chExt cx="2501660" cy="1975814"/>
            </a:xfrm>
            <a:solidFill>
              <a:schemeClr val="bg1"/>
            </a:solidFill>
          </p:grpSpPr>
          <p:sp>
            <p:nvSpPr>
              <p:cNvPr id="38" name="Rectangle 37">
                <a:extLst>
                  <a:ext uri="{FF2B5EF4-FFF2-40B4-BE49-F238E27FC236}">
                    <a16:creationId xmlns:a16="http://schemas.microsoft.com/office/drawing/2014/main" id="{017E5B4B-A837-47DB-82C6-91C9C93101DA}"/>
                  </a:ext>
                </a:extLst>
              </p:cNvPr>
              <p:cNvSpPr/>
              <p:nvPr/>
            </p:nvSpPr>
            <p:spPr>
              <a:xfrm>
                <a:off x="713888" y="804534"/>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Components source code</a:t>
                </a:r>
              </a:p>
            </p:txBody>
          </p:sp>
          <p:sp>
            <p:nvSpPr>
              <p:cNvPr id="40" name="Rectangle 39">
                <a:extLst>
                  <a:ext uri="{FF2B5EF4-FFF2-40B4-BE49-F238E27FC236}">
                    <a16:creationId xmlns:a16="http://schemas.microsoft.com/office/drawing/2014/main" id="{C2457105-7056-4109-B74F-F586BF840BA3}"/>
                  </a:ext>
                </a:extLst>
              </p:cNvPr>
              <p:cNvSpPr/>
              <p:nvPr/>
            </p:nvSpPr>
            <p:spPr>
              <a:xfrm>
                <a:off x="715640" y="1330600"/>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Component specs</a:t>
                </a:r>
              </a:p>
            </p:txBody>
          </p:sp>
          <p:sp>
            <p:nvSpPr>
              <p:cNvPr id="41" name="Rectangle 40">
                <a:extLst>
                  <a:ext uri="{FF2B5EF4-FFF2-40B4-BE49-F238E27FC236}">
                    <a16:creationId xmlns:a16="http://schemas.microsoft.com/office/drawing/2014/main" id="{AED1988E-20E2-403D-9C0C-8808402C104C}"/>
                  </a:ext>
                </a:extLst>
              </p:cNvPr>
              <p:cNvSpPr/>
              <p:nvPr/>
            </p:nvSpPr>
            <p:spPr>
              <a:xfrm>
                <a:off x="713888" y="1856670"/>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Notebooks</a:t>
                </a:r>
              </a:p>
            </p:txBody>
          </p:sp>
          <p:sp>
            <p:nvSpPr>
              <p:cNvPr id="42" name="Rectangle 41">
                <a:extLst>
                  <a:ext uri="{FF2B5EF4-FFF2-40B4-BE49-F238E27FC236}">
                    <a16:creationId xmlns:a16="http://schemas.microsoft.com/office/drawing/2014/main" id="{B4F97E10-6235-4B0E-AE44-A564050A10AF}"/>
                  </a:ext>
                </a:extLst>
              </p:cNvPr>
              <p:cNvSpPr/>
              <p:nvPr/>
            </p:nvSpPr>
            <p:spPr>
              <a:xfrm>
                <a:off x="713888" y="2382353"/>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Kubeflow pipelines workflow source code</a:t>
                </a:r>
              </a:p>
            </p:txBody>
          </p:sp>
          <p:sp>
            <p:nvSpPr>
              <p:cNvPr id="44" name="Rectangle 43">
                <a:extLst>
                  <a:ext uri="{FF2B5EF4-FFF2-40B4-BE49-F238E27FC236}">
                    <a16:creationId xmlns:a16="http://schemas.microsoft.com/office/drawing/2014/main" id="{8521F131-96A2-40C3-BA82-DEA1E3AE7DD1}"/>
                  </a:ext>
                </a:extLst>
              </p:cNvPr>
              <p:cNvSpPr/>
              <p:nvPr/>
            </p:nvSpPr>
            <p:spPr>
              <a:xfrm>
                <a:off x="2026964" y="804885"/>
                <a:ext cx="1188000" cy="397996"/>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Unit tests</a:t>
                </a:r>
              </a:p>
            </p:txBody>
          </p:sp>
          <p:sp>
            <p:nvSpPr>
              <p:cNvPr id="45" name="Rectangle 44">
                <a:extLst>
                  <a:ext uri="{FF2B5EF4-FFF2-40B4-BE49-F238E27FC236}">
                    <a16:creationId xmlns:a16="http://schemas.microsoft.com/office/drawing/2014/main" id="{BA2FDF3E-9EE5-4931-9B13-258A3BC53DCC}"/>
                  </a:ext>
                </a:extLst>
              </p:cNvPr>
              <p:cNvSpPr/>
              <p:nvPr/>
            </p:nvSpPr>
            <p:spPr>
              <a:xfrm>
                <a:off x="2027548" y="1330580"/>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Dockerfiles</a:t>
                </a:r>
              </a:p>
            </p:txBody>
          </p:sp>
          <p:sp>
            <p:nvSpPr>
              <p:cNvPr id="46" name="Rectangle 45">
                <a:extLst>
                  <a:ext uri="{FF2B5EF4-FFF2-40B4-BE49-F238E27FC236}">
                    <a16:creationId xmlns:a16="http://schemas.microsoft.com/office/drawing/2014/main" id="{115A92BF-1261-4CD2-B38E-C8AA84414067}"/>
                  </a:ext>
                </a:extLst>
              </p:cNvPr>
              <p:cNvSpPr/>
              <p:nvPr/>
            </p:nvSpPr>
            <p:spPr>
              <a:xfrm>
                <a:off x="2026380" y="1856274"/>
                <a:ext cx="1188000" cy="397995"/>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Scripts</a:t>
                </a:r>
              </a:p>
            </p:txBody>
          </p:sp>
          <p:sp>
            <p:nvSpPr>
              <p:cNvPr id="47" name="Rectangle 46">
                <a:extLst>
                  <a:ext uri="{FF2B5EF4-FFF2-40B4-BE49-F238E27FC236}">
                    <a16:creationId xmlns:a16="http://schemas.microsoft.com/office/drawing/2014/main" id="{04F5F917-5D46-4178-B274-36DE27D31A99}"/>
                  </a:ext>
                </a:extLst>
              </p:cNvPr>
              <p:cNvSpPr/>
              <p:nvPr/>
            </p:nvSpPr>
            <p:spPr>
              <a:xfrm>
                <a:off x="2025796" y="2382354"/>
                <a:ext cx="1188000" cy="397994"/>
              </a:xfrm>
              <a:prstGeom prst="rect">
                <a:avLst/>
              </a:prstGeom>
              <a:grp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Settings</a:t>
                </a:r>
              </a:p>
            </p:txBody>
          </p:sp>
        </p:grpSp>
      </p:grpSp>
      <p:grpSp>
        <p:nvGrpSpPr>
          <p:cNvPr id="184" name="Group 183">
            <a:extLst>
              <a:ext uri="{FF2B5EF4-FFF2-40B4-BE49-F238E27FC236}">
                <a16:creationId xmlns:a16="http://schemas.microsoft.com/office/drawing/2014/main" id="{9F3DA134-337F-492F-8FBD-5F46F5F6F9EC}"/>
              </a:ext>
            </a:extLst>
          </p:cNvPr>
          <p:cNvGrpSpPr/>
          <p:nvPr/>
        </p:nvGrpSpPr>
        <p:grpSpPr>
          <a:xfrm>
            <a:off x="4972987" y="1568148"/>
            <a:ext cx="1468480" cy="1583588"/>
            <a:chOff x="4620709" y="510653"/>
            <a:chExt cx="1374744" cy="2383372"/>
          </a:xfrm>
        </p:grpSpPr>
        <p:sp>
          <p:nvSpPr>
            <p:cNvPr id="12" name="Rectangle 11">
              <a:extLst>
                <a:ext uri="{FF2B5EF4-FFF2-40B4-BE49-F238E27FC236}">
                  <a16:creationId xmlns:a16="http://schemas.microsoft.com/office/drawing/2014/main" id="{DC469DEE-85FD-4F2F-A841-6A1CD15E8023}"/>
                </a:ext>
              </a:extLst>
            </p:cNvPr>
            <p:cNvSpPr/>
            <p:nvPr/>
          </p:nvSpPr>
          <p:spPr>
            <a:xfrm>
              <a:off x="4620709" y="510653"/>
              <a:ext cx="1374744" cy="2383372"/>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pPr algn="ctr"/>
              <a:r>
                <a:rPr lang="en-ZA" sz="800" dirty="0"/>
                <a:t>Gitlab CI/CD </a:t>
              </a:r>
              <a:r>
                <a:rPr lang="en-ZA" sz="800" dirty="0" err="1"/>
                <a:t>Pipleine</a:t>
              </a:r>
              <a:endParaRPr lang="en-ZA" sz="800" dirty="0"/>
            </a:p>
          </p:txBody>
        </p:sp>
        <p:sp>
          <p:nvSpPr>
            <p:cNvPr id="48" name="Rectangle 47">
              <a:extLst>
                <a:ext uri="{FF2B5EF4-FFF2-40B4-BE49-F238E27FC236}">
                  <a16:creationId xmlns:a16="http://schemas.microsoft.com/office/drawing/2014/main" id="{5ECEB1EF-08B3-425F-900F-031658C8C66D}"/>
                </a:ext>
              </a:extLst>
            </p:cNvPr>
            <p:cNvSpPr/>
            <p:nvPr/>
          </p:nvSpPr>
          <p:spPr>
            <a:xfrm>
              <a:off x="4819273" y="804883"/>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Run unit tests</a:t>
              </a:r>
            </a:p>
          </p:txBody>
        </p:sp>
        <p:sp>
          <p:nvSpPr>
            <p:cNvPr id="49" name="Rectangle 48">
              <a:extLst>
                <a:ext uri="{FF2B5EF4-FFF2-40B4-BE49-F238E27FC236}">
                  <a16:creationId xmlns:a16="http://schemas.microsoft.com/office/drawing/2014/main" id="{F0D76AD6-6AA5-4544-BDEE-DD29FE3E5C3A}"/>
                </a:ext>
              </a:extLst>
            </p:cNvPr>
            <p:cNvSpPr/>
            <p:nvPr/>
          </p:nvSpPr>
          <p:spPr>
            <a:xfrm>
              <a:off x="4821025" y="1343670"/>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Create docker images</a:t>
              </a:r>
            </a:p>
          </p:txBody>
        </p:sp>
        <p:sp>
          <p:nvSpPr>
            <p:cNvPr id="50" name="Rectangle 49">
              <a:extLst>
                <a:ext uri="{FF2B5EF4-FFF2-40B4-BE49-F238E27FC236}">
                  <a16:creationId xmlns:a16="http://schemas.microsoft.com/office/drawing/2014/main" id="{BED8B697-A423-4404-B8D8-F941D2DFB668}"/>
                </a:ext>
              </a:extLst>
            </p:cNvPr>
            <p:cNvSpPr/>
            <p:nvPr/>
          </p:nvSpPr>
          <p:spPr>
            <a:xfrm>
              <a:off x="4819273" y="1882457"/>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Update component specs</a:t>
              </a:r>
            </a:p>
          </p:txBody>
        </p:sp>
        <p:sp>
          <p:nvSpPr>
            <p:cNvPr id="51" name="Rectangle 50">
              <a:extLst>
                <a:ext uri="{FF2B5EF4-FFF2-40B4-BE49-F238E27FC236}">
                  <a16:creationId xmlns:a16="http://schemas.microsoft.com/office/drawing/2014/main" id="{0072A306-6B54-466A-A867-58EFE120AC33}"/>
                </a:ext>
              </a:extLst>
            </p:cNvPr>
            <p:cNvSpPr/>
            <p:nvPr/>
          </p:nvSpPr>
          <p:spPr>
            <a:xfrm>
              <a:off x="4819273" y="2421242"/>
              <a:ext cx="1027521" cy="397996"/>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Compile Kubeflow Pipelines</a:t>
              </a:r>
            </a:p>
          </p:txBody>
        </p:sp>
      </p:grpSp>
      <p:sp>
        <p:nvSpPr>
          <p:cNvPr id="52" name="Rectangle 51">
            <a:extLst>
              <a:ext uri="{FF2B5EF4-FFF2-40B4-BE49-F238E27FC236}">
                <a16:creationId xmlns:a16="http://schemas.microsoft.com/office/drawing/2014/main" id="{9BB4FAB3-184A-417B-8B82-45AC493ED410}"/>
              </a:ext>
            </a:extLst>
          </p:cNvPr>
          <p:cNvSpPr/>
          <p:nvPr/>
        </p:nvSpPr>
        <p:spPr>
          <a:xfrm>
            <a:off x="9329816" y="2121631"/>
            <a:ext cx="1648239" cy="385327"/>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Container images for the Kubeflow Pipelines components</a:t>
            </a:r>
          </a:p>
        </p:txBody>
      </p:sp>
      <p:sp>
        <p:nvSpPr>
          <p:cNvPr id="55" name="Rectangle 54">
            <a:extLst>
              <a:ext uri="{FF2B5EF4-FFF2-40B4-BE49-F238E27FC236}">
                <a16:creationId xmlns:a16="http://schemas.microsoft.com/office/drawing/2014/main" id="{CFEFE920-CC6F-4589-A747-159F4DD29A92}"/>
              </a:ext>
            </a:extLst>
          </p:cNvPr>
          <p:cNvSpPr/>
          <p:nvPr/>
        </p:nvSpPr>
        <p:spPr>
          <a:xfrm>
            <a:off x="2915437" y="3929987"/>
            <a:ext cx="8062618" cy="612000"/>
          </a:xfrm>
          <a:prstGeom prst="rect">
            <a:avLst/>
          </a:prstGeom>
          <a:solidFill>
            <a:srgbClr val="C6EFFF"/>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t"/>
          <a:lstStyle/>
          <a:p>
            <a:r>
              <a:rPr lang="en-ZA" sz="800"/>
              <a:t>Kubeflow Pipelines</a:t>
            </a:r>
          </a:p>
        </p:txBody>
      </p:sp>
      <p:sp>
        <p:nvSpPr>
          <p:cNvPr id="73" name="Rectangle 72">
            <a:extLst>
              <a:ext uri="{FF2B5EF4-FFF2-40B4-BE49-F238E27FC236}">
                <a16:creationId xmlns:a16="http://schemas.microsoft.com/office/drawing/2014/main" id="{B228B38E-60E7-4DD8-931F-FD4C3B3411D4}"/>
              </a:ext>
            </a:extLst>
          </p:cNvPr>
          <p:cNvSpPr/>
          <p:nvPr/>
        </p:nvSpPr>
        <p:spPr>
          <a:xfrm>
            <a:off x="2992953"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extraction</a:t>
            </a:r>
          </a:p>
        </p:txBody>
      </p:sp>
      <p:sp>
        <p:nvSpPr>
          <p:cNvPr id="74" name="Rectangle 73">
            <a:extLst>
              <a:ext uri="{FF2B5EF4-FFF2-40B4-BE49-F238E27FC236}">
                <a16:creationId xmlns:a16="http://schemas.microsoft.com/office/drawing/2014/main" id="{5BF000DF-2703-4231-8E4B-00EB0F8B9592}"/>
              </a:ext>
            </a:extLst>
          </p:cNvPr>
          <p:cNvSpPr/>
          <p:nvPr/>
        </p:nvSpPr>
        <p:spPr>
          <a:xfrm>
            <a:off x="4118546"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validation</a:t>
            </a:r>
          </a:p>
        </p:txBody>
      </p:sp>
      <p:sp>
        <p:nvSpPr>
          <p:cNvPr id="75" name="Rectangle 74">
            <a:extLst>
              <a:ext uri="{FF2B5EF4-FFF2-40B4-BE49-F238E27FC236}">
                <a16:creationId xmlns:a16="http://schemas.microsoft.com/office/drawing/2014/main" id="{8F5C7DD6-EF06-4380-83B6-01FD0E30E632}"/>
              </a:ext>
            </a:extLst>
          </p:cNvPr>
          <p:cNvSpPr/>
          <p:nvPr/>
        </p:nvSpPr>
        <p:spPr>
          <a:xfrm>
            <a:off x="5244139"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transformation</a:t>
            </a:r>
          </a:p>
        </p:txBody>
      </p:sp>
      <p:sp>
        <p:nvSpPr>
          <p:cNvPr id="76" name="Rectangle 75">
            <a:extLst>
              <a:ext uri="{FF2B5EF4-FFF2-40B4-BE49-F238E27FC236}">
                <a16:creationId xmlns:a16="http://schemas.microsoft.com/office/drawing/2014/main" id="{7C64D024-FFB1-4027-BA01-B2D8AAF0222D}"/>
              </a:ext>
            </a:extLst>
          </p:cNvPr>
          <p:cNvSpPr/>
          <p:nvPr/>
        </p:nvSpPr>
        <p:spPr>
          <a:xfrm>
            <a:off x="6369732"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training</a:t>
            </a:r>
          </a:p>
        </p:txBody>
      </p:sp>
      <p:sp>
        <p:nvSpPr>
          <p:cNvPr id="77" name="Rectangle 76">
            <a:extLst>
              <a:ext uri="{FF2B5EF4-FFF2-40B4-BE49-F238E27FC236}">
                <a16:creationId xmlns:a16="http://schemas.microsoft.com/office/drawing/2014/main" id="{BB09B088-71CE-4B42-87E9-D797F1641E99}"/>
              </a:ext>
            </a:extLst>
          </p:cNvPr>
          <p:cNvSpPr/>
          <p:nvPr/>
        </p:nvSpPr>
        <p:spPr>
          <a:xfrm>
            <a:off x="7495325"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evaluation</a:t>
            </a:r>
          </a:p>
        </p:txBody>
      </p:sp>
      <p:sp>
        <p:nvSpPr>
          <p:cNvPr id="78" name="Rectangle 77">
            <a:extLst>
              <a:ext uri="{FF2B5EF4-FFF2-40B4-BE49-F238E27FC236}">
                <a16:creationId xmlns:a16="http://schemas.microsoft.com/office/drawing/2014/main" id="{4B2FF5AC-E8C9-49B5-AA92-69A12DC10638}"/>
              </a:ext>
            </a:extLst>
          </p:cNvPr>
          <p:cNvSpPr/>
          <p:nvPr/>
        </p:nvSpPr>
        <p:spPr>
          <a:xfrm>
            <a:off x="8620917" y="4167743"/>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validation</a:t>
            </a:r>
          </a:p>
        </p:txBody>
      </p:sp>
      <p:cxnSp>
        <p:nvCxnSpPr>
          <p:cNvPr id="91" name="Straight Arrow Connector 90">
            <a:extLst>
              <a:ext uri="{FF2B5EF4-FFF2-40B4-BE49-F238E27FC236}">
                <a16:creationId xmlns:a16="http://schemas.microsoft.com/office/drawing/2014/main" id="{8F6FC921-174D-4CDF-9DA4-5CEEA1D25F57}"/>
              </a:ext>
            </a:extLst>
          </p:cNvPr>
          <p:cNvCxnSpPr>
            <a:stCxn id="73" idx="3"/>
            <a:endCxn id="74" idx="1"/>
          </p:cNvCxnSpPr>
          <p:nvPr/>
        </p:nvCxnSpPr>
        <p:spPr>
          <a:xfrm>
            <a:off x="3992774"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6C2A8373-B0EA-42E3-9E18-B648821AFF5A}"/>
              </a:ext>
            </a:extLst>
          </p:cNvPr>
          <p:cNvCxnSpPr>
            <a:stCxn id="74" idx="3"/>
            <a:endCxn id="75" idx="1"/>
          </p:cNvCxnSpPr>
          <p:nvPr/>
        </p:nvCxnSpPr>
        <p:spPr>
          <a:xfrm>
            <a:off x="5118367"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60CBD9CA-9994-48F6-AF28-65F54D5EC27F}"/>
              </a:ext>
            </a:extLst>
          </p:cNvPr>
          <p:cNvCxnSpPr>
            <a:stCxn id="75" idx="3"/>
            <a:endCxn id="76" idx="1"/>
          </p:cNvCxnSpPr>
          <p:nvPr/>
        </p:nvCxnSpPr>
        <p:spPr>
          <a:xfrm>
            <a:off x="6243960"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BCD811C-0DD2-467C-BA61-ED8B8A39DE1C}"/>
              </a:ext>
            </a:extLst>
          </p:cNvPr>
          <p:cNvCxnSpPr>
            <a:stCxn id="76" idx="3"/>
            <a:endCxn id="77" idx="1"/>
          </p:cNvCxnSpPr>
          <p:nvPr/>
        </p:nvCxnSpPr>
        <p:spPr>
          <a:xfrm>
            <a:off x="7369553" y="4311743"/>
            <a:ext cx="125772"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6B38CA6-FED0-4125-805D-DC131872C717}"/>
              </a:ext>
            </a:extLst>
          </p:cNvPr>
          <p:cNvCxnSpPr>
            <a:stCxn id="77" idx="3"/>
            <a:endCxn id="78" idx="1"/>
          </p:cNvCxnSpPr>
          <p:nvPr/>
        </p:nvCxnSpPr>
        <p:spPr>
          <a:xfrm>
            <a:off x="8495146" y="4311743"/>
            <a:ext cx="125771" cy="0"/>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nector: Elbow 102">
            <a:extLst>
              <a:ext uri="{FF2B5EF4-FFF2-40B4-BE49-F238E27FC236}">
                <a16:creationId xmlns:a16="http://schemas.microsoft.com/office/drawing/2014/main" id="{D024DD14-869B-4706-9ED0-A342F6868762}"/>
              </a:ext>
            </a:extLst>
          </p:cNvPr>
          <p:cNvCxnSpPr>
            <a:cxnSpLocks/>
            <a:stCxn id="13" idx="3"/>
          </p:cNvCxnSpPr>
          <p:nvPr/>
        </p:nvCxnSpPr>
        <p:spPr>
          <a:xfrm flipH="1">
            <a:off x="11048632" y="2266096"/>
            <a:ext cx="155697" cy="1712720"/>
          </a:xfrm>
          <a:prstGeom prst="bentConnector4">
            <a:avLst>
              <a:gd name="adj1" fmla="val -142292"/>
              <a:gd name="adj2" fmla="val 99866"/>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6522414D-179F-434B-9268-44DFB5EADD93}"/>
              </a:ext>
            </a:extLst>
          </p:cNvPr>
          <p:cNvCxnSpPr>
            <a:cxnSpLocks/>
            <a:stCxn id="49" idx="3"/>
            <a:endCxn id="13" idx="1"/>
          </p:cNvCxnSpPr>
          <p:nvPr/>
        </p:nvCxnSpPr>
        <p:spPr>
          <a:xfrm>
            <a:off x="6284543" y="2253852"/>
            <a:ext cx="2773609" cy="1224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E62C225A-9D1A-4239-8560-070D8154B7A7}"/>
              </a:ext>
            </a:extLst>
          </p:cNvPr>
          <p:cNvCxnSpPr>
            <a:cxnSpLocks/>
            <a:endCxn id="12" idx="1"/>
          </p:cNvCxnSpPr>
          <p:nvPr/>
        </p:nvCxnSpPr>
        <p:spPr>
          <a:xfrm>
            <a:off x="3584219" y="2356811"/>
            <a:ext cx="1388768" cy="313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0BEC9AD-AA90-4004-88D4-BA11C4DE13DE}"/>
              </a:ext>
            </a:extLst>
          </p:cNvPr>
          <p:cNvGrpSpPr/>
          <p:nvPr/>
        </p:nvGrpSpPr>
        <p:grpSpPr>
          <a:xfrm>
            <a:off x="402419" y="6124668"/>
            <a:ext cx="693780" cy="378937"/>
            <a:chOff x="595991" y="5408391"/>
            <a:chExt cx="715876" cy="474283"/>
          </a:xfrm>
        </p:grpSpPr>
        <p:pic>
          <p:nvPicPr>
            <p:cNvPr id="7" name="Picture 6" descr="Icon&#10;&#10;Description automatically generated">
              <a:extLst>
                <a:ext uri="{FF2B5EF4-FFF2-40B4-BE49-F238E27FC236}">
                  <a16:creationId xmlns:a16="http://schemas.microsoft.com/office/drawing/2014/main" id="{1340CDCF-3191-4EC5-82FC-5D07B2611F69}"/>
                </a:ext>
              </a:extLst>
            </p:cNvPr>
            <p:cNvPicPr>
              <a:picLocks noChangeAspect="1"/>
            </p:cNvPicPr>
            <p:nvPr/>
          </p:nvPicPr>
          <p:blipFill>
            <a:blip r:embed="rId3"/>
            <a:stretch>
              <a:fillRect/>
            </a:stretch>
          </p:blipFill>
          <p:spPr>
            <a:xfrm>
              <a:off x="738428" y="5408391"/>
              <a:ext cx="389566" cy="339706"/>
            </a:xfrm>
            <a:prstGeom prst="rect">
              <a:avLst/>
            </a:prstGeom>
          </p:spPr>
        </p:pic>
        <p:sp>
          <p:nvSpPr>
            <p:cNvPr id="118" name="Rectangle 117">
              <a:extLst>
                <a:ext uri="{FF2B5EF4-FFF2-40B4-BE49-F238E27FC236}">
                  <a16:creationId xmlns:a16="http://schemas.microsoft.com/office/drawing/2014/main" id="{59A6251D-0F75-4583-8ECA-2DF774925F3D}"/>
                </a:ext>
              </a:extLst>
            </p:cNvPr>
            <p:cNvSpPr/>
            <p:nvPr/>
          </p:nvSpPr>
          <p:spPr>
            <a:xfrm>
              <a:off x="595991" y="5720896"/>
              <a:ext cx="715876" cy="161770"/>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Developer</a:t>
              </a:r>
            </a:p>
          </p:txBody>
        </p:sp>
      </p:grpSp>
      <p:cxnSp>
        <p:nvCxnSpPr>
          <p:cNvPr id="131" name="Straight Arrow Connector 130">
            <a:extLst>
              <a:ext uri="{FF2B5EF4-FFF2-40B4-BE49-F238E27FC236}">
                <a16:creationId xmlns:a16="http://schemas.microsoft.com/office/drawing/2014/main" id="{9E86A5DB-2FF5-471D-9110-163DC3A19760}"/>
              </a:ext>
            </a:extLst>
          </p:cNvPr>
          <p:cNvCxnSpPr>
            <a:cxnSpLocks/>
            <a:stCxn id="51" idx="2"/>
          </p:cNvCxnSpPr>
          <p:nvPr/>
        </p:nvCxnSpPr>
        <p:spPr>
          <a:xfrm>
            <a:off x="5733881" y="3102045"/>
            <a:ext cx="0" cy="59717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BDF8F8A4-6155-44E0-8442-E6D1145303CA}"/>
              </a:ext>
            </a:extLst>
          </p:cNvPr>
          <p:cNvSpPr/>
          <p:nvPr/>
        </p:nvSpPr>
        <p:spPr>
          <a:xfrm>
            <a:off x="1431391" y="4726643"/>
            <a:ext cx="1097581"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sz="800"/>
          </a:p>
        </p:txBody>
      </p:sp>
      <p:sp>
        <p:nvSpPr>
          <p:cNvPr id="133" name="Rectangle 132">
            <a:extLst>
              <a:ext uri="{FF2B5EF4-FFF2-40B4-BE49-F238E27FC236}">
                <a16:creationId xmlns:a16="http://schemas.microsoft.com/office/drawing/2014/main" id="{E75BC04F-7732-457F-9600-C6BA87724B43}"/>
              </a:ext>
            </a:extLst>
          </p:cNvPr>
          <p:cNvSpPr/>
          <p:nvPr/>
        </p:nvSpPr>
        <p:spPr>
          <a:xfrm rot="16200000">
            <a:off x="320591" y="5014393"/>
            <a:ext cx="817280"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Commit code</a:t>
            </a:r>
          </a:p>
        </p:txBody>
      </p:sp>
      <p:sp>
        <p:nvSpPr>
          <p:cNvPr id="134" name="Rectangle 133">
            <a:extLst>
              <a:ext uri="{FF2B5EF4-FFF2-40B4-BE49-F238E27FC236}">
                <a16:creationId xmlns:a16="http://schemas.microsoft.com/office/drawing/2014/main" id="{FFC5D0C4-7CFD-402F-A977-5E60A4011ED7}"/>
              </a:ext>
            </a:extLst>
          </p:cNvPr>
          <p:cNvSpPr/>
          <p:nvPr/>
        </p:nvSpPr>
        <p:spPr>
          <a:xfrm>
            <a:off x="353022" y="3261867"/>
            <a:ext cx="896188"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Push/Merge</a:t>
            </a:r>
          </a:p>
        </p:txBody>
      </p:sp>
      <p:sp>
        <p:nvSpPr>
          <p:cNvPr id="135" name="Rectangle 134">
            <a:extLst>
              <a:ext uri="{FF2B5EF4-FFF2-40B4-BE49-F238E27FC236}">
                <a16:creationId xmlns:a16="http://schemas.microsoft.com/office/drawing/2014/main" id="{F8BC4242-B37D-416A-8A1E-D257F7699C8E}"/>
              </a:ext>
            </a:extLst>
          </p:cNvPr>
          <p:cNvSpPr/>
          <p:nvPr/>
        </p:nvSpPr>
        <p:spPr>
          <a:xfrm>
            <a:off x="3825886" y="2167140"/>
            <a:ext cx="896188"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Trigger build</a:t>
            </a:r>
          </a:p>
        </p:txBody>
      </p:sp>
      <p:sp>
        <p:nvSpPr>
          <p:cNvPr id="136" name="Rectangle 135">
            <a:extLst>
              <a:ext uri="{FF2B5EF4-FFF2-40B4-BE49-F238E27FC236}">
                <a16:creationId xmlns:a16="http://schemas.microsoft.com/office/drawing/2014/main" id="{593371A4-4309-4201-8195-6C5A041CD6FA}"/>
              </a:ext>
            </a:extLst>
          </p:cNvPr>
          <p:cNvSpPr/>
          <p:nvPr/>
        </p:nvSpPr>
        <p:spPr>
          <a:xfrm>
            <a:off x="6493340" y="2003002"/>
            <a:ext cx="2460560" cy="299104"/>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Push to Container Registry</a:t>
            </a:r>
          </a:p>
        </p:txBody>
      </p:sp>
      <p:sp>
        <p:nvSpPr>
          <p:cNvPr id="138" name="Rectangle 137">
            <a:extLst>
              <a:ext uri="{FF2B5EF4-FFF2-40B4-BE49-F238E27FC236}">
                <a16:creationId xmlns:a16="http://schemas.microsoft.com/office/drawing/2014/main" id="{F4F24F5C-5320-4011-9253-AF7EA3631F96}"/>
              </a:ext>
            </a:extLst>
          </p:cNvPr>
          <p:cNvSpPr/>
          <p:nvPr/>
        </p:nvSpPr>
        <p:spPr>
          <a:xfrm>
            <a:off x="5583964" y="3361726"/>
            <a:ext cx="1670438" cy="182220"/>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Deploy Kubeflow pipeline</a:t>
            </a:r>
          </a:p>
        </p:txBody>
      </p:sp>
      <p:sp>
        <p:nvSpPr>
          <p:cNvPr id="139" name="Rectangle 138">
            <a:extLst>
              <a:ext uri="{FF2B5EF4-FFF2-40B4-BE49-F238E27FC236}">
                <a16:creationId xmlns:a16="http://schemas.microsoft.com/office/drawing/2014/main" id="{4D71135D-4BB5-4913-92CC-21773D44AB56}"/>
              </a:ext>
            </a:extLst>
          </p:cNvPr>
          <p:cNvSpPr/>
          <p:nvPr/>
        </p:nvSpPr>
        <p:spPr>
          <a:xfrm rot="5400000">
            <a:off x="10726487" y="2961603"/>
            <a:ext cx="1572266" cy="32269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Download container images</a:t>
            </a:r>
          </a:p>
        </p:txBody>
      </p:sp>
      <p:sp>
        <p:nvSpPr>
          <p:cNvPr id="181" name="Rectangle 180">
            <a:extLst>
              <a:ext uri="{FF2B5EF4-FFF2-40B4-BE49-F238E27FC236}">
                <a16:creationId xmlns:a16="http://schemas.microsoft.com/office/drawing/2014/main" id="{1F88A62B-D9B5-4FF2-A4AF-701DA6BCB099}"/>
              </a:ext>
            </a:extLst>
          </p:cNvPr>
          <p:cNvSpPr/>
          <p:nvPr/>
        </p:nvSpPr>
        <p:spPr>
          <a:xfrm>
            <a:off x="1764719" y="3934169"/>
            <a:ext cx="1012584"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Experimenting</a:t>
            </a:r>
          </a:p>
        </p:txBody>
      </p:sp>
      <p:grpSp>
        <p:nvGrpSpPr>
          <p:cNvPr id="196" name="Group 195">
            <a:extLst>
              <a:ext uri="{FF2B5EF4-FFF2-40B4-BE49-F238E27FC236}">
                <a16:creationId xmlns:a16="http://schemas.microsoft.com/office/drawing/2014/main" id="{D00D8EE3-CF7B-409F-B18B-5D17BAF004E8}"/>
              </a:ext>
            </a:extLst>
          </p:cNvPr>
          <p:cNvGrpSpPr/>
          <p:nvPr/>
        </p:nvGrpSpPr>
        <p:grpSpPr>
          <a:xfrm>
            <a:off x="555422" y="3645689"/>
            <a:ext cx="1151331" cy="720000"/>
            <a:chOff x="485127" y="3949582"/>
            <a:chExt cx="1077839" cy="1083632"/>
          </a:xfrm>
        </p:grpSpPr>
        <p:sp>
          <p:nvSpPr>
            <p:cNvPr id="10" name="Rectangle 9">
              <a:extLst>
                <a:ext uri="{FF2B5EF4-FFF2-40B4-BE49-F238E27FC236}">
                  <a16:creationId xmlns:a16="http://schemas.microsoft.com/office/drawing/2014/main" id="{9945BCA5-9AB3-4C6F-804C-62E444A2DCC6}"/>
                </a:ext>
              </a:extLst>
            </p:cNvPr>
            <p:cNvSpPr/>
            <p:nvPr/>
          </p:nvSpPr>
          <p:spPr>
            <a:xfrm>
              <a:off x="485127" y="3949582"/>
              <a:ext cx="1077839" cy="1083632"/>
            </a:xfrm>
            <a:prstGeom prst="rect">
              <a:avLst/>
            </a:prstGeom>
            <a:solidFill>
              <a:schemeClr val="bg1"/>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sz="2000"/>
            </a:p>
          </p:txBody>
        </p:sp>
        <p:sp>
          <p:nvSpPr>
            <p:cNvPr id="117" name="Rectangle 116">
              <a:extLst>
                <a:ext uri="{FF2B5EF4-FFF2-40B4-BE49-F238E27FC236}">
                  <a16:creationId xmlns:a16="http://schemas.microsoft.com/office/drawing/2014/main" id="{444D05A3-3B5D-40F1-912B-E1F8212B80A9}"/>
                </a:ext>
              </a:extLst>
            </p:cNvPr>
            <p:cNvSpPr/>
            <p:nvPr/>
          </p:nvSpPr>
          <p:spPr>
            <a:xfrm>
              <a:off x="485127" y="3964887"/>
              <a:ext cx="1012516" cy="379271"/>
            </a:xfrm>
            <a:prstGeom prst="rect">
              <a:avLst/>
            </a:prstGeom>
            <a:solidFill>
              <a:schemeClr val="bg1"/>
            </a:solidFill>
            <a:ln w="6350">
              <a:solidFill>
                <a:schemeClr val="bg1"/>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science environment</a:t>
              </a:r>
            </a:p>
          </p:txBody>
        </p:sp>
        <p:sp>
          <p:nvSpPr>
            <p:cNvPr id="191" name="Rectangle 190">
              <a:extLst>
                <a:ext uri="{FF2B5EF4-FFF2-40B4-BE49-F238E27FC236}">
                  <a16:creationId xmlns:a16="http://schemas.microsoft.com/office/drawing/2014/main" id="{233F00C5-B6FE-491A-9CCE-B2A5089A810B}"/>
                </a:ext>
              </a:extLst>
            </p:cNvPr>
            <p:cNvSpPr/>
            <p:nvPr/>
          </p:nvSpPr>
          <p:spPr>
            <a:xfrm>
              <a:off x="607471" y="4451583"/>
              <a:ext cx="954333" cy="433453"/>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lvl="0" algn="ctr">
                <a:lnSpc>
                  <a:spcPct val="113333"/>
                </a:lnSpc>
                <a:buClr>
                  <a:srgbClr val="212121"/>
                </a:buClr>
              </a:pPr>
              <a:r>
                <a:rPr lang="en-US" sz="700">
                  <a:solidFill>
                    <a:srgbClr val="212121"/>
                  </a:solidFill>
                  <a:latin typeface="Roboto"/>
                  <a:ea typeface="Roboto"/>
                  <a:cs typeface="Roboto"/>
                  <a:sym typeface="Roboto"/>
                </a:rPr>
                <a:t>AI Platform Notebooks</a:t>
              </a:r>
              <a:endParaRPr lang="en-US" sz="600">
                <a:solidFill>
                  <a:srgbClr val="757575"/>
                </a:solidFill>
                <a:latin typeface="Roboto"/>
                <a:ea typeface="Roboto"/>
                <a:cs typeface="Roboto"/>
                <a:sym typeface="Roboto"/>
              </a:endParaRPr>
            </a:p>
          </p:txBody>
        </p:sp>
        <p:cxnSp>
          <p:nvCxnSpPr>
            <p:cNvPr id="193" name="Straight Connector 192">
              <a:extLst>
                <a:ext uri="{FF2B5EF4-FFF2-40B4-BE49-F238E27FC236}">
                  <a16:creationId xmlns:a16="http://schemas.microsoft.com/office/drawing/2014/main" id="{772F2D22-A06A-47EB-AB21-937FED4143B1}"/>
                </a:ext>
              </a:extLst>
            </p:cNvPr>
            <p:cNvCxnSpPr>
              <a:cxnSpLocks/>
            </p:cNvCxnSpPr>
            <p:nvPr/>
          </p:nvCxnSpPr>
          <p:spPr>
            <a:xfrm>
              <a:off x="518542" y="4344159"/>
              <a:ext cx="979854" cy="0"/>
            </a:xfrm>
            <a:prstGeom prst="line">
              <a:avLst/>
            </a:prstGeom>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cxnSp>
      </p:grpSp>
      <p:cxnSp>
        <p:nvCxnSpPr>
          <p:cNvPr id="157" name="Straight Arrow Connector 156">
            <a:extLst>
              <a:ext uri="{FF2B5EF4-FFF2-40B4-BE49-F238E27FC236}">
                <a16:creationId xmlns:a16="http://schemas.microsoft.com/office/drawing/2014/main" id="{DAD74BD9-B1CE-4C97-A0DD-74EE7AC55E94}"/>
              </a:ext>
            </a:extLst>
          </p:cNvPr>
          <p:cNvCxnSpPr>
            <a:cxnSpLocks/>
            <a:stCxn id="117" idx="0"/>
          </p:cNvCxnSpPr>
          <p:nvPr/>
        </p:nvCxnSpPr>
        <p:spPr>
          <a:xfrm flipV="1">
            <a:off x="1096199" y="3076205"/>
            <a:ext cx="0" cy="57965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3" name="Google Shape;2017;p49">
            <a:extLst>
              <a:ext uri="{FF2B5EF4-FFF2-40B4-BE49-F238E27FC236}">
                <a16:creationId xmlns:a16="http://schemas.microsoft.com/office/drawing/2014/main" id="{49894EC0-1BF4-4184-8C52-3C9DC5A05A94}"/>
              </a:ext>
            </a:extLst>
          </p:cNvPr>
          <p:cNvPicPr preferRelativeResize="0"/>
          <p:nvPr/>
        </p:nvPicPr>
        <p:blipFill>
          <a:blip r:embed="rId4">
            <a:alphaModFix/>
          </a:blip>
          <a:stretch>
            <a:fillRect/>
          </a:stretch>
        </p:blipFill>
        <p:spPr>
          <a:xfrm>
            <a:off x="4998712" y="1593735"/>
            <a:ext cx="186378" cy="160340"/>
          </a:xfrm>
          <a:prstGeom prst="rect">
            <a:avLst/>
          </a:prstGeom>
          <a:noFill/>
          <a:ln>
            <a:noFill/>
          </a:ln>
        </p:spPr>
      </p:pic>
      <p:pic>
        <p:nvPicPr>
          <p:cNvPr id="144" name="Shape 1365" descr="Container-Registry.png">
            <a:extLst>
              <a:ext uri="{FF2B5EF4-FFF2-40B4-BE49-F238E27FC236}">
                <a16:creationId xmlns:a16="http://schemas.microsoft.com/office/drawing/2014/main" id="{D89760D5-D630-49B0-93A0-9E62D3676AC6}"/>
              </a:ext>
            </a:extLst>
          </p:cNvPr>
          <p:cNvPicPr preferRelativeResize="0"/>
          <p:nvPr/>
        </p:nvPicPr>
        <p:blipFill rotWithShape="1">
          <a:blip r:embed="rId5">
            <a:alphaModFix/>
          </a:blip>
          <a:srcRect t="5076" b="5076"/>
          <a:stretch/>
        </p:blipFill>
        <p:spPr>
          <a:xfrm>
            <a:off x="9081324" y="1977764"/>
            <a:ext cx="239144" cy="175889"/>
          </a:xfrm>
          <a:prstGeom prst="rect">
            <a:avLst/>
          </a:prstGeom>
          <a:noFill/>
          <a:ln>
            <a:noFill/>
          </a:ln>
        </p:spPr>
      </p:pic>
      <p:pic>
        <p:nvPicPr>
          <p:cNvPr id="146" name="Shape 3403" descr="Container-Engine.png">
            <a:extLst>
              <a:ext uri="{FF2B5EF4-FFF2-40B4-BE49-F238E27FC236}">
                <a16:creationId xmlns:a16="http://schemas.microsoft.com/office/drawing/2014/main" id="{E4E0DD24-A3B4-497F-90D4-E915D429CF4B}"/>
              </a:ext>
            </a:extLst>
          </p:cNvPr>
          <p:cNvPicPr preferRelativeResize="0"/>
          <p:nvPr/>
        </p:nvPicPr>
        <p:blipFill rotWithShape="1">
          <a:blip r:embed="rId6">
            <a:alphaModFix/>
          </a:blip>
          <a:srcRect t="5076" b="5076"/>
          <a:stretch/>
        </p:blipFill>
        <p:spPr>
          <a:xfrm>
            <a:off x="2814186" y="3794030"/>
            <a:ext cx="174444" cy="115052"/>
          </a:xfrm>
          <a:prstGeom prst="rect">
            <a:avLst/>
          </a:prstGeom>
          <a:noFill/>
          <a:ln>
            <a:noFill/>
          </a:ln>
        </p:spPr>
      </p:pic>
      <p:pic>
        <p:nvPicPr>
          <p:cNvPr id="156" name="Google Shape;4832;p98">
            <a:extLst>
              <a:ext uri="{FF2B5EF4-FFF2-40B4-BE49-F238E27FC236}">
                <a16:creationId xmlns:a16="http://schemas.microsoft.com/office/drawing/2014/main" id="{E8F6AC9B-20C7-43CC-BA6C-E5E42392F588}"/>
              </a:ext>
            </a:extLst>
          </p:cNvPr>
          <p:cNvPicPr preferRelativeResize="0"/>
          <p:nvPr/>
        </p:nvPicPr>
        <p:blipFill>
          <a:blip r:embed="rId7">
            <a:alphaModFix/>
          </a:blip>
          <a:stretch>
            <a:fillRect/>
          </a:stretch>
        </p:blipFill>
        <p:spPr>
          <a:xfrm>
            <a:off x="675958" y="4030037"/>
            <a:ext cx="180000" cy="180000"/>
          </a:xfrm>
          <a:prstGeom prst="rect">
            <a:avLst/>
          </a:prstGeom>
          <a:noFill/>
          <a:ln>
            <a:noFill/>
          </a:ln>
        </p:spPr>
      </p:pic>
      <p:pic>
        <p:nvPicPr>
          <p:cNvPr id="120" name="Shape 693">
            <a:extLst>
              <a:ext uri="{FF2B5EF4-FFF2-40B4-BE49-F238E27FC236}">
                <a16:creationId xmlns:a16="http://schemas.microsoft.com/office/drawing/2014/main" id="{30DAD0ED-1F06-4ACE-A960-5B273717A1BC}"/>
              </a:ext>
            </a:extLst>
          </p:cNvPr>
          <p:cNvPicPr preferRelativeResize="0"/>
          <p:nvPr/>
        </p:nvPicPr>
        <p:blipFill rotWithShape="1">
          <a:blip r:embed="rId8">
            <a:alphaModFix/>
          </a:blip>
          <a:srcRect/>
          <a:stretch/>
        </p:blipFill>
        <p:spPr>
          <a:xfrm>
            <a:off x="8722322" y="1622669"/>
            <a:ext cx="1288624" cy="138809"/>
          </a:xfrm>
          <a:prstGeom prst="rect">
            <a:avLst/>
          </a:prstGeom>
          <a:noFill/>
          <a:ln>
            <a:noFill/>
          </a:ln>
        </p:spPr>
      </p:pic>
      <p:pic>
        <p:nvPicPr>
          <p:cNvPr id="121" name="Shape 361" descr="Generic-GCP_256px.png">
            <a:extLst>
              <a:ext uri="{FF2B5EF4-FFF2-40B4-BE49-F238E27FC236}">
                <a16:creationId xmlns:a16="http://schemas.microsoft.com/office/drawing/2014/main" id="{DBA00187-5413-410C-9D01-9BEB69202209}"/>
              </a:ext>
            </a:extLst>
          </p:cNvPr>
          <p:cNvPicPr preferRelativeResize="0">
            <a:picLocks noChangeAspect="1"/>
          </p:cNvPicPr>
          <p:nvPr/>
        </p:nvPicPr>
        <p:blipFill rotWithShape="1">
          <a:blip r:embed="rId9">
            <a:alphaModFix/>
          </a:blip>
          <a:srcRect t="5092" b="5092"/>
          <a:stretch/>
        </p:blipFill>
        <p:spPr>
          <a:xfrm>
            <a:off x="619251" y="1596013"/>
            <a:ext cx="233060" cy="172577"/>
          </a:xfrm>
          <a:prstGeom prst="rect">
            <a:avLst/>
          </a:prstGeom>
          <a:noFill/>
          <a:ln>
            <a:noFill/>
          </a:ln>
        </p:spPr>
      </p:pic>
      <p:sp>
        <p:nvSpPr>
          <p:cNvPr id="122" name="Rectangle 121">
            <a:extLst>
              <a:ext uri="{FF2B5EF4-FFF2-40B4-BE49-F238E27FC236}">
                <a16:creationId xmlns:a16="http://schemas.microsoft.com/office/drawing/2014/main" id="{DA1533CE-3DC6-4543-B494-A8DAD9ECFD67}"/>
              </a:ext>
            </a:extLst>
          </p:cNvPr>
          <p:cNvSpPr/>
          <p:nvPr/>
        </p:nvSpPr>
        <p:spPr>
          <a:xfrm>
            <a:off x="9742951" y="4166718"/>
            <a:ext cx="999821" cy="288000"/>
          </a:xfrm>
          <a:prstGeom prst="rect">
            <a:avLst/>
          </a:prstGeom>
          <a:solidFill>
            <a:schemeClr val="bg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Model serving</a:t>
            </a:r>
          </a:p>
        </p:txBody>
      </p:sp>
      <p:cxnSp>
        <p:nvCxnSpPr>
          <p:cNvPr id="125" name="Straight Arrow Connector 124">
            <a:extLst>
              <a:ext uri="{FF2B5EF4-FFF2-40B4-BE49-F238E27FC236}">
                <a16:creationId xmlns:a16="http://schemas.microsoft.com/office/drawing/2014/main" id="{F9366D2D-082C-44F0-8DA6-3F939107A8D6}"/>
              </a:ext>
            </a:extLst>
          </p:cNvPr>
          <p:cNvCxnSpPr>
            <a:cxnSpLocks/>
            <a:stCxn id="78" idx="3"/>
            <a:endCxn id="122" idx="1"/>
          </p:cNvCxnSpPr>
          <p:nvPr/>
        </p:nvCxnSpPr>
        <p:spPr>
          <a:xfrm flipV="1">
            <a:off x="9620738" y="4310717"/>
            <a:ext cx="122213" cy="1026"/>
          </a:xfrm>
          <a:prstGeom prst="straightConnector1">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2" name="Rectangle 181">
            <a:extLst>
              <a:ext uri="{FF2B5EF4-FFF2-40B4-BE49-F238E27FC236}">
                <a16:creationId xmlns:a16="http://schemas.microsoft.com/office/drawing/2014/main" id="{7BF3D945-91FB-41F8-9FDD-BBFFD5F191C3}"/>
              </a:ext>
            </a:extLst>
          </p:cNvPr>
          <p:cNvSpPr/>
          <p:nvPr/>
        </p:nvSpPr>
        <p:spPr>
          <a:xfrm>
            <a:off x="10812971" y="4599191"/>
            <a:ext cx="1012584"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Deploy</a:t>
            </a:r>
          </a:p>
        </p:txBody>
      </p:sp>
      <p:sp>
        <p:nvSpPr>
          <p:cNvPr id="89" name="Flowchart: Document 88">
            <a:extLst>
              <a:ext uri="{FF2B5EF4-FFF2-40B4-BE49-F238E27FC236}">
                <a16:creationId xmlns:a16="http://schemas.microsoft.com/office/drawing/2014/main" id="{E822C7D3-F865-45B3-8ECF-D2AA4E8B2853}"/>
              </a:ext>
            </a:extLst>
          </p:cNvPr>
          <p:cNvSpPr>
            <a:spLocks noChangeAspect="1"/>
          </p:cNvSpPr>
          <p:nvPr/>
        </p:nvSpPr>
        <p:spPr>
          <a:xfrm>
            <a:off x="9957517" y="4714298"/>
            <a:ext cx="592229" cy="327123"/>
          </a:xfrm>
          <a:prstGeom prst="flowChartDocument">
            <a:avLst/>
          </a:prstGeom>
          <a:solidFill>
            <a:srgbClr val="F3E5F5"/>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Trained model</a:t>
            </a:r>
          </a:p>
        </p:txBody>
      </p:sp>
      <p:cxnSp>
        <p:nvCxnSpPr>
          <p:cNvPr id="153" name="Connector: Elbow 152">
            <a:extLst>
              <a:ext uri="{FF2B5EF4-FFF2-40B4-BE49-F238E27FC236}">
                <a16:creationId xmlns:a16="http://schemas.microsoft.com/office/drawing/2014/main" id="{6F7FC42E-0012-41F6-A57F-0AB39FE165B5}"/>
              </a:ext>
            </a:extLst>
          </p:cNvPr>
          <p:cNvCxnSpPr>
            <a:cxnSpLocks/>
            <a:stCxn id="206" idx="3"/>
            <a:endCxn id="89" idx="2"/>
          </p:cNvCxnSpPr>
          <p:nvPr/>
        </p:nvCxnSpPr>
        <p:spPr>
          <a:xfrm flipV="1">
            <a:off x="9681844" y="5019795"/>
            <a:ext cx="571788" cy="170276"/>
          </a:xfrm>
          <a:prstGeom prst="bentConnector2">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3CA47803-1F3E-4637-B71E-D119529B805B}"/>
              </a:ext>
            </a:extLst>
          </p:cNvPr>
          <p:cNvCxnSpPr>
            <a:cxnSpLocks/>
            <a:stCxn id="78" idx="2"/>
            <a:endCxn id="206" idx="0"/>
          </p:cNvCxnSpPr>
          <p:nvPr/>
        </p:nvCxnSpPr>
        <p:spPr>
          <a:xfrm flipH="1">
            <a:off x="9109001" y="4455743"/>
            <a:ext cx="11827" cy="581884"/>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757E000D-BC1F-437F-9F27-DC55D8F2922F}"/>
              </a:ext>
            </a:extLst>
          </p:cNvPr>
          <p:cNvCxnSpPr>
            <a:stCxn id="89" idx="0"/>
            <a:endCxn id="122" idx="2"/>
          </p:cNvCxnSpPr>
          <p:nvPr/>
        </p:nvCxnSpPr>
        <p:spPr>
          <a:xfrm flipH="1" flipV="1">
            <a:off x="10242862" y="4454718"/>
            <a:ext cx="10770" cy="259580"/>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0" name="Flowchart: Magnetic Disk 159">
            <a:extLst>
              <a:ext uri="{FF2B5EF4-FFF2-40B4-BE49-F238E27FC236}">
                <a16:creationId xmlns:a16="http://schemas.microsoft.com/office/drawing/2014/main" id="{57CD25CD-CDFF-4F7C-BBFC-3C1E912A6B77}"/>
              </a:ext>
            </a:extLst>
          </p:cNvPr>
          <p:cNvSpPr/>
          <p:nvPr/>
        </p:nvSpPr>
        <p:spPr>
          <a:xfrm>
            <a:off x="6005812" y="6021482"/>
            <a:ext cx="1553177" cy="410003"/>
          </a:xfrm>
          <a:prstGeom prst="flowChartMagneticDisk">
            <a:avLst/>
          </a:prstGeom>
          <a:solidFill>
            <a:schemeClr val="accent6">
              <a:lumMod val="40000"/>
              <a:lumOff val="60000"/>
            </a:schemeClr>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solidFill>
                  <a:schemeClr val="tx1"/>
                </a:solidFill>
              </a:rPr>
              <a:t>EVA</a:t>
            </a:r>
          </a:p>
        </p:txBody>
      </p:sp>
      <p:cxnSp>
        <p:nvCxnSpPr>
          <p:cNvPr id="151" name="Connector: Elbow 150">
            <a:extLst>
              <a:ext uri="{FF2B5EF4-FFF2-40B4-BE49-F238E27FC236}">
                <a16:creationId xmlns:a16="http://schemas.microsoft.com/office/drawing/2014/main" id="{7BC82308-BBD2-43C6-AD9C-2A6E51E458FD}"/>
              </a:ext>
            </a:extLst>
          </p:cNvPr>
          <p:cNvCxnSpPr>
            <a:cxnSpLocks/>
            <a:endCxn id="73" idx="2"/>
          </p:cNvCxnSpPr>
          <p:nvPr/>
        </p:nvCxnSpPr>
        <p:spPr>
          <a:xfrm rot="16200000" flipV="1">
            <a:off x="3282624" y="4665984"/>
            <a:ext cx="841358" cy="420877"/>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9E09D07E-3CEC-4462-9475-AE852D2322F9}"/>
              </a:ext>
            </a:extLst>
          </p:cNvPr>
          <p:cNvCxnSpPr>
            <a:cxnSpLocks/>
            <a:stCxn id="122" idx="3"/>
            <a:endCxn id="225" idx="0"/>
          </p:cNvCxnSpPr>
          <p:nvPr/>
        </p:nvCxnSpPr>
        <p:spPr>
          <a:xfrm>
            <a:off x="10742772" y="4310718"/>
            <a:ext cx="342059" cy="1783034"/>
          </a:xfrm>
          <a:prstGeom prst="bentConnector2">
            <a:avLst/>
          </a:prstGeom>
          <a:ln w="6350">
            <a:solidFill>
              <a:schemeClr val="accent3">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79" name="Rectangle 178">
            <a:extLst>
              <a:ext uri="{FF2B5EF4-FFF2-40B4-BE49-F238E27FC236}">
                <a16:creationId xmlns:a16="http://schemas.microsoft.com/office/drawing/2014/main" id="{097C29B0-F5D8-4414-9093-FEB2C47CE0F8}"/>
              </a:ext>
            </a:extLst>
          </p:cNvPr>
          <p:cNvSpPr/>
          <p:nvPr/>
        </p:nvSpPr>
        <p:spPr>
          <a:xfrm>
            <a:off x="1240613" y="5492944"/>
            <a:ext cx="812863" cy="360000"/>
          </a:xfrm>
          <a:prstGeom prst="rect">
            <a:avLst/>
          </a:prstGeom>
          <a:solidFill>
            <a:srgbClr val="E0F2F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Performance monitoring</a:t>
            </a:r>
          </a:p>
        </p:txBody>
      </p:sp>
      <p:sp>
        <p:nvSpPr>
          <p:cNvPr id="197" name="Oval 196">
            <a:extLst>
              <a:ext uri="{FF2B5EF4-FFF2-40B4-BE49-F238E27FC236}">
                <a16:creationId xmlns:a16="http://schemas.microsoft.com/office/drawing/2014/main" id="{699628DF-37AA-4089-B161-96B26A1671E7}"/>
              </a:ext>
            </a:extLst>
          </p:cNvPr>
          <p:cNvSpPr>
            <a:spLocks noChangeAspect="1"/>
          </p:cNvSpPr>
          <p:nvPr/>
        </p:nvSpPr>
        <p:spPr>
          <a:xfrm>
            <a:off x="1251178" y="4609026"/>
            <a:ext cx="802297" cy="320891"/>
          </a:xfrm>
          <a:prstGeom prst="ellipse">
            <a:avLst/>
          </a:prstGeom>
          <a:solidFill>
            <a:srgbClr val="E0F2F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Trigger</a:t>
            </a:r>
          </a:p>
        </p:txBody>
      </p:sp>
      <p:cxnSp>
        <p:nvCxnSpPr>
          <p:cNvPr id="199" name="Straight Arrow Connector 198">
            <a:extLst>
              <a:ext uri="{FF2B5EF4-FFF2-40B4-BE49-F238E27FC236}">
                <a16:creationId xmlns:a16="http://schemas.microsoft.com/office/drawing/2014/main" id="{B10C9199-E12A-42B2-9A36-FF32D9763F23}"/>
              </a:ext>
            </a:extLst>
          </p:cNvPr>
          <p:cNvCxnSpPr>
            <a:cxnSpLocks/>
            <a:stCxn id="179" idx="0"/>
            <a:endCxn id="197" idx="4"/>
          </p:cNvCxnSpPr>
          <p:nvPr/>
        </p:nvCxnSpPr>
        <p:spPr>
          <a:xfrm flipV="1">
            <a:off x="1647045" y="4929917"/>
            <a:ext cx="5282" cy="563027"/>
          </a:xfrm>
          <a:prstGeom prst="straightConnector1">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6" name="Shape 1315">
            <a:extLst>
              <a:ext uri="{FF2B5EF4-FFF2-40B4-BE49-F238E27FC236}">
                <a16:creationId xmlns:a16="http://schemas.microsoft.com/office/drawing/2014/main" id="{9219E498-1061-419E-BD5F-0CE494253CB8}"/>
              </a:ext>
            </a:extLst>
          </p:cNvPr>
          <p:cNvSpPr/>
          <p:nvPr/>
        </p:nvSpPr>
        <p:spPr>
          <a:xfrm>
            <a:off x="8536157" y="5037627"/>
            <a:ext cx="1145687" cy="304887"/>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dirty="0">
                <a:solidFill>
                  <a:srgbClr val="212121"/>
                </a:solidFill>
                <a:latin typeface="Roboto"/>
                <a:ea typeface="Roboto"/>
                <a:cs typeface="Roboto"/>
                <a:sym typeface="Roboto"/>
              </a:rPr>
              <a:t>Model registry</a:t>
            </a:r>
            <a:br>
              <a:rPr lang="en-US" sz="700" b="0" i="0" u="none" strike="noStrike" cap="none" dirty="0">
                <a:solidFill>
                  <a:srgbClr val="212121"/>
                </a:solidFill>
                <a:latin typeface="Roboto"/>
                <a:ea typeface="Roboto"/>
                <a:cs typeface="Roboto"/>
                <a:sym typeface="Roboto"/>
              </a:rPr>
            </a:br>
            <a:r>
              <a:rPr lang="en-US" sz="700" b="0" i="0" u="none" strike="noStrike" cap="none" dirty="0">
                <a:solidFill>
                  <a:srgbClr val="757575"/>
                </a:solidFill>
                <a:latin typeface="Roboto"/>
                <a:ea typeface="Roboto"/>
                <a:cs typeface="Roboto"/>
                <a:sym typeface="Roboto"/>
              </a:rPr>
              <a:t>AI Hub</a:t>
            </a:r>
          </a:p>
        </p:txBody>
      </p:sp>
      <p:grpSp>
        <p:nvGrpSpPr>
          <p:cNvPr id="220" name="Shape 1314">
            <a:extLst>
              <a:ext uri="{FF2B5EF4-FFF2-40B4-BE49-F238E27FC236}">
                <a16:creationId xmlns:a16="http://schemas.microsoft.com/office/drawing/2014/main" id="{803C42AA-6D08-42B1-87F4-9AA4674CC60A}"/>
              </a:ext>
            </a:extLst>
          </p:cNvPr>
          <p:cNvGrpSpPr/>
          <p:nvPr/>
        </p:nvGrpSpPr>
        <p:grpSpPr>
          <a:xfrm>
            <a:off x="6329041" y="4872899"/>
            <a:ext cx="1182885" cy="463053"/>
            <a:chOff x="6147299" y="817352"/>
            <a:chExt cx="1220559" cy="579563"/>
          </a:xfrm>
        </p:grpSpPr>
        <p:sp>
          <p:nvSpPr>
            <p:cNvPr id="221" name="Shape 1315">
              <a:extLst>
                <a:ext uri="{FF2B5EF4-FFF2-40B4-BE49-F238E27FC236}">
                  <a16:creationId xmlns:a16="http://schemas.microsoft.com/office/drawing/2014/main" id="{4A7691C6-044F-4C3D-B432-196E4470CF96}"/>
                </a:ext>
              </a:extLst>
            </p:cNvPr>
            <p:cNvSpPr/>
            <p:nvPr/>
          </p:nvSpPr>
          <p:spPr>
            <a:xfrm>
              <a:off x="6147299" y="817352"/>
              <a:ext cx="1220559" cy="579563"/>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dirty="0">
                  <a:solidFill>
                    <a:srgbClr val="212121"/>
                  </a:solidFill>
                  <a:latin typeface="Roboto"/>
                  <a:ea typeface="Roboto"/>
                  <a:cs typeface="Roboto"/>
                  <a:sym typeface="Roboto"/>
                </a:rPr>
                <a:t>ML metadata</a:t>
              </a:r>
              <a:br>
                <a:rPr lang="en-US" sz="700" b="0" i="0" u="none" strike="noStrike" cap="none" dirty="0">
                  <a:solidFill>
                    <a:srgbClr val="212121"/>
                  </a:solidFill>
                  <a:latin typeface="Roboto"/>
                  <a:ea typeface="Roboto"/>
                  <a:cs typeface="Roboto"/>
                  <a:sym typeface="Roboto"/>
                </a:rPr>
              </a:br>
              <a:r>
                <a:rPr lang="en-US" sz="700" b="0" i="0" u="none" strike="noStrike" cap="none" dirty="0">
                  <a:solidFill>
                    <a:srgbClr val="757575"/>
                  </a:solidFill>
                  <a:latin typeface="Roboto"/>
                  <a:ea typeface="Roboto"/>
                  <a:cs typeface="Roboto"/>
                  <a:sym typeface="Roboto"/>
                </a:rPr>
                <a:t>Cloud Storage</a:t>
              </a:r>
            </a:p>
          </p:txBody>
        </p:sp>
        <p:pic>
          <p:nvPicPr>
            <p:cNvPr id="222" name="Shape 1316" descr="Cloud-Storage.png">
              <a:extLst>
                <a:ext uri="{FF2B5EF4-FFF2-40B4-BE49-F238E27FC236}">
                  <a16:creationId xmlns:a16="http://schemas.microsoft.com/office/drawing/2014/main" id="{11A7371A-3A20-49D5-849A-BCF56141FEDE}"/>
                </a:ext>
              </a:extLst>
            </p:cNvPr>
            <p:cNvPicPr preferRelativeResize="0"/>
            <p:nvPr/>
          </p:nvPicPr>
          <p:blipFill rotWithShape="1">
            <a:blip r:embed="rId10">
              <a:alphaModFix/>
            </a:blip>
            <a:srcRect t="5076" b="5076"/>
            <a:stretch/>
          </p:blipFill>
          <p:spPr>
            <a:xfrm>
              <a:off x="6153681" y="922395"/>
              <a:ext cx="382610" cy="369476"/>
            </a:xfrm>
            <a:prstGeom prst="rect">
              <a:avLst/>
            </a:prstGeom>
            <a:noFill/>
            <a:ln>
              <a:noFill/>
            </a:ln>
          </p:spPr>
        </p:pic>
      </p:grpSp>
      <p:grpSp>
        <p:nvGrpSpPr>
          <p:cNvPr id="224" name="Shape 1534">
            <a:extLst>
              <a:ext uri="{FF2B5EF4-FFF2-40B4-BE49-F238E27FC236}">
                <a16:creationId xmlns:a16="http://schemas.microsoft.com/office/drawing/2014/main" id="{532AE8CD-201A-4869-9A61-7A534E96A91D}"/>
              </a:ext>
            </a:extLst>
          </p:cNvPr>
          <p:cNvGrpSpPr/>
          <p:nvPr/>
        </p:nvGrpSpPr>
        <p:grpSpPr>
          <a:xfrm>
            <a:off x="10383787" y="5428569"/>
            <a:ext cx="1402088" cy="970570"/>
            <a:chOff x="1584775" y="1023833"/>
            <a:chExt cx="1446742" cy="1214777"/>
          </a:xfrm>
        </p:grpSpPr>
        <p:sp>
          <p:nvSpPr>
            <p:cNvPr id="225" name="Shape 1535">
              <a:extLst>
                <a:ext uri="{FF2B5EF4-FFF2-40B4-BE49-F238E27FC236}">
                  <a16:creationId xmlns:a16="http://schemas.microsoft.com/office/drawing/2014/main" id="{1840481C-46AC-4AF5-B88D-93FF0C95BC23}"/>
                </a:ext>
              </a:extLst>
            </p:cNvPr>
            <p:cNvSpPr/>
            <p:nvPr/>
          </p:nvSpPr>
          <p:spPr>
            <a:xfrm>
              <a:off x="1584775" y="1856384"/>
              <a:ext cx="1446742" cy="382226"/>
            </a:xfrm>
            <a:prstGeom prst="roundRect">
              <a:avLst>
                <a:gd name="adj" fmla="val 1674"/>
              </a:avLst>
            </a:prstGeom>
            <a:solidFill>
              <a:srgbClr val="C6EFFF"/>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dirty="0">
                  <a:solidFill>
                    <a:srgbClr val="212121"/>
                  </a:solidFill>
                  <a:latin typeface="Roboto"/>
                  <a:ea typeface="Roboto"/>
                  <a:cs typeface="Roboto"/>
                  <a:sym typeface="Roboto"/>
                </a:rPr>
                <a:t>Scoring Pipeline </a:t>
              </a:r>
              <a:endParaRPr lang="en-US" sz="700" dirty="0">
                <a:solidFill>
                  <a:srgbClr val="212121"/>
                </a:solidFill>
                <a:latin typeface="Roboto"/>
                <a:ea typeface="Roboto"/>
                <a:cs typeface="Roboto"/>
                <a:sym typeface="Roboto"/>
              </a:endParaRPr>
            </a:p>
            <a:p>
              <a:pPr marL="0" marR="0" lvl="0" indent="0" algn="l" rtl="0">
                <a:lnSpc>
                  <a:spcPct val="113333"/>
                </a:lnSpc>
                <a:spcBef>
                  <a:spcPts val="0"/>
                </a:spcBef>
                <a:spcAft>
                  <a:spcPts val="0"/>
                </a:spcAft>
                <a:buClr>
                  <a:srgbClr val="212121"/>
                </a:buClr>
                <a:buSzPct val="25000"/>
                <a:buFont typeface="Roboto"/>
                <a:buNone/>
              </a:pPr>
              <a:r>
                <a:rPr lang="en-US" sz="700" b="0" i="0" u="none" strike="noStrike" cap="none" dirty="0">
                  <a:solidFill>
                    <a:srgbClr val="212121"/>
                  </a:solidFill>
                  <a:latin typeface="Roboto"/>
                  <a:ea typeface="Roboto"/>
                  <a:cs typeface="Roboto"/>
                  <a:sym typeface="Roboto"/>
                </a:rPr>
                <a:t>  </a:t>
              </a:r>
              <a:endParaRPr lang="en-US" sz="700" b="0" i="0" u="none" strike="noStrike" cap="none" dirty="0">
                <a:solidFill>
                  <a:srgbClr val="757575"/>
                </a:solidFill>
                <a:latin typeface="Roboto"/>
                <a:ea typeface="Roboto"/>
                <a:cs typeface="Roboto"/>
                <a:sym typeface="Roboto"/>
              </a:endParaRPr>
            </a:p>
          </p:txBody>
        </p:sp>
        <p:pic>
          <p:nvPicPr>
            <p:cNvPr id="226" name="Shape 1536" descr="Cloud-Machine-Learning.png">
              <a:extLst>
                <a:ext uri="{FF2B5EF4-FFF2-40B4-BE49-F238E27FC236}">
                  <a16:creationId xmlns:a16="http://schemas.microsoft.com/office/drawing/2014/main" id="{3F1E7AE1-2C21-443D-9236-9EAEB3FC11DE}"/>
                </a:ext>
              </a:extLst>
            </p:cNvPr>
            <p:cNvPicPr preferRelativeResize="0"/>
            <p:nvPr/>
          </p:nvPicPr>
          <p:blipFill rotWithShape="1">
            <a:blip r:embed="rId11">
              <a:alphaModFix/>
            </a:blip>
            <a:srcRect t="5076" b="5076"/>
            <a:stretch/>
          </p:blipFill>
          <p:spPr>
            <a:xfrm>
              <a:off x="1605154" y="1023833"/>
              <a:ext cx="274200" cy="246600"/>
            </a:xfrm>
            <a:prstGeom prst="rect">
              <a:avLst/>
            </a:prstGeom>
            <a:noFill/>
            <a:ln>
              <a:noFill/>
            </a:ln>
          </p:spPr>
        </p:pic>
      </p:grpSp>
      <p:cxnSp>
        <p:nvCxnSpPr>
          <p:cNvPr id="235" name="Connector: Elbow 234">
            <a:extLst>
              <a:ext uri="{FF2B5EF4-FFF2-40B4-BE49-F238E27FC236}">
                <a16:creationId xmlns:a16="http://schemas.microsoft.com/office/drawing/2014/main" id="{A998222E-B9AC-4376-978B-CA4CD47AA664}"/>
              </a:ext>
            </a:extLst>
          </p:cNvPr>
          <p:cNvCxnSpPr>
            <a:cxnSpLocks/>
            <a:stCxn id="225" idx="0"/>
          </p:cNvCxnSpPr>
          <p:nvPr/>
        </p:nvCxnSpPr>
        <p:spPr>
          <a:xfrm rot="16200000" flipV="1">
            <a:off x="6365586" y="1374507"/>
            <a:ext cx="387890" cy="9050600"/>
          </a:xfrm>
          <a:prstGeom prst="bentConnector2">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8" name="Rectangle 237">
            <a:extLst>
              <a:ext uri="{FF2B5EF4-FFF2-40B4-BE49-F238E27FC236}">
                <a16:creationId xmlns:a16="http://schemas.microsoft.com/office/drawing/2014/main" id="{90059D8E-7B4D-4AAA-A29D-77BBE8D8D776}"/>
              </a:ext>
            </a:extLst>
          </p:cNvPr>
          <p:cNvSpPr/>
          <p:nvPr/>
        </p:nvSpPr>
        <p:spPr>
          <a:xfrm>
            <a:off x="2129461" y="5034821"/>
            <a:ext cx="838090" cy="412195"/>
          </a:xfrm>
          <a:prstGeom prst="rect">
            <a:avLst/>
          </a:prstGeom>
          <a:solidFill>
            <a:srgbClr val="E0F2F1"/>
          </a:solidFill>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analysis (data drift etc.)</a:t>
            </a:r>
          </a:p>
        </p:txBody>
      </p:sp>
      <p:cxnSp>
        <p:nvCxnSpPr>
          <p:cNvPr id="242" name="Connector: Elbow 241">
            <a:extLst>
              <a:ext uri="{FF2B5EF4-FFF2-40B4-BE49-F238E27FC236}">
                <a16:creationId xmlns:a16="http://schemas.microsoft.com/office/drawing/2014/main" id="{D635BBC0-D8F6-415F-99CE-AC4F8E28AEF9}"/>
              </a:ext>
            </a:extLst>
          </p:cNvPr>
          <p:cNvCxnSpPr>
            <a:cxnSpLocks/>
            <a:stCxn id="197" idx="0"/>
          </p:cNvCxnSpPr>
          <p:nvPr/>
        </p:nvCxnSpPr>
        <p:spPr>
          <a:xfrm rot="5400000" flipH="1" flipV="1">
            <a:off x="2153090" y="3947433"/>
            <a:ext cx="160830" cy="1162356"/>
          </a:xfrm>
          <a:prstGeom prst="bentConnector2">
            <a:avLst/>
          </a:prstGeom>
          <a:ln w="6350">
            <a:solidFill>
              <a:schemeClr val="accent3">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C8334CE3-1910-46E2-AB77-AC5269DB1224}"/>
              </a:ext>
            </a:extLst>
          </p:cNvPr>
          <p:cNvCxnSpPr>
            <a:cxnSpLocks/>
            <a:stCxn id="278" idx="1"/>
          </p:cNvCxnSpPr>
          <p:nvPr/>
        </p:nvCxnSpPr>
        <p:spPr>
          <a:xfrm flipH="1" flipV="1">
            <a:off x="2961445" y="5373276"/>
            <a:ext cx="423692" cy="52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Connector: Elbow 245">
            <a:extLst>
              <a:ext uri="{FF2B5EF4-FFF2-40B4-BE49-F238E27FC236}">
                <a16:creationId xmlns:a16="http://schemas.microsoft.com/office/drawing/2014/main" id="{B4FD0B6E-DFB0-4964-9BBB-29F95A3AE367}"/>
              </a:ext>
            </a:extLst>
          </p:cNvPr>
          <p:cNvCxnSpPr>
            <a:cxnSpLocks/>
            <a:stCxn id="179" idx="0"/>
            <a:endCxn id="238" idx="1"/>
          </p:cNvCxnSpPr>
          <p:nvPr/>
        </p:nvCxnSpPr>
        <p:spPr>
          <a:xfrm rot="5400000" flipH="1" flipV="1">
            <a:off x="1762241" y="5125724"/>
            <a:ext cx="252025" cy="482416"/>
          </a:xfrm>
          <a:prstGeom prst="bentConnector2">
            <a:avLst/>
          </a:prstGeom>
          <a:ln w="6350">
            <a:solidFill>
              <a:schemeClr val="accent3">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4" name="Connector: Elbow 253">
            <a:extLst>
              <a:ext uri="{FF2B5EF4-FFF2-40B4-BE49-F238E27FC236}">
                <a16:creationId xmlns:a16="http://schemas.microsoft.com/office/drawing/2014/main" id="{39FFC49D-4A43-48F5-88CE-8D2F53640001}"/>
              </a:ext>
            </a:extLst>
          </p:cNvPr>
          <p:cNvCxnSpPr>
            <a:cxnSpLocks/>
          </p:cNvCxnSpPr>
          <p:nvPr/>
        </p:nvCxnSpPr>
        <p:spPr>
          <a:xfrm rot="5400000">
            <a:off x="1667844" y="5376546"/>
            <a:ext cx="810191" cy="951132"/>
          </a:xfrm>
          <a:prstGeom prst="bentConnector2">
            <a:avLst/>
          </a:prstGeom>
          <a:ln w="63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grpSp>
        <p:nvGrpSpPr>
          <p:cNvPr id="255" name="Group 254">
            <a:extLst>
              <a:ext uri="{FF2B5EF4-FFF2-40B4-BE49-F238E27FC236}">
                <a16:creationId xmlns:a16="http://schemas.microsoft.com/office/drawing/2014/main" id="{6A3B4860-30C9-4BB8-A8CA-0585A2E7C331}"/>
              </a:ext>
            </a:extLst>
          </p:cNvPr>
          <p:cNvGrpSpPr/>
          <p:nvPr/>
        </p:nvGrpSpPr>
        <p:grpSpPr>
          <a:xfrm>
            <a:off x="981524" y="6121500"/>
            <a:ext cx="865751" cy="382106"/>
            <a:chOff x="492530" y="5408391"/>
            <a:chExt cx="893324" cy="478248"/>
          </a:xfrm>
        </p:grpSpPr>
        <p:pic>
          <p:nvPicPr>
            <p:cNvPr id="256" name="Picture 255" descr="Icon&#10;&#10;Description automatically generated">
              <a:extLst>
                <a:ext uri="{FF2B5EF4-FFF2-40B4-BE49-F238E27FC236}">
                  <a16:creationId xmlns:a16="http://schemas.microsoft.com/office/drawing/2014/main" id="{11144AF2-25C9-4BC0-86F4-BEE50F02E8F0}"/>
                </a:ext>
              </a:extLst>
            </p:cNvPr>
            <p:cNvPicPr>
              <a:picLocks noChangeAspect="1"/>
            </p:cNvPicPr>
            <p:nvPr/>
          </p:nvPicPr>
          <p:blipFill>
            <a:blip r:embed="rId3"/>
            <a:stretch>
              <a:fillRect/>
            </a:stretch>
          </p:blipFill>
          <p:spPr>
            <a:xfrm>
              <a:off x="738428" y="5408391"/>
              <a:ext cx="389566" cy="339706"/>
            </a:xfrm>
            <a:prstGeom prst="rect">
              <a:avLst/>
            </a:prstGeom>
          </p:spPr>
        </p:pic>
        <p:sp>
          <p:nvSpPr>
            <p:cNvPr id="257" name="Rectangle 256">
              <a:extLst>
                <a:ext uri="{FF2B5EF4-FFF2-40B4-BE49-F238E27FC236}">
                  <a16:creationId xmlns:a16="http://schemas.microsoft.com/office/drawing/2014/main" id="{E9F2EB54-361D-4148-9B68-279955170A1E}"/>
                </a:ext>
              </a:extLst>
            </p:cNvPr>
            <p:cNvSpPr/>
            <p:nvPr/>
          </p:nvSpPr>
          <p:spPr>
            <a:xfrm>
              <a:off x="492530" y="5695919"/>
              <a:ext cx="893324" cy="190720"/>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Data scientists</a:t>
              </a:r>
            </a:p>
          </p:txBody>
        </p:sp>
      </p:grpSp>
      <p:sp>
        <p:nvSpPr>
          <p:cNvPr id="259" name="Rectangle 258">
            <a:extLst>
              <a:ext uri="{FF2B5EF4-FFF2-40B4-BE49-F238E27FC236}">
                <a16:creationId xmlns:a16="http://schemas.microsoft.com/office/drawing/2014/main" id="{DC832629-7575-4FD0-BC68-E7EBCB382F65}"/>
              </a:ext>
            </a:extLst>
          </p:cNvPr>
          <p:cNvSpPr/>
          <p:nvPr/>
        </p:nvSpPr>
        <p:spPr>
          <a:xfrm>
            <a:off x="342667" y="6049264"/>
            <a:ext cx="1553177" cy="547611"/>
          </a:xfrm>
          <a:prstGeom prst="rect">
            <a:avLst/>
          </a:prstGeom>
          <a:ln w="6350">
            <a:solidFill>
              <a:schemeClr val="bg1">
                <a:lumMod val="65000"/>
              </a:schemeClr>
            </a:solid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cxnSp>
        <p:nvCxnSpPr>
          <p:cNvPr id="266" name="Straight Arrow Connector 265">
            <a:extLst>
              <a:ext uri="{FF2B5EF4-FFF2-40B4-BE49-F238E27FC236}">
                <a16:creationId xmlns:a16="http://schemas.microsoft.com/office/drawing/2014/main" id="{3962044E-C17A-4660-8031-4FA4172AB237}"/>
              </a:ext>
            </a:extLst>
          </p:cNvPr>
          <p:cNvCxnSpPr>
            <a:cxnSpLocks/>
            <a:stCxn id="221" idx="0"/>
            <a:endCxn id="15" idx="2"/>
          </p:cNvCxnSpPr>
          <p:nvPr/>
        </p:nvCxnSpPr>
        <p:spPr>
          <a:xfrm flipV="1">
            <a:off x="6920484" y="4645218"/>
            <a:ext cx="0" cy="227681"/>
          </a:xfrm>
          <a:prstGeom prst="straightConnector1">
            <a:avLst/>
          </a:prstGeom>
          <a:ln w="6350">
            <a:solidFill>
              <a:srgbClr val="007AA8"/>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0" name="Connector: Elbow 269">
            <a:extLst>
              <a:ext uri="{FF2B5EF4-FFF2-40B4-BE49-F238E27FC236}">
                <a16:creationId xmlns:a16="http://schemas.microsoft.com/office/drawing/2014/main" id="{D8710DD2-02A2-46E1-8D96-068897D882A1}"/>
              </a:ext>
            </a:extLst>
          </p:cNvPr>
          <p:cNvCxnSpPr>
            <a:cxnSpLocks/>
            <a:stCxn id="225" idx="1"/>
            <a:endCxn id="160" idx="4"/>
          </p:cNvCxnSpPr>
          <p:nvPr/>
        </p:nvCxnSpPr>
        <p:spPr>
          <a:xfrm rot="10800000">
            <a:off x="7558989" y="6226484"/>
            <a:ext cx="2824798" cy="19962"/>
          </a:xfrm>
          <a:prstGeom prst="bentConnector3">
            <a:avLst>
              <a:gd name="adj1" fmla="val 50000"/>
            </a:avLst>
          </a:prstGeom>
          <a:ln w="635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7" name="Rectangle 296">
            <a:extLst>
              <a:ext uri="{FF2B5EF4-FFF2-40B4-BE49-F238E27FC236}">
                <a16:creationId xmlns:a16="http://schemas.microsoft.com/office/drawing/2014/main" id="{928B1CE9-9D32-404E-A63B-C04D02131361}"/>
              </a:ext>
            </a:extLst>
          </p:cNvPr>
          <p:cNvSpPr/>
          <p:nvPr/>
        </p:nvSpPr>
        <p:spPr>
          <a:xfrm>
            <a:off x="1691655" y="4233543"/>
            <a:ext cx="1012584"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Retrain model</a:t>
            </a:r>
          </a:p>
        </p:txBody>
      </p:sp>
      <p:sp>
        <p:nvSpPr>
          <p:cNvPr id="298" name="Rectangle 297">
            <a:extLst>
              <a:ext uri="{FF2B5EF4-FFF2-40B4-BE49-F238E27FC236}">
                <a16:creationId xmlns:a16="http://schemas.microsoft.com/office/drawing/2014/main" id="{1BBB72C5-94CB-4A8F-93B5-E4505BAB083C}"/>
              </a:ext>
            </a:extLst>
          </p:cNvPr>
          <p:cNvSpPr/>
          <p:nvPr/>
        </p:nvSpPr>
        <p:spPr>
          <a:xfrm>
            <a:off x="5668054" y="5564060"/>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Continuous training</a:t>
            </a:r>
          </a:p>
        </p:txBody>
      </p:sp>
      <p:sp>
        <p:nvSpPr>
          <p:cNvPr id="299" name="Rectangle 298">
            <a:extLst>
              <a:ext uri="{FF2B5EF4-FFF2-40B4-BE49-F238E27FC236}">
                <a16:creationId xmlns:a16="http://schemas.microsoft.com/office/drawing/2014/main" id="{A06FE25C-C18E-49B1-9BF6-38255F83F311}"/>
              </a:ext>
            </a:extLst>
          </p:cNvPr>
          <p:cNvSpPr/>
          <p:nvPr/>
        </p:nvSpPr>
        <p:spPr>
          <a:xfrm>
            <a:off x="1864120" y="6240188"/>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a:t>Data drift detected</a:t>
            </a:r>
          </a:p>
        </p:txBody>
      </p:sp>
      <p:sp>
        <p:nvSpPr>
          <p:cNvPr id="301" name="Rectangle 300">
            <a:extLst>
              <a:ext uri="{FF2B5EF4-FFF2-40B4-BE49-F238E27FC236}">
                <a16:creationId xmlns:a16="http://schemas.microsoft.com/office/drawing/2014/main" id="{B26D69DF-B258-4B08-9548-3DB40AD26041}"/>
              </a:ext>
            </a:extLst>
          </p:cNvPr>
          <p:cNvSpPr/>
          <p:nvPr/>
        </p:nvSpPr>
        <p:spPr>
          <a:xfrm>
            <a:off x="7463128" y="5982588"/>
            <a:ext cx="242901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Batch score on scheduled time and  store prediction score</a:t>
            </a:r>
          </a:p>
        </p:txBody>
      </p:sp>
      <p:grpSp>
        <p:nvGrpSpPr>
          <p:cNvPr id="304" name="Group 303">
            <a:extLst>
              <a:ext uri="{FF2B5EF4-FFF2-40B4-BE49-F238E27FC236}">
                <a16:creationId xmlns:a16="http://schemas.microsoft.com/office/drawing/2014/main" id="{FA50809F-DAFA-4898-8BBE-7EBB92BADC4C}"/>
              </a:ext>
            </a:extLst>
          </p:cNvPr>
          <p:cNvGrpSpPr/>
          <p:nvPr/>
        </p:nvGrpSpPr>
        <p:grpSpPr>
          <a:xfrm>
            <a:off x="3385137" y="5166799"/>
            <a:ext cx="1057205" cy="414000"/>
            <a:chOff x="3323507" y="4919801"/>
            <a:chExt cx="1090876" cy="518167"/>
          </a:xfrm>
        </p:grpSpPr>
        <p:sp>
          <p:nvSpPr>
            <p:cNvPr id="278" name="Shape 1434">
              <a:extLst>
                <a:ext uri="{FF2B5EF4-FFF2-40B4-BE49-F238E27FC236}">
                  <a16:creationId xmlns:a16="http://schemas.microsoft.com/office/drawing/2014/main" id="{513CE483-5EE5-4626-ABB8-64C863F6F116}"/>
                </a:ext>
              </a:extLst>
            </p:cNvPr>
            <p:cNvSpPr/>
            <p:nvPr/>
          </p:nvSpPr>
          <p:spPr>
            <a:xfrm>
              <a:off x="3323507" y="4919801"/>
              <a:ext cx="1090876" cy="518167"/>
            </a:xfrm>
            <a:prstGeom prst="roundRect">
              <a:avLst>
                <a:gd name="adj" fmla="val 1674"/>
              </a:avLst>
            </a:prstGeom>
            <a:solidFill>
              <a:schemeClr val="lt1"/>
            </a:solidFill>
            <a:ln>
              <a:noFill/>
            </a:ln>
            <a:effectLst>
              <a:outerShdw blurRad="19050" dist="6350" dir="5400000" algn="ctr" rotWithShape="0">
                <a:schemeClr val="dk1">
                  <a:alpha val="44705"/>
                </a:schemeClr>
              </a:outerShdw>
            </a:effectLst>
          </p:spPr>
          <p:txBody>
            <a:bodyPr lIns="429750" tIns="73150" rIns="45700" bIns="73150" anchor="ctr" anchorCtr="0">
              <a:noAutofit/>
            </a:bodyPr>
            <a:lstStyle/>
            <a:p>
              <a:pPr marL="0" marR="0" lvl="0" indent="0" algn="l" rtl="0">
                <a:lnSpc>
                  <a:spcPct val="113333"/>
                </a:lnSpc>
                <a:spcBef>
                  <a:spcPts val="0"/>
                </a:spcBef>
                <a:spcAft>
                  <a:spcPts val="0"/>
                </a:spcAft>
                <a:buClr>
                  <a:srgbClr val="212121"/>
                </a:buClr>
                <a:buSzPct val="25000"/>
                <a:buFont typeface="Roboto"/>
                <a:buNone/>
              </a:pPr>
              <a:r>
                <a:rPr lang="en-US" sz="750" b="0" i="0" u="none" strike="noStrike" cap="none">
                  <a:solidFill>
                    <a:srgbClr val="212121"/>
                  </a:solidFill>
                  <a:latin typeface="Roboto"/>
                  <a:ea typeface="Roboto"/>
                  <a:cs typeface="Roboto"/>
                  <a:sym typeface="Roboto"/>
                </a:rPr>
                <a:t>Feature Store</a:t>
              </a:r>
              <a:br>
                <a:rPr lang="en-US" sz="700" b="0" i="0" u="none" strike="noStrike" cap="none">
                  <a:solidFill>
                    <a:srgbClr val="212121"/>
                  </a:solidFill>
                  <a:latin typeface="Roboto"/>
                  <a:ea typeface="Roboto"/>
                  <a:cs typeface="Roboto"/>
                  <a:sym typeface="Roboto"/>
                </a:rPr>
              </a:br>
              <a:r>
                <a:rPr lang="en-US" sz="700" b="0" i="0" u="none" strike="noStrike" cap="none">
                  <a:solidFill>
                    <a:srgbClr val="757575"/>
                  </a:solidFill>
                  <a:latin typeface="Roboto"/>
                  <a:ea typeface="Roboto"/>
                  <a:cs typeface="Roboto"/>
                  <a:sym typeface="Roboto"/>
                </a:rPr>
                <a:t>Cloud Storage</a:t>
              </a:r>
            </a:p>
          </p:txBody>
        </p:sp>
        <p:pic>
          <p:nvPicPr>
            <p:cNvPr id="303" name="Shape 1316" descr="Cloud-Storage.png">
              <a:extLst>
                <a:ext uri="{FF2B5EF4-FFF2-40B4-BE49-F238E27FC236}">
                  <a16:creationId xmlns:a16="http://schemas.microsoft.com/office/drawing/2014/main" id="{348D0506-9741-4CCA-AFA3-C58995AC6DBB}"/>
                </a:ext>
              </a:extLst>
            </p:cNvPr>
            <p:cNvPicPr preferRelativeResize="0"/>
            <p:nvPr/>
          </p:nvPicPr>
          <p:blipFill rotWithShape="1">
            <a:blip r:embed="rId10">
              <a:alphaModFix/>
            </a:blip>
            <a:srcRect t="5076" b="5076"/>
            <a:stretch/>
          </p:blipFill>
          <p:spPr>
            <a:xfrm>
              <a:off x="3344756" y="4994147"/>
              <a:ext cx="382610" cy="369476"/>
            </a:xfrm>
            <a:prstGeom prst="rect">
              <a:avLst/>
            </a:prstGeom>
            <a:noFill/>
            <a:ln>
              <a:noFill/>
            </a:ln>
          </p:spPr>
        </p:pic>
      </p:grpSp>
      <p:pic>
        <p:nvPicPr>
          <p:cNvPr id="305" name="Google Shape;103;p13">
            <a:extLst>
              <a:ext uri="{FF2B5EF4-FFF2-40B4-BE49-F238E27FC236}">
                <a16:creationId xmlns:a16="http://schemas.microsoft.com/office/drawing/2014/main" id="{6BBBC8B0-9877-4342-A896-4093B3B84C1E}"/>
              </a:ext>
            </a:extLst>
          </p:cNvPr>
          <p:cNvPicPr preferRelativeResize="0"/>
          <p:nvPr/>
        </p:nvPicPr>
        <p:blipFill>
          <a:blip r:embed="rId12">
            <a:alphaModFix/>
          </a:blip>
          <a:stretch>
            <a:fillRect/>
          </a:stretch>
        </p:blipFill>
        <p:spPr>
          <a:xfrm>
            <a:off x="8545376" y="5018546"/>
            <a:ext cx="370210" cy="296304"/>
          </a:xfrm>
          <a:prstGeom prst="rect">
            <a:avLst/>
          </a:prstGeom>
          <a:solidFill>
            <a:schemeClr val="bg1"/>
          </a:solidFill>
          <a:ln>
            <a:noFill/>
          </a:ln>
        </p:spPr>
      </p:pic>
      <p:cxnSp>
        <p:nvCxnSpPr>
          <p:cNvPr id="141" name="Connector: Elbow 140">
            <a:extLst>
              <a:ext uri="{FF2B5EF4-FFF2-40B4-BE49-F238E27FC236}">
                <a16:creationId xmlns:a16="http://schemas.microsoft.com/office/drawing/2014/main" id="{28E6C30A-CE9C-46EE-9343-F5AC663E25D9}"/>
              </a:ext>
            </a:extLst>
          </p:cNvPr>
          <p:cNvCxnSpPr>
            <a:cxnSpLocks/>
            <a:stCxn id="259" idx="0"/>
          </p:cNvCxnSpPr>
          <p:nvPr/>
        </p:nvCxnSpPr>
        <p:spPr>
          <a:xfrm rot="5400000" flipH="1" flipV="1">
            <a:off x="1194471" y="4466777"/>
            <a:ext cx="1507273" cy="1657703"/>
          </a:xfrm>
          <a:prstGeom prst="bentConnector2">
            <a:avLst/>
          </a:prstGeom>
          <a:ln w="63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42" name="Rectangle 141">
            <a:extLst>
              <a:ext uri="{FF2B5EF4-FFF2-40B4-BE49-F238E27FC236}">
                <a16:creationId xmlns:a16="http://schemas.microsoft.com/office/drawing/2014/main" id="{76DFF88F-4656-46AA-B5DF-52BFF4118CE4}"/>
              </a:ext>
            </a:extLst>
          </p:cNvPr>
          <p:cNvSpPr/>
          <p:nvPr/>
        </p:nvSpPr>
        <p:spPr>
          <a:xfrm rot="16200000">
            <a:off x="490355" y="5186495"/>
            <a:ext cx="1120906" cy="266032"/>
          </a:xfrm>
          <a:prstGeom prst="rect">
            <a:avLst/>
          </a:prstGeom>
          <a:ln w="6350">
            <a:noFill/>
            <a:tailEnd type="none" w="lg" len="sm"/>
          </a:ln>
        </p:spPr>
        <p:style>
          <a:lnRef idx="1">
            <a:schemeClr val="accent1"/>
          </a:lnRef>
          <a:fillRef idx="0">
            <a:schemeClr val="accent1"/>
          </a:fillRef>
          <a:effectRef idx="0">
            <a:schemeClr val="accent1"/>
          </a:effectRef>
          <a:fontRef idx="minor">
            <a:schemeClr val="tx1"/>
          </a:fontRef>
        </p:style>
        <p:txBody>
          <a:bodyPr rtlCol="0" anchor="ctr"/>
          <a:lstStyle/>
          <a:p>
            <a:pPr algn="ctr"/>
            <a:r>
              <a:rPr lang="en-ZA" sz="800" dirty="0"/>
              <a:t>Manual retraining</a:t>
            </a:r>
          </a:p>
        </p:txBody>
      </p:sp>
      <p:pic>
        <p:nvPicPr>
          <p:cNvPr id="18434" name="Picture 2" descr="Press kit | GitLab">
            <a:extLst>
              <a:ext uri="{FF2B5EF4-FFF2-40B4-BE49-F238E27FC236}">
                <a16:creationId xmlns:a16="http://schemas.microsoft.com/office/drawing/2014/main" id="{98A9D16B-D811-4470-9422-4BCE04B5DDF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6164" y="1553170"/>
            <a:ext cx="286147" cy="27246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2" descr="Press kit | GitLab">
            <a:extLst>
              <a:ext uri="{FF2B5EF4-FFF2-40B4-BE49-F238E27FC236}">
                <a16:creationId xmlns:a16="http://schemas.microsoft.com/office/drawing/2014/main" id="{6D3696D7-2200-4113-AF21-E7D42B8E964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43859" y="1543658"/>
            <a:ext cx="241231" cy="229693"/>
          </a:xfrm>
          <a:prstGeom prst="rect">
            <a:avLst/>
          </a:prstGeom>
          <a:noFill/>
          <a:extLst>
            <a:ext uri="{909E8E84-426E-40DD-AFC4-6F175D3DCCD1}">
              <a14:hiddenFill xmlns:a14="http://schemas.microsoft.com/office/drawing/2010/main">
                <a:solidFill>
                  <a:srgbClr val="FFFFFF"/>
                </a:solidFill>
              </a14:hiddenFill>
            </a:ext>
          </a:extLst>
        </p:spPr>
      </p:pic>
      <p:pic>
        <p:nvPicPr>
          <p:cNvPr id="129" name="Shape 693">
            <a:extLst>
              <a:ext uri="{FF2B5EF4-FFF2-40B4-BE49-F238E27FC236}">
                <a16:creationId xmlns:a16="http://schemas.microsoft.com/office/drawing/2014/main" id="{B68371BE-A9E1-4C08-93B6-7CF12B98142D}"/>
              </a:ext>
            </a:extLst>
          </p:cNvPr>
          <p:cNvPicPr preferRelativeResize="0"/>
          <p:nvPr/>
        </p:nvPicPr>
        <p:blipFill rotWithShape="1">
          <a:blip r:embed="rId8">
            <a:alphaModFix/>
          </a:blip>
          <a:srcRect/>
          <a:stretch/>
        </p:blipFill>
        <p:spPr>
          <a:xfrm>
            <a:off x="1727137" y="3356380"/>
            <a:ext cx="1288624" cy="138809"/>
          </a:xfrm>
          <a:prstGeom prst="rect">
            <a:avLst/>
          </a:prstGeom>
          <a:noFill/>
          <a:ln>
            <a:noFill/>
          </a:ln>
        </p:spPr>
      </p:pic>
      <p:cxnSp>
        <p:nvCxnSpPr>
          <p:cNvPr id="32" name="Connector: Elbow 31">
            <a:extLst>
              <a:ext uri="{FF2B5EF4-FFF2-40B4-BE49-F238E27FC236}">
                <a16:creationId xmlns:a16="http://schemas.microsoft.com/office/drawing/2014/main" id="{F2864A49-061B-49DC-A6C0-7B233107CCAC}"/>
              </a:ext>
            </a:extLst>
          </p:cNvPr>
          <p:cNvCxnSpPr>
            <a:cxnSpLocks/>
            <a:endCxn id="225" idx="0"/>
          </p:cNvCxnSpPr>
          <p:nvPr/>
        </p:nvCxnSpPr>
        <p:spPr>
          <a:xfrm>
            <a:off x="4442342" y="5373537"/>
            <a:ext cx="6642489" cy="720215"/>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6BB6D982-AB60-4AED-9930-94650AC987BC}"/>
              </a:ext>
            </a:extLst>
          </p:cNvPr>
          <p:cNvSpPr txBox="1"/>
          <p:nvPr/>
        </p:nvSpPr>
        <p:spPr>
          <a:xfrm>
            <a:off x="9495051" y="5414498"/>
            <a:ext cx="1293535" cy="268517"/>
          </a:xfrm>
          <a:prstGeom prst="rect">
            <a:avLst/>
          </a:prstGeom>
          <a:solidFill>
            <a:schemeClr val="accent6">
              <a:lumMod val="20000"/>
              <a:lumOff val="80000"/>
            </a:schemeClr>
          </a:solidFill>
        </p:spPr>
        <p:txBody>
          <a:bodyPr wrap="square" lIns="72000" tIns="72000" rIns="72000" bIns="72000" rtlCol="0">
            <a:spAutoFit/>
          </a:bodyPr>
          <a:lstStyle/>
          <a:p>
            <a:pPr>
              <a:spcBef>
                <a:spcPts val="600"/>
              </a:spcBef>
              <a:buSzPct val="100000"/>
            </a:pPr>
            <a:endParaRPr lang="en-US" sz="800" dirty="0">
              <a:solidFill>
                <a:srgbClr val="313131"/>
              </a:solidFill>
            </a:endParaRPr>
          </a:p>
        </p:txBody>
      </p:sp>
      <p:sp>
        <p:nvSpPr>
          <p:cNvPr id="168" name="TextBox 167">
            <a:extLst>
              <a:ext uri="{FF2B5EF4-FFF2-40B4-BE49-F238E27FC236}">
                <a16:creationId xmlns:a16="http://schemas.microsoft.com/office/drawing/2014/main" id="{213DECAD-6312-488F-B6FB-1CEAAEB29691}"/>
              </a:ext>
            </a:extLst>
          </p:cNvPr>
          <p:cNvSpPr txBox="1"/>
          <p:nvPr/>
        </p:nvSpPr>
        <p:spPr>
          <a:xfrm>
            <a:off x="10812971" y="6402735"/>
            <a:ext cx="729269" cy="215444"/>
          </a:xfrm>
          <a:prstGeom prst="rect">
            <a:avLst/>
          </a:prstGeom>
          <a:noFill/>
        </p:spPr>
        <p:txBody>
          <a:bodyPr wrap="square">
            <a:spAutoFit/>
          </a:bodyPr>
          <a:lstStyle/>
          <a:p>
            <a:r>
              <a:rPr lang="en-US" sz="800" dirty="0">
                <a:solidFill>
                  <a:srgbClr val="212121"/>
                </a:solidFill>
                <a:latin typeface="Roboto"/>
                <a:ea typeface="Roboto"/>
                <a:cs typeface="Roboto"/>
                <a:sym typeface="Roboto"/>
              </a:rPr>
              <a:t>On Prem</a:t>
            </a:r>
            <a:endParaRPr lang="en-US" dirty="0"/>
          </a:p>
        </p:txBody>
      </p:sp>
      <p:sp>
        <p:nvSpPr>
          <p:cNvPr id="8" name="Text Placeholder 7">
            <a:extLst>
              <a:ext uri="{FF2B5EF4-FFF2-40B4-BE49-F238E27FC236}">
                <a16:creationId xmlns:a16="http://schemas.microsoft.com/office/drawing/2014/main" id="{21D53B0F-F45C-412A-B40B-39D209528B2C}"/>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38157247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FB777E-1880-411C-9A03-2FBA96F7D884}"/>
              </a:ext>
            </a:extLst>
          </p:cNvPr>
          <p:cNvSpPr>
            <a:spLocks noGrp="1"/>
          </p:cNvSpPr>
          <p:nvPr>
            <p:ph type="title"/>
          </p:nvPr>
        </p:nvSpPr>
        <p:spPr/>
        <p:txBody>
          <a:bodyPr/>
          <a:lstStyle/>
          <a:p>
            <a:r>
              <a:rPr lang="en-ZA"/>
              <a:t>DEMO</a:t>
            </a:r>
          </a:p>
        </p:txBody>
      </p:sp>
    </p:spTree>
    <p:extLst>
      <p:ext uri="{BB962C8B-B14F-4D97-AF65-F5344CB8AC3E}">
        <p14:creationId xmlns:p14="http://schemas.microsoft.com/office/powerpoint/2010/main" val="19754603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81018"/>
            <a:ext cx="11160000" cy="430887"/>
          </a:xfrm>
        </p:spPr>
        <p:txBody>
          <a:bodyPr/>
          <a:lstStyle/>
          <a:p>
            <a:r>
              <a:rPr lang="en-US" dirty="0"/>
              <a:t>Google container registry</a:t>
            </a:r>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5" name="Picture 4">
            <a:extLst>
              <a:ext uri="{FF2B5EF4-FFF2-40B4-BE49-F238E27FC236}">
                <a16:creationId xmlns:a16="http://schemas.microsoft.com/office/drawing/2014/main" id="{B98CB0E7-FEF2-4ABE-9879-905152C826EF}"/>
              </a:ext>
            </a:extLst>
          </p:cNvPr>
          <p:cNvPicPr/>
          <p:nvPr/>
        </p:nvPicPr>
        <p:blipFill>
          <a:blip r:embed="rId2"/>
          <a:stretch>
            <a:fillRect/>
          </a:stretch>
        </p:blipFill>
        <p:spPr>
          <a:xfrm>
            <a:off x="1537771" y="1404822"/>
            <a:ext cx="8551800" cy="4511236"/>
          </a:xfrm>
          <a:prstGeom prst="rect">
            <a:avLst/>
          </a:prstGeom>
        </p:spPr>
      </p:pic>
    </p:spTree>
    <p:extLst>
      <p:ext uri="{BB962C8B-B14F-4D97-AF65-F5344CB8AC3E}">
        <p14:creationId xmlns:p14="http://schemas.microsoft.com/office/powerpoint/2010/main" val="142862007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81018"/>
            <a:ext cx="11160000" cy="430887"/>
          </a:xfrm>
        </p:spPr>
        <p:txBody>
          <a:bodyPr/>
          <a:lstStyle/>
          <a:p>
            <a:r>
              <a:rPr lang="en-US" b="0" i="0" dirty="0">
                <a:solidFill>
                  <a:srgbClr val="232F3E"/>
                </a:solidFill>
                <a:effectLst/>
                <a:latin typeface="AmazonEmberBold"/>
              </a:rPr>
              <a:t>Kubeflow training pipeline</a:t>
            </a:r>
            <a:endParaRPr lang="en-US"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39B8C320-5A21-4FAB-921E-AFBB8461683B}"/>
              </a:ext>
            </a:extLst>
          </p:cNvPr>
          <p:cNvPicPr/>
          <p:nvPr/>
        </p:nvPicPr>
        <p:blipFill>
          <a:blip r:embed="rId2"/>
          <a:stretch>
            <a:fillRect/>
          </a:stretch>
        </p:blipFill>
        <p:spPr>
          <a:xfrm>
            <a:off x="2083565" y="1411248"/>
            <a:ext cx="8024870" cy="4294260"/>
          </a:xfrm>
          <a:prstGeom prst="rect">
            <a:avLst/>
          </a:prstGeom>
        </p:spPr>
      </p:pic>
    </p:spTree>
    <p:extLst>
      <p:ext uri="{BB962C8B-B14F-4D97-AF65-F5344CB8AC3E}">
        <p14:creationId xmlns:p14="http://schemas.microsoft.com/office/powerpoint/2010/main" val="39813893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b="0" i="0" dirty="0">
                <a:solidFill>
                  <a:srgbClr val="232F3E"/>
                </a:solidFill>
                <a:effectLst/>
                <a:latin typeface="AmazonEmberBold"/>
              </a:rPr>
              <a:t>Runtime parameters</a:t>
            </a:r>
            <a:endParaRPr lang="en-US" dirty="0"/>
          </a:p>
        </p:txBody>
      </p:sp>
      <p:sp>
        <p:nvSpPr>
          <p:cNvPr id="3" name="Content Placeholder 2">
            <a:extLst>
              <a:ext uri="{FF2B5EF4-FFF2-40B4-BE49-F238E27FC236}">
                <a16:creationId xmlns:a16="http://schemas.microsoft.com/office/drawing/2014/main" id="{6C393862-3D0C-4547-9C51-2E5D86DE6532}"/>
              </a:ext>
            </a:extLst>
          </p:cNvPr>
          <p:cNvSpPr>
            <a:spLocks noGrp="1"/>
          </p:cNvSpPr>
          <p:nvPr>
            <p:ph sz="quarter" idx="10"/>
          </p:nvPr>
        </p:nvSpPr>
        <p:spPr/>
        <p:txBody>
          <a:bodyPr/>
          <a:lstStyle/>
          <a:p>
            <a:pPr marL="285750" indent="-285750">
              <a:buFont typeface="Arial" panose="020B0604020202020204" pitchFamily="34" charset="0"/>
              <a:buChar char="•"/>
            </a:pPr>
            <a:endParaRPr lang="en-US" sz="2000"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5" name="Picture 4">
            <a:extLst>
              <a:ext uri="{FF2B5EF4-FFF2-40B4-BE49-F238E27FC236}">
                <a16:creationId xmlns:a16="http://schemas.microsoft.com/office/drawing/2014/main" id="{FA4CBF42-94AC-4714-BE5D-E0DE0A049EDE}"/>
              </a:ext>
            </a:extLst>
          </p:cNvPr>
          <p:cNvPicPr/>
          <p:nvPr/>
        </p:nvPicPr>
        <p:blipFill>
          <a:blip r:embed="rId2"/>
          <a:stretch>
            <a:fillRect/>
          </a:stretch>
        </p:blipFill>
        <p:spPr>
          <a:xfrm>
            <a:off x="1189822" y="1410159"/>
            <a:ext cx="9705860" cy="4671152"/>
          </a:xfrm>
          <a:prstGeom prst="rect">
            <a:avLst/>
          </a:prstGeom>
        </p:spPr>
      </p:pic>
    </p:spTree>
    <p:extLst>
      <p:ext uri="{BB962C8B-B14F-4D97-AF65-F5344CB8AC3E}">
        <p14:creationId xmlns:p14="http://schemas.microsoft.com/office/powerpoint/2010/main" val="319936130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b="0" i="0" dirty="0">
                <a:solidFill>
                  <a:srgbClr val="232F3E"/>
                </a:solidFill>
                <a:effectLst/>
                <a:latin typeface="AmazonEmberBold"/>
              </a:rPr>
              <a:t>Successfully executed pipeline</a:t>
            </a:r>
            <a:endParaRPr lang="en-US"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7" name="Picture 6">
            <a:extLst>
              <a:ext uri="{FF2B5EF4-FFF2-40B4-BE49-F238E27FC236}">
                <a16:creationId xmlns:a16="http://schemas.microsoft.com/office/drawing/2014/main" id="{9A5717E4-28BD-4DF0-A228-04CE3B22D918}"/>
              </a:ext>
            </a:extLst>
          </p:cNvPr>
          <p:cNvPicPr/>
          <p:nvPr/>
        </p:nvPicPr>
        <p:blipFill>
          <a:blip r:embed="rId2"/>
          <a:stretch>
            <a:fillRect/>
          </a:stretch>
        </p:blipFill>
        <p:spPr>
          <a:xfrm>
            <a:off x="1994053" y="1366092"/>
            <a:ext cx="8527055" cy="4519908"/>
          </a:xfrm>
          <a:prstGeom prst="rect">
            <a:avLst/>
          </a:prstGeom>
        </p:spPr>
      </p:pic>
    </p:spTree>
    <p:extLst>
      <p:ext uri="{BB962C8B-B14F-4D97-AF65-F5344CB8AC3E}">
        <p14:creationId xmlns:p14="http://schemas.microsoft.com/office/powerpoint/2010/main" val="17969862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dirty="0"/>
              <a:t>Runtime logs of pipeline component</a:t>
            </a:r>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AA27F223-0D8B-4D17-A22F-731E87B48E0B}"/>
              </a:ext>
            </a:extLst>
          </p:cNvPr>
          <p:cNvPicPr/>
          <p:nvPr/>
        </p:nvPicPr>
        <p:blipFill>
          <a:blip r:embed="rId2"/>
          <a:stretch>
            <a:fillRect/>
          </a:stretch>
        </p:blipFill>
        <p:spPr>
          <a:xfrm>
            <a:off x="1377109" y="1141406"/>
            <a:ext cx="9595691" cy="5078776"/>
          </a:xfrm>
          <a:prstGeom prst="rect">
            <a:avLst/>
          </a:prstGeom>
        </p:spPr>
      </p:pic>
    </p:spTree>
    <p:extLst>
      <p:ext uri="{BB962C8B-B14F-4D97-AF65-F5344CB8AC3E}">
        <p14:creationId xmlns:p14="http://schemas.microsoft.com/office/powerpoint/2010/main" val="240855714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b="0" i="0" dirty="0">
                <a:solidFill>
                  <a:srgbClr val="232F3E"/>
                </a:solidFill>
                <a:effectLst/>
                <a:latin typeface="AmazonEmberBold"/>
              </a:rPr>
              <a:t>Hyperparameter tuning using AI Platform training job</a:t>
            </a:r>
            <a:endParaRPr lang="en-US"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7" name="Picture 6">
            <a:extLst>
              <a:ext uri="{FF2B5EF4-FFF2-40B4-BE49-F238E27FC236}">
                <a16:creationId xmlns:a16="http://schemas.microsoft.com/office/drawing/2014/main" id="{CA1BFA79-B6C9-41EA-8D76-83F32C5C1731}"/>
              </a:ext>
            </a:extLst>
          </p:cNvPr>
          <p:cNvPicPr/>
          <p:nvPr/>
        </p:nvPicPr>
        <p:blipFill>
          <a:blip r:embed="rId2"/>
          <a:stretch>
            <a:fillRect/>
          </a:stretch>
        </p:blipFill>
        <p:spPr>
          <a:xfrm>
            <a:off x="1266940" y="1352321"/>
            <a:ext cx="9232135" cy="4153358"/>
          </a:xfrm>
          <a:prstGeom prst="rect">
            <a:avLst/>
          </a:prstGeom>
        </p:spPr>
      </p:pic>
    </p:spTree>
    <p:extLst>
      <p:ext uri="{BB962C8B-B14F-4D97-AF65-F5344CB8AC3E}">
        <p14:creationId xmlns:p14="http://schemas.microsoft.com/office/powerpoint/2010/main" val="183738523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b="0" i="0" dirty="0">
                <a:solidFill>
                  <a:srgbClr val="232F3E"/>
                </a:solidFill>
                <a:effectLst/>
                <a:latin typeface="AmazonEmberBold"/>
              </a:rPr>
              <a:t>Different trials of a model</a:t>
            </a:r>
            <a:endParaRPr lang="en-US"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7" name="Picture 6">
            <a:extLst>
              <a:ext uri="{FF2B5EF4-FFF2-40B4-BE49-F238E27FC236}">
                <a16:creationId xmlns:a16="http://schemas.microsoft.com/office/drawing/2014/main" id="{A1F7DA6E-D015-4F81-9F76-8B58B1E73E8A}"/>
              </a:ext>
            </a:extLst>
          </p:cNvPr>
          <p:cNvPicPr/>
          <p:nvPr/>
        </p:nvPicPr>
        <p:blipFill>
          <a:blip r:embed="rId2"/>
          <a:stretch>
            <a:fillRect/>
          </a:stretch>
        </p:blipFill>
        <p:spPr>
          <a:xfrm>
            <a:off x="925417" y="1487277"/>
            <a:ext cx="10344838" cy="4087257"/>
          </a:xfrm>
          <a:prstGeom prst="rect">
            <a:avLst/>
          </a:prstGeom>
        </p:spPr>
      </p:pic>
    </p:spTree>
    <p:extLst>
      <p:ext uri="{BB962C8B-B14F-4D97-AF65-F5344CB8AC3E}">
        <p14:creationId xmlns:p14="http://schemas.microsoft.com/office/powerpoint/2010/main" val="216808688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b="0" i="0" dirty="0">
                <a:solidFill>
                  <a:srgbClr val="232F3E"/>
                </a:solidFill>
                <a:effectLst/>
                <a:latin typeface="AmazonEmberBold"/>
              </a:rPr>
              <a:t>Training pipeline outputs and model artifacts </a:t>
            </a:r>
            <a:endParaRPr lang="en-US"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6" name="Picture 5">
            <a:extLst>
              <a:ext uri="{FF2B5EF4-FFF2-40B4-BE49-F238E27FC236}">
                <a16:creationId xmlns:a16="http://schemas.microsoft.com/office/drawing/2014/main" id="{70C35E54-C871-4472-AB96-ED1D12DFAB8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317433" y="1575455"/>
            <a:ext cx="9567231" cy="4175350"/>
          </a:xfrm>
          <a:prstGeom prst="rect">
            <a:avLst/>
          </a:prstGeom>
        </p:spPr>
      </p:pic>
    </p:spTree>
    <p:extLst>
      <p:ext uri="{BB962C8B-B14F-4D97-AF65-F5344CB8AC3E}">
        <p14:creationId xmlns:p14="http://schemas.microsoft.com/office/powerpoint/2010/main" val="1117625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F016-95E5-40AC-A03F-2F33AAEA99B6}"/>
              </a:ext>
            </a:extLst>
          </p:cNvPr>
          <p:cNvSpPr>
            <a:spLocks noGrp="1"/>
          </p:cNvSpPr>
          <p:nvPr>
            <p:ph type="title"/>
          </p:nvPr>
        </p:nvSpPr>
        <p:spPr>
          <a:xfrm>
            <a:off x="516000" y="468557"/>
            <a:ext cx="11160000" cy="430887"/>
          </a:xfrm>
        </p:spPr>
        <p:txBody>
          <a:bodyPr/>
          <a:lstStyle/>
          <a:p>
            <a:r>
              <a:rPr lang="en-US" b="0" i="0" dirty="0">
                <a:solidFill>
                  <a:srgbClr val="232F3E"/>
                </a:solidFill>
                <a:effectLst/>
                <a:latin typeface="AmazonEmberBold"/>
              </a:rPr>
              <a:t>Training pipeline outputs and model artifacts </a:t>
            </a:r>
            <a:endParaRPr lang="en-US" dirty="0"/>
          </a:p>
        </p:txBody>
      </p:sp>
      <p:sp>
        <p:nvSpPr>
          <p:cNvPr id="4" name="Text Placeholder 3">
            <a:extLst>
              <a:ext uri="{FF2B5EF4-FFF2-40B4-BE49-F238E27FC236}">
                <a16:creationId xmlns:a16="http://schemas.microsoft.com/office/drawing/2014/main" id="{BA4EF831-2465-40E8-A983-78F130E8FF02}"/>
              </a:ext>
            </a:extLst>
          </p:cNvPr>
          <p:cNvSpPr>
            <a:spLocks noGrp="1"/>
          </p:cNvSpPr>
          <p:nvPr>
            <p:ph type="body" sz="quarter" idx="11"/>
          </p:nvPr>
        </p:nvSpPr>
        <p:spPr/>
        <p:txBody>
          <a:bodyPr/>
          <a:lstStyle/>
          <a:p>
            <a:endParaRPr lang="en-US"/>
          </a:p>
        </p:txBody>
      </p:sp>
      <p:pic>
        <p:nvPicPr>
          <p:cNvPr id="8" name="Picture 7">
            <a:extLst>
              <a:ext uri="{FF2B5EF4-FFF2-40B4-BE49-F238E27FC236}">
                <a16:creationId xmlns:a16="http://schemas.microsoft.com/office/drawing/2014/main" id="{7996E75E-3B34-4D81-8A9A-673D7304D3B2}"/>
              </a:ext>
            </a:extLst>
          </p:cNvPr>
          <p:cNvPicPr/>
          <p:nvPr/>
        </p:nvPicPr>
        <p:blipFill>
          <a:blip r:embed="rId2"/>
          <a:stretch>
            <a:fillRect/>
          </a:stretch>
        </p:blipFill>
        <p:spPr>
          <a:xfrm>
            <a:off x="1311007" y="1399142"/>
            <a:ext cx="9727894" cy="4527933"/>
          </a:xfrm>
          <a:prstGeom prst="rect">
            <a:avLst/>
          </a:prstGeom>
        </p:spPr>
      </p:pic>
    </p:spTree>
    <p:extLst>
      <p:ext uri="{BB962C8B-B14F-4D97-AF65-F5344CB8AC3E}">
        <p14:creationId xmlns:p14="http://schemas.microsoft.com/office/powerpoint/2010/main" val="113724867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23518-5C4F-4969-921A-70667215BEE6}"/>
              </a:ext>
            </a:extLst>
          </p:cNvPr>
          <p:cNvSpPr>
            <a:spLocks noGrp="1"/>
          </p:cNvSpPr>
          <p:nvPr>
            <p:ph type="title"/>
          </p:nvPr>
        </p:nvSpPr>
        <p:spPr/>
        <p:txBody>
          <a:bodyPr/>
          <a:lstStyle/>
          <a:p>
            <a:r>
              <a:rPr lang="en-US" dirty="0"/>
              <a:t>Scoring pipeline</a:t>
            </a:r>
          </a:p>
        </p:txBody>
      </p:sp>
      <p:sp>
        <p:nvSpPr>
          <p:cNvPr id="4" name="Text Placeholder 3">
            <a:extLst>
              <a:ext uri="{FF2B5EF4-FFF2-40B4-BE49-F238E27FC236}">
                <a16:creationId xmlns:a16="http://schemas.microsoft.com/office/drawing/2014/main" id="{A311237F-2B45-4BCD-B08C-90D7120D6198}"/>
              </a:ext>
            </a:extLst>
          </p:cNvPr>
          <p:cNvSpPr>
            <a:spLocks noGrp="1"/>
          </p:cNvSpPr>
          <p:nvPr>
            <p:ph type="body" sz="quarter" idx="11"/>
          </p:nvPr>
        </p:nvSpPr>
        <p:spPr/>
        <p:txBody>
          <a:bodyPr/>
          <a:lstStyle/>
          <a:p>
            <a:endParaRPr lang="en-US"/>
          </a:p>
        </p:txBody>
      </p:sp>
      <p:pic>
        <p:nvPicPr>
          <p:cNvPr id="19459" name="Picture 1">
            <a:extLst>
              <a:ext uri="{FF2B5EF4-FFF2-40B4-BE49-F238E27FC236}">
                <a16:creationId xmlns:a16="http://schemas.microsoft.com/office/drawing/2014/main" id="{C649E617-3ECE-43CA-8D5D-D54A89D50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0170" y="1381871"/>
            <a:ext cx="683895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25085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23518-5C4F-4969-921A-70667215BEE6}"/>
              </a:ext>
            </a:extLst>
          </p:cNvPr>
          <p:cNvSpPr>
            <a:spLocks noGrp="1"/>
          </p:cNvSpPr>
          <p:nvPr>
            <p:ph type="title"/>
          </p:nvPr>
        </p:nvSpPr>
        <p:spPr/>
        <p:txBody>
          <a:bodyPr/>
          <a:lstStyle/>
          <a:p>
            <a:r>
              <a:rPr lang="en-US" dirty="0"/>
              <a:t>Recurring batch scoring status</a:t>
            </a:r>
          </a:p>
        </p:txBody>
      </p:sp>
      <p:sp>
        <p:nvSpPr>
          <p:cNvPr id="4" name="Text Placeholder 3">
            <a:extLst>
              <a:ext uri="{FF2B5EF4-FFF2-40B4-BE49-F238E27FC236}">
                <a16:creationId xmlns:a16="http://schemas.microsoft.com/office/drawing/2014/main" id="{A311237F-2B45-4BCD-B08C-90D7120D6198}"/>
              </a:ext>
            </a:extLst>
          </p:cNvPr>
          <p:cNvSpPr>
            <a:spLocks noGrp="1"/>
          </p:cNvSpPr>
          <p:nvPr>
            <p:ph type="body" sz="quarter" idx="11"/>
          </p:nvPr>
        </p:nvSpPr>
        <p:spPr/>
        <p:txBody>
          <a:bodyPr/>
          <a:lstStyle/>
          <a:p>
            <a:endParaRPr lang="en-US"/>
          </a:p>
        </p:txBody>
      </p:sp>
      <p:pic>
        <p:nvPicPr>
          <p:cNvPr id="18434" name="Picture 8">
            <a:extLst>
              <a:ext uri="{FF2B5EF4-FFF2-40B4-BE49-F238E27FC236}">
                <a16:creationId xmlns:a16="http://schemas.microsoft.com/office/drawing/2014/main" id="{20D75100-E988-4784-8737-6EA5AE727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620" y="1141406"/>
            <a:ext cx="9650775" cy="513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488725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2R.B_bWMcmC6SprV8Wf2k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6leS5pujzqzE5nEsaEuXC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2R.B_bWMcmC6SprV8Wf2kw"/>
</p:tagLst>
</file>

<file path=ppt/tags/tag8.xml><?xml version="1.0" encoding="utf-8"?>
<p:tagLst xmlns:a="http://schemas.openxmlformats.org/drawingml/2006/main" xmlns:r="http://schemas.openxmlformats.org/officeDocument/2006/relationships" xmlns:p="http://schemas.openxmlformats.org/presentationml/2006/main">
  <p:tag name="CONTAINEDIMAGEPATH" val="C:\Users\lkhumalo\AppData\Local\Temp\Templafy\PowerPointVsto\Assets\6f1c47f9-bac1-4812-8967-2d04f1c8f2df.jpeg"/>
</p:tagLst>
</file>

<file path=ppt/theme/theme1.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Custom 1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bg1">
              <a:lumMod val="65000"/>
            </a:schemeClr>
          </a:solidFill>
          <a:tailEnd type="none" w="lg" len="sm"/>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6350">
          <a:solidFill>
            <a:schemeClr val="bg1">
              <a:lumMod val="65000"/>
            </a:schemeClr>
          </a:solidFill>
          <a:tailEnd type="arrow" w="lg" len="sm"/>
        </a:ln>
      </a:spPr>
      <a:bodyPr/>
      <a:lstStyle/>
      <a:style>
        <a:lnRef idx="1">
          <a:schemeClr val="accent1"/>
        </a:lnRef>
        <a:fillRef idx="0">
          <a:schemeClr val="accent1"/>
        </a:fillRef>
        <a:effectRef idx="0">
          <a:schemeClr val="accent1"/>
        </a:effectRef>
        <a:fontRef idx="minor">
          <a:schemeClr val="tx1"/>
        </a:fontRef>
      </a:style>
    </a:lnDef>
    <a:txDef>
      <a:spPr>
        <a:noFill/>
      </a:spPr>
      <a:bodyPr wrap="none" lIns="72000" tIns="72000" rIns="72000" bIns="72000" rtlCol="0">
        <a:spAutoFit/>
      </a:bodyPr>
      <a:lstStyle>
        <a:defPPr>
          <a:spcBef>
            <a:spcPts val="600"/>
          </a:spcBef>
          <a:buSzPct val="100000"/>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2.xml><?xml version="1.0" encoding="utf-8"?>
<a:theme xmlns:a="http://schemas.openxmlformats.org/drawingml/2006/main" name="1_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Custom 10">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bg1">
              <a:lumMod val="65000"/>
            </a:schemeClr>
          </a:solidFill>
          <a:tailEnd type="none" w="lg" len="sm"/>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6350">
          <a:solidFill>
            <a:schemeClr val="bg1">
              <a:lumMod val="65000"/>
            </a:schemeClr>
          </a:solidFill>
          <a:tailEnd type="arrow" w="lg" len="sm"/>
        </a:ln>
      </a:spPr>
      <a:bodyPr/>
      <a:lstStyle/>
      <a:style>
        <a:lnRef idx="1">
          <a:schemeClr val="accent1"/>
        </a:lnRef>
        <a:fillRef idx="0">
          <a:schemeClr val="accent1"/>
        </a:fillRef>
        <a:effectRef idx="0">
          <a:schemeClr val="accent1"/>
        </a:effectRef>
        <a:fontRef idx="minor">
          <a:schemeClr val="tx1"/>
        </a:fontRef>
      </a:style>
    </a:lnDef>
    <a:txDef>
      <a:spPr>
        <a:noFill/>
      </a:spPr>
      <a:bodyPr wrap="none" lIns="72000" tIns="72000" rIns="72000" bIns="72000" rtlCol="0">
        <a:spAutoFit/>
      </a:bodyPr>
      <a:lstStyle>
        <a:defPPr>
          <a:spcBef>
            <a:spcPts val="600"/>
          </a:spcBef>
          <a:buSzPct val="100000"/>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ECCB6858DAA3468997010D2A09577A" ma:contentTypeVersion="6" ma:contentTypeDescription="Create a new document." ma:contentTypeScope="" ma:versionID="ce38fbc3d65ebb16b59999aa6170fbca">
  <xsd:schema xmlns:xsd="http://www.w3.org/2001/XMLSchema" xmlns:xs="http://www.w3.org/2001/XMLSchema" xmlns:p="http://schemas.microsoft.com/office/2006/metadata/properties" xmlns:ns2="e26280d0-62a9-445e-ae02-32b459ec631c" xmlns:ns3="b59232cb-fa94-405c-a7e8-1f4abe906690" targetNamespace="http://schemas.microsoft.com/office/2006/metadata/properties" ma:root="true" ma:fieldsID="97a957dd988979e845bca05c23617458" ns2:_="" ns3:_="">
    <xsd:import namespace="e26280d0-62a9-445e-ae02-32b459ec631c"/>
    <xsd:import namespace="b59232cb-fa94-405c-a7e8-1f4abe90669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6280d0-62a9-445e-ae02-32b459ec631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9232cb-fa94-405c-a7e8-1f4abe90669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667BFB-E537-441C-B672-071278C95D24}">
  <ds:schemaRefs>
    <ds:schemaRef ds:uri="b59232cb-fa94-405c-a7e8-1f4abe906690"/>
    <ds:schemaRef ds:uri="e26280d0-62a9-445e-ae02-32b459ec63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7C8C264-D3C8-48E0-9E24-8DFDAFE831B8}">
  <ds:schemaRefs>
    <ds:schemaRef ds:uri="b59232cb-fa94-405c-a7e8-1f4abe906690"/>
    <ds:schemaRef ds:uri="e26280d0-62a9-445e-ae02-32b459ec631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2DE9397-C92E-4070-AEBB-04BDB10D1D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Deloitte Wide Screen Template</Template>
  <TotalTime>3144</TotalTime>
  <Words>641</Words>
  <Application>Microsoft Office PowerPoint</Application>
  <PresentationFormat>Widescreen</PresentationFormat>
  <Paragraphs>135</Paragraphs>
  <Slides>21</Slides>
  <Notes>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3" baseType="lpstr">
      <vt:lpstr>AmazonEmberBold</vt:lpstr>
      <vt:lpstr>Arial</vt:lpstr>
      <vt:lpstr>FFMarkWebProBold</vt:lpstr>
      <vt:lpstr>FFMarkWebProBook</vt:lpstr>
      <vt:lpstr>Open Sans</vt:lpstr>
      <vt:lpstr>Open Sans Light</vt:lpstr>
      <vt:lpstr>Roboto</vt:lpstr>
      <vt:lpstr>Verdana</vt:lpstr>
      <vt:lpstr>Wingdings 2</vt:lpstr>
      <vt:lpstr>Deloitte_US_Letter_Print Theme</vt:lpstr>
      <vt:lpstr>1_Deloitte_US_Letter_Print Theme</vt:lpstr>
      <vt:lpstr>think-cell Slide</vt:lpstr>
      <vt:lpstr>MTN ADAM ML Ops </vt:lpstr>
      <vt:lpstr>Objectives of the project:</vt:lpstr>
      <vt:lpstr>Iterative-Incremental Process in ML Ops</vt:lpstr>
      <vt:lpstr>ML Ops principles and practices:</vt:lpstr>
      <vt:lpstr>ML Ops principles and practices:</vt:lpstr>
      <vt:lpstr>Tools used:</vt:lpstr>
      <vt:lpstr>ML OPS PROCESS FLOW FOR MTN SOUTH AFRICA (TRAINING) </vt:lpstr>
      <vt:lpstr>ML OPS PROCESS FLOW FOR MTN SOUTH AFRICA (SCORING) </vt:lpstr>
      <vt:lpstr>MLOps Architecture: Detailed</vt:lpstr>
      <vt:lpstr>DEMO</vt:lpstr>
      <vt:lpstr>Google container registry</vt:lpstr>
      <vt:lpstr>Kubeflow training pipeline</vt:lpstr>
      <vt:lpstr>Runtime parameters</vt:lpstr>
      <vt:lpstr>Successfully executed pipeline</vt:lpstr>
      <vt:lpstr>Runtime logs of pipeline component</vt:lpstr>
      <vt:lpstr>Hyperparameter tuning using AI Platform training job</vt:lpstr>
      <vt:lpstr>Different trials of a model</vt:lpstr>
      <vt:lpstr>Training pipeline outputs and model artifacts </vt:lpstr>
      <vt:lpstr>Training pipeline outputs and model artifacts </vt:lpstr>
      <vt:lpstr>Scoring pipeline</vt:lpstr>
      <vt:lpstr>Recurring batch scoring status</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Deloitte Proposal Pack FY20</dc:title>
  <dc:subject/>
  <dc:creator>Anne Ngumba</dc:creator>
  <cp:keywords/>
  <cp:lastModifiedBy>Meher, Motilal</cp:lastModifiedBy>
  <cp:revision>43</cp:revision>
  <cp:lastPrinted>2020-08-15T12:18:34Z</cp:lastPrinted>
  <dcterms:created xsi:type="dcterms:W3CDTF">2019-10-25T08:55:20Z</dcterms:created>
  <dcterms:modified xsi:type="dcterms:W3CDTF">2022-04-26T12:11:18Z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0x010100CDECCB6858DAA3468997010D2A09577A</vt:lpwstr>
  </property>
  <property fmtid="{D5CDD505-2E9C-101B-9397-08002B2CF9AE}" pid="3" name="_dlc_DocIdItemGuid">
    <vt:lpwstr>4db33c7d-c26a-466b-b835-4aa723cb4839</vt:lpwstr>
  </property>
  <property fmtid="{D5CDD505-2E9C-101B-9397-08002B2CF9AE}" pid="4" name="Local Content Type">
    <vt:lpwstr/>
  </property>
  <property fmtid="{D5CDD505-2E9C-101B-9397-08002B2CF9AE}" pid="5" name="TaxKeyword">
    <vt:lpwstr/>
  </property>
  <property fmtid="{D5CDD505-2E9C-101B-9397-08002B2CF9AE}" pid="6" name="Global Client Services">
    <vt:lpwstr/>
  </property>
  <property fmtid="{D5CDD505-2E9C-101B-9397-08002B2CF9AE}" pid="7" name="Geography">
    <vt:lpwstr>3;#South Africa (ZA) (2222)|42542938-dee8-481b-9370-4632fac5c720</vt:lpwstr>
  </property>
  <property fmtid="{D5CDD505-2E9C-101B-9397-08002B2CF9AE}" pid="8" name="Local Industry">
    <vt:lpwstr/>
  </property>
  <property fmtid="{D5CDD505-2E9C-101B-9397-08002B2CF9AE}" pid="9" name="Global Industry">
    <vt:lpwstr/>
  </property>
  <property fmtid="{D5CDD505-2E9C-101B-9397-08002B2CF9AE}" pid="10" name="Global Content Type">
    <vt:lpwstr/>
  </property>
  <property fmtid="{D5CDD505-2E9C-101B-9397-08002B2CF9AE}" pid="11" name="LanguageB">
    <vt:lpwstr>1;#English|b169a262-1aaa-4ccb-9acf-78a36c1d9bab</vt:lpwstr>
  </property>
  <property fmtid="{D5CDD505-2E9C-101B-9397-08002B2CF9AE}" pid="12" name="Local Client Services">
    <vt:lpwstr/>
  </property>
  <property fmtid="{D5CDD505-2E9C-101B-9397-08002B2CF9AE}" pid="13" name="Order">
    <vt:r8>1000</vt:r8>
  </property>
  <property fmtid="{D5CDD505-2E9C-101B-9397-08002B2CF9AE}" pid="14" name="xd_ProgID">
    <vt:lpwstr/>
  </property>
  <property fmtid="{D5CDD505-2E9C-101B-9397-08002B2CF9AE}" pid="15" name="ComplianceAssetId">
    <vt:lpwstr/>
  </property>
  <property fmtid="{D5CDD505-2E9C-101B-9397-08002B2CF9AE}" pid="16" name="TemplateUrl">
    <vt:lpwstr/>
  </property>
  <property fmtid="{D5CDD505-2E9C-101B-9397-08002B2CF9AE}" pid="17" name="MSIP_Label_ea60d57e-af5b-4752-ac57-3e4f28ca11dc_Enabled">
    <vt:lpwstr>true</vt:lpwstr>
  </property>
  <property fmtid="{D5CDD505-2E9C-101B-9397-08002B2CF9AE}" pid="18" name="MSIP_Label_ea60d57e-af5b-4752-ac57-3e4f28ca11dc_SetDate">
    <vt:lpwstr>2022-01-10T05:17:24Z</vt:lpwstr>
  </property>
  <property fmtid="{D5CDD505-2E9C-101B-9397-08002B2CF9AE}" pid="19" name="MSIP_Label_ea60d57e-af5b-4752-ac57-3e4f28ca11dc_Method">
    <vt:lpwstr>Standard</vt:lpwstr>
  </property>
  <property fmtid="{D5CDD505-2E9C-101B-9397-08002B2CF9AE}" pid="20" name="MSIP_Label_ea60d57e-af5b-4752-ac57-3e4f28ca11dc_Name">
    <vt:lpwstr>ea60d57e-af5b-4752-ac57-3e4f28ca11dc</vt:lpwstr>
  </property>
  <property fmtid="{D5CDD505-2E9C-101B-9397-08002B2CF9AE}" pid="21" name="MSIP_Label_ea60d57e-af5b-4752-ac57-3e4f28ca11dc_SiteId">
    <vt:lpwstr>36da45f1-dd2c-4d1f-af13-5abe46b99921</vt:lpwstr>
  </property>
  <property fmtid="{D5CDD505-2E9C-101B-9397-08002B2CF9AE}" pid="22" name="MSIP_Label_ea60d57e-af5b-4752-ac57-3e4f28ca11dc_ActionId">
    <vt:lpwstr>b9180076-3511-48bc-be6f-bea4c9316bc1</vt:lpwstr>
  </property>
  <property fmtid="{D5CDD505-2E9C-101B-9397-08002B2CF9AE}" pid="23" name="MSIP_Label_ea60d57e-af5b-4752-ac57-3e4f28ca11dc_ContentBits">
    <vt:lpwstr>0</vt:lpwstr>
  </property>
</Properties>
</file>